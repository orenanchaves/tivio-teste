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2.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3.xml" ContentType="application/vnd.openxmlformats-officedocument.theme+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theme/theme4.xml" ContentType="application/vnd.openxmlformats-officedocument.theme+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5.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777" r:id="rId4"/>
    <p:sldMasterId id="2147483759" r:id="rId5"/>
    <p:sldMasterId id="2147484089" r:id="rId6"/>
    <p:sldMasterId id="2147484490" r:id="rId7"/>
    <p:sldMasterId id="2147484614" r:id="rId8"/>
    <p:sldMasterId id="2147484631" r:id="rId9"/>
  </p:sldMasterIdLst>
  <p:notesMasterIdLst>
    <p:notesMasterId r:id="rId27"/>
  </p:notesMasterIdLst>
  <p:handoutMasterIdLst>
    <p:handoutMasterId r:id="rId28"/>
  </p:handoutMasterIdLst>
  <p:sldIdLst>
    <p:sldId id="2147474279" r:id="rId10"/>
    <p:sldId id="2147474532" r:id="rId11"/>
    <p:sldId id="256" r:id="rId12"/>
    <p:sldId id="267" r:id="rId13"/>
    <p:sldId id="2147474520" r:id="rId14"/>
    <p:sldId id="2147474229" r:id="rId15"/>
    <p:sldId id="2147474238" r:id="rId16"/>
    <p:sldId id="2147474498" r:id="rId17"/>
    <p:sldId id="327" r:id="rId18"/>
    <p:sldId id="2147474239" r:id="rId19"/>
    <p:sldId id="2147474284" r:id="rId20"/>
    <p:sldId id="2147474241" r:id="rId21"/>
    <p:sldId id="2147474286" r:id="rId22"/>
    <p:sldId id="2147474522" r:id="rId23"/>
    <p:sldId id="2147474410" r:id="rId24"/>
    <p:sldId id="2147474534" r:id="rId25"/>
    <p:sldId id="2147474414" r:id="rId26"/>
  </p:sldIdLst>
  <p:sldSz cx="12192000" cy="6858000"/>
  <p:notesSz cx="6799263" cy="9929813"/>
  <p:embeddedFontLst>
    <p:embeddedFont>
      <p:font typeface="Versos" panose="020B0604020202020204" charset="0"/>
      <p:regular r:id="rId29"/>
      <p:bold r:id="rId30"/>
      <p:italic r:id="rId31"/>
      <p:boldItalic r:id="rId32"/>
    </p:embeddedFont>
    <p:embeddedFont>
      <p:font typeface="Versos Light" panose="020B0604020202020204" charset="0"/>
      <p:regular r:id="rId33"/>
      <p: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Cover" id="{87379F1E-E8C0-44B7-9A0E-E818A3B44143}">
          <p14:sldIdLst>
            <p14:sldId id="2147474279"/>
          </p14:sldIdLst>
        </p14:section>
        <p14:section name="Gestora" id="{BB6CF2CA-994E-4003-9FC4-159975076DD4}">
          <p14:sldIdLst>
            <p14:sldId id="2147474532"/>
            <p14:sldId id="256"/>
            <p14:sldId id="267"/>
            <p14:sldId id="2147474520"/>
          </p14:sldIdLst>
        </p14:section>
        <p14:section name="Tivio Crédito Ativo" id="{DD1E6258-16CA-42E1-A458-148474238DF1}">
          <p14:sldIdLst>
            <p14:sldId id="2147474229"/>
            <p14:sldId id="2147474238"/>
            <p14:sldId id="2147474498"/>
          </p14:sldIdLst>
        </p14:section>
        <p14:section name="Investimento" id="{5A5762BE-8389-4BBF-ADD9-4DAEEA24E944}">
          <p14:sldIdLst>
            <p14:sldId id="327"/>
            <p14:sldId id="2147474239"/>
            <p14:sldId id="2147474284"/>
            <p14:sldId id="2147474241"/>
          </p14:sldIdLst>
        </p14:section>
        <p14:section name="Gestão" id="{E26801B7-AF9B-474B-A6E4-0D5FEE30D3B1}">
          <p14:sldIdLst>
            <p14:sldId id="2147474286"/>
            <p14:sldId id="2147474522"/>
          </p14:sldIdLst>
        </p14:section>
        <p14:section name="Disclaimer" id="{59E6A2F3-1D3D-4152-B267-1A0F6106429E}">
          <p14:sldIdLst>
            <p14:sldId id="2147474410"/>
            <p14:sldId id="2147474534"/>
          </p14:sldIdLst>
        </p14:section>
        <p14:section name="Contracapa" id="{2984720A-94BE-474A-ABC3-AEC7DC048BD9}">
          <p14:sldIdLst>
            <p14:sldId id="2147474414"/>
          </p14:sldIdLst>
        </p14:section>
      </p14:sectionLst>
    </p:ext>
    <p:ext uri="{EFAFB233-063F-42B5-8137-9DF3F51BA10A}">
      <p15:sldGuideLst xmlns:p15="http://schemas.microsoft.com/office/powerpoint/2012/main">
        <p15:guide id="7" orient="horz" pos="346" userDrawn="1">
          <p15:clr>
            <a:srgbClr val="A4A3A4"/>
          </p15:clr>
        </p15:guide>
        <p15:guide id="8"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5" roundtripDataSignature="AMtx7mhetf4Qz++ZzHOSRFWd3migUbcIX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D1DB05-01E6-39A2-E3A6-095B05BB1D95}" name="Erica Souza" initials="ES" userId="S::erica.souza@tivio.com::80de0650-232d-4962-a05e-8a5afa49c3fc" providerId="AD"/>
  <p188:author id="{5EDAC669-4FF2-E0AF-33CD-0203680FB63B}" name="Fernanda Acquati" initials="FA" userId="S::fernanda.acquati@tivio.com::2ea3fdcf-775e-4e6a-bd20-5fe8db92074a" providerId="AD"/>
  <p188:author id="{66BC3675-3D51-5AD6-563E-A3B12A1065C6}" name="Renan Chaves" initials="RC" userId="S::renan.chaves@tivio.com::87d612b1-8fbc-4dfb-aeee-fef7412ff91a" providerId="AD"/>
  <p188:author id="{BC6BF57A-47E3-CCFE-2432-F9A0369A234A}" name="Victor Cioban Dos Santos" initials="VS" userId="S::victor.santos@tivio.com::258c15d2-8df8-43c1-86d5-8d484eaac6bb" providerId="AD"/>
  <p188:author id="{E31BA4AD-B299-D147-2304-33D9A38C80DE}" name="Adriano Mantesso" initials="AM" userId="S::adriano.mantesso@tivio.com::e2d33391-98a8-4683-a26d-43a69e86501d" providerId="AD"/>
  <p188:author id="{EE4A08B2-CA13-E468-0716-9FB13D74D373}" name="Erica Souza" initials="ES" userId="S::erica.souza@tivio.com::5efe2607-8043-4470-ab4c-470b29b0e709" providerId="AD"/>
  <p188:author id="{17C0BFC9-217C-9B71-4532-B99BF720C82A}" name="Enrico Trotta" initials="ET" userId="S::enrico.trotta@tivio.com::6aae8b7a-aa3a-430d-9230-ea172b1ef789" providerId="AD"/>
  <p188:author id="{62AAFCD2-9D69-1B0B-F7BB-A4EC36012E97}" name="Tiago Sardinha" initials="TS" userId="S::tiago.regina@bv.com.br::4cf73e3c-62c7-4ba2-b82e-4782b179d5f9" providerId="AD"/>
  <p188:author id="{822F16D4-491C-90ED-4BC5-3E61074A1BD0}" name="Gabriel Fiorilli" initials="GF" userId="S::gabriel.fiorilli@tivio.com::6dec09dd-bf1e-4f54-a7db-53ed072060e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1418"/>
    <a:srgbClr val="E6EDF1"/>
    <a:srgbClr val="262626"/>
    <a:srgbClr val="5C838B"/>
    <a:srgbClr val="0F0F10"/>
    <a:srgbClr val="5A7F87"/>
    <a:srgbClr val="0E0D0E"/>
    <a:srgbClr val="ABC6CD"/>
    <a:srgbClr val="C1F4D4"/>
    <a:srgbClr val="63788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6B2E1E-02A0-420F-837F-D48452D91B02}" v="127" dt="2026-09-11T14:10:16.761"/>
  </p1510:revLst>
</p1510:revInfo>
</file>

<file path=ppt/tableStyles.xml><?xml version="1.0" encoding="utf-8"?>
<a:tblStyleLst xmlns:a="http://schemas.openxmlformats.org/drawingml/2006/main" def="{8DAEB1E8-8DA9-424E-8E51-740EAC42F13B}">
  <a:tblStyle styleId="{8DAEB1E8-8DA9-424E-8E51-740EAC42F13B}" styleName="Table_0">
    <a:wholeTbl>
      <a:tcTxStyle b="off" i="off">
        <a:font>
          <a:latin typeface="Versos Light"/>
          <a:ea typeface="Versos Light"/>
          <a:cs typeface="Versos Light"/>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46"/>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21" Type="http://schemas.openxmlformats.org/officeDocument/2006/relationships/slide" Target="slides/slide12.xml"/><Relationship Id="rId34" Type="http://schemas.openxmlformats.org/officeDocument/2006/relationships/font" Target="fonts/font6.fntdata"/><Relationship Id="rId76"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font" Target="fonts/font1.fntdata"/><Relationship Id="rId75"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font" Target="fonts/font4.fntdata"/><Relationship Id="rId79"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handoutMaster" Target="handoutMasters/handoutMaster1.xml"/><Relationship Id="rId82" Type="http://schemas.microsoft.com/office/2018/10/relationships/authors" Target="authors.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font" Target="fonts/font3.fntdata"/><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notesMaster" Target="notesMasters/notesMaster1.xml"/><Relationship Id="rId30" Type="http://schemas.openxmlformats.org/officeDocument/2006/relationships/font" Target="fonts/font2.fntdata"/><Relationship Id="rId77" Type="http://schemas.openxmlformats.org/officeDocument/2006/relationships/viewProps" Target="viewProps.xml"/><Relationship Id="rId8" Type="http://schemas.openxmlformats.org/officeDocument/2006/relationships/slideMaster" Target="slideMasters/slideMaster5.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font" Target="fonts/font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 Fiorilli" userId="6dec09dd-bf1e-4f54-a7db-53ed072060ed" providerId="ADAL" clId="{7DBF1522-1442-4072-822F-816E1C27FADA}"/>
    <pc:docChg chg="undo custSel addSld modSld delMainMaster modMainMaster">
      <pc:chgData name="Gabriel Fiorilli" userId="6dec09dd-bf1e-4f54-a7db-53ed072060ed" providerId="ADAL" clId="{7DBF1522-1442-4072-822F-816E1C27FADA}" dt="2026-09-11T14:10:16.760" v="121" actId="478"/>
      <pc:docMkLst>
        <pc:docMk/>
      </pc:docMkLst>
      <pc:sldChg chg="addSp delSp modSp mod">
        <pc:chgData name="Gabriel Fiorilli" userId="6dec09dd-bf1e-4f54-a7db-53ed072060ed" providerId="ADAL" clId="{7DBF1522-1442-4072-822F-816E1C27FADA}" dt="2026-09-11T14:09:29.544" v="105" actId="27918"/>
        <pc:sldMkLst>
          <pc:docMk/>
          <pc:sldMk cId="3544388350" sldId="2147474241"/>
        </pc:sldMkLst>
        <pc:graphicFrameChg chg="add mod">
          <ac:chgData name="Gabriel Fiorilli" userId="6dec09dd-bf1e-4f54-a7db-53ed072060ed" providerId="ADAL" clId="{7DBF1522-1442-4072-822F-816E1C27FADA}" dt="2026-09-11T14:06:42.666" v="58" actId="207"/>
          <ac:graphicFrameMkLst>
            <pc:docMk/>
            <pc:sldMk cId="3544388350" sldId="2147474241"/>
            <ac:graphicFrameMk id="2" creationId="{29BFDB38-69C4-44FC-8495-3DE934415DD7}"/>
          </ac:graphicFrameMkLst>
        </pc:graphicFrameChg>
        <pc:graphicFrameChg chg="add mod">
          <ac:chgData name="Gabriel Fiorilli" userId="6dec09dd-bf1e-4f54-a7db-53ed072060ed" providerId="ADAL" clId="{7DBF1522-1442-4072-822F-816E1C27FADA}" dt="2026-09-11T14:08:07.455" v="90" actId="14100"/>
          <ac:graphicFrameMkLst>
            <pc:docMk/>
            <pc:sldMk cId="3544388350" sldId="2147474241"/>
            <ac:graphicFrameMk id="4" creationId="{94E308F0-9F8A-4757-8175-DAF4DE86B096}"/>
          </ac:graphicFrameMkLst>
        </pc:graphicFrameChg>
        <pc:graphicFrameChg chg="add mod">
          <ac:chgData name="Gabriel Fiorilli" userId="6dec09dd-bf1e-4f54-a7db-53ed072060ed" providerId="ADAL" clId="{7DBF1522-1442-4072-822F-816E1C27FADA}" dt="2026-09-11T14:09:28.311" v="102"/>
          <ac:graphicFrameMkLst>
            <pc:docMk/>
            <pc:sldMk cId="3544388350" sldId="2147474241"/>
            <ac:graphicFrameMk id="5" creationId="{9BDB515A-1F86-4604-93F1-EE287629D1FF}"/>
          </ac:graphicFrameMkLst>
        </pc:graphicFrameChg>
        <pc:graphicFrameChg chg="del">
          <ac:chgData name="Gabriel Fiorilli" userId="6dec09dd-bf1e-4f54-a7db-53ed072060ed" providerId="ADAL" clId="{7DBF1522-1442-4072-822F-816E1C27FADA}" dt="2026-09-11T14:06:11.238" v="49" actId="478"/>
          <ac:graphicFrameMkLst>
            <pc:docMk/>
            <pc:sldMk cId="3544388350" sldId="2147474241"/>
            <ac:graphicFrameMk id="49" creationId="{29BFDB38-69C4-44FC-8495-3DE934415DD7}"/>
          </ac:graphicFrameMkLst>
        </pc:graphicFrameChg>
        <pc:graphicFrameChg chg="del">
          <ac:chgData name="Gabriel Fiorilli" userId="6dec09dd-bf1e-4f54-a7db-53ed072060ed" providerId="ADAL" clId="{7DBF1522-1442-4072-822F-816E1C27FADA}" dt="2026-09-11T14:08:34.519" v="96" actId="478"/>
          <ac:graphicFrameMkLst>
            <pc:docMk/>
            <pc:sldMk cId="3544388350" sldId="2147474241"/>
            <ac:graphicFrameMk id="50" creationId="{9BDB515A-1F86-4604-93F1-EE287629D1FF}"/>
          </ac:graphicFrameMkLst>
        </pc:graphicFrameChg>
        <pc:graphicFrameChg chg="del">
          <ac:chgData name="Gabriel Fiorilli" userId="6dec09dd-bf1e-4f54-a7db-53ed072060ed" providerId="ADAL" clId="{7DBF1522-1442-4072-822F-816E1C27FADA}" dt="2026-09-11T14:07:55.987" v="84" actId="478"/>
          <ac:graphicFrameMkLst>
            <pc:docMk/>
            <pc:sldMk cId="3544388350" sldId="2147474241"/>
            <ac:graphicFrameMk id="53" creationId="{94E308F0-9F8A-4757-8175-DAF4DE86B096}"/>
          </ac:graphicFrameMkLst>
        </pc:graphicFrameChg>
      </pc:sldChg>
      <pc:sldChg chg="modSp mod">
        <pc:chgData name="Gabriel Fiorilli" userId="6dec09dd-bf1e-4f54-a7db-53ed072060ed" providerId="ADAL" clId="{7DBF1522-1442-4072-822F-816E1C27FADA}" dt="2026-09-04T20:38:06.232" v="5" actId="20577"/>
        <pc:sldMkLst>
          <pc:docMk/>
          <pc:sldMk cId="1052709222" sldId="2147474279"/>
        </pc:sldMkLst>
        <pc:spChg chg="mod">
          <ac:chgData name="Gabriel Fiorilli" userId="6dec09dd-bf1e-4f54-a7db-53ed072060ed" providerId="ADAL" clId="{7DBF1522-1442-4072-822F-816E1C27FADA}" dt="2026-09-04T20:38:06.232" v="5" actId="20577"/>
          <ac:spMkLst>
            <pc:docMk/>
            <pc:sldMk cId="1052709222" sldId="2147474279"/>
            <ac:spMk id="3" creationId="{9B625C46-C767-6A60-724D-A11966577053}"/>
          </ac:spMkLst>
        </pc:spChg>
      </pc:sldChg>
      <pc:sldChg chg="delSp modSp mod">
        <pc:chgData name="Gabriel Fiorilli" userId="6dec09dd-bf1e-4f54-a7db-53ed072060ed" providerId="ADAL" clId="{7DBF1522-1442-4072-822F-816E1C27FADA}" dt="2026-09-11T14:09:51.487" v="108" actId="21"/>
        <pc:sldMkLst>
          <pc:docMk/>
          <pc:sldMk cId="2448368116" sldId="2147474414"/>
        </pc:sldMkLst>
        <pc:spChg chg="del mod">
          <ac:chgData name="Gabriel Fiorilli" userId="6dec09dd-bf1e-4f54-a7db-53ed072060ed" providerId="ADAL" clId="{7DBF1522-1442-4072-822F-816E1C27FADA}" dt="2026-09-11T14:09:51.487" v="108" actId="21"/>
          <ac:spMkLst>
            <pc:docMk/>
            <pc:sldMk cId="2448368116" sldId="2147474414"/>
            <ac:spMk id="12" creationId="{B08F4B4A-2487-190B-039A-42FEBF29D43F}"/>
          </ac:spMkLst>
        </pc:spChg>
      </pc:sldChg>
      <pc:sldChg chg="modSp mod">
        <pc:chgData name="Gabriel Fiorilli" userId="6dec09dd-bf1e-4f54-a7db-53ed072060ed" providerId="ADAL" clId="{7DBF1522-1442-4072-822F-816E1C27FADA}" dt="2026-09-04T20:40:58.032" v="33" actId="20577"/>
        <pc:sldMkLst>
          <pc:docMk/>
          <pc:sldMk cId="3635349100" sldId="2147474498"/>
        </pc:sldMkLst>
        <pc:spChg chg="mod">
          <ac:chgData name="Gabriel Fiorilli" userId="6dec09dd-bf1e-4f54-a7db-53ed072060ed" providerId="ADAL" clId="{7DBF1522-1442-4072-822F-816E1C27FADA}" dt="2026-09-04T20:40:58.032" v="33" actId="20577"/>
          <ac:spMkLst>
            <pc:docMk/>
            <pc:sldMk cId="3635349100" sldId="2147474498"/>
            <ac:spMk id="3" creationId="{7BA809A5-0BA4-0947-1087-6F7FC0B179BA}"/>
          </ac:spMkLst>
        </pc:spChg>
        <pc:spChg chg="mod">
          <ac:chgData name="Gabriel Fiorilli" userId="6dec09dd-bf1e-4f54-a7db-53ed072060ed" providerId="ADAL" clId="{7DBF1522-1442-4072-822F-816E1C27FADA}" dt="2026-09-04T20:40:18" v="28" actId="1036"/>
          <ac:spMkLst>
            <pc:docMk/>
            <pc:sldMk cId="3635349100" sldId="2147474498"/>
            <ac:spMk id="40" creationId="{3038436B-A9BA-B3EB-DD51-3AD41606D831}"/>
          </ac:spMkLst>
        </pc:spChg>
        <pc:spChg chg="mod">
          <ac:chgData name="Gabriel Fiorilli" userId="6dec09dd-bf1e-4f54-a7db-53ed072060ed" providerId="ADAL" clId="{7DBF1522-1442-4072-822F-816E1C27FADA}" dt="2026-09-04T20:40:18" v="28" actId="1036"/>
          <ac:spMkLst>
            <pc:docMk/>
            <pc:sldMk cId="3635349100" sldId="2147474498"/>
            <ac:spMk id="41" creationId="{EB57F8D6-B964-9BCA-A6F4-88B26B4A8238}"/>
          </ac:spMkLst>
        </pc:spChg>
        <pc:spChg chg="mod">
          <ac:chgData name="Gabriel Fiorilli" userId="6dec09dd-bf1e-4f54-a7db-53ed072060ed" providerId="ADAL" clId="{7DBF1522-1442-4072-822F-816E1C27FADA}" dt="2026-09-04T20:40:18" v="28" actId="1036"/>
          <ac:spMkLst>
            <pc:docMk/>
            <pc:sldMk cId="3635349100" sldId="2147474498"/>
            <ac:spMk id="42" creationId="{831C41D9-8D8C-9A86-0D14-1CF2A034518C}"/>
          </ac:spMkLst>
        </pc:spChg>
        <pc:spChg chg="mod">
          <ac:chgData name="Gabriel Fiorilli" userId="6dec09dd-bf1e-4f54-a7db-53ed072060ed" providerId="ADAL" clId="{7DBF1522-1442-4072-822F-816E1C27FADA}" dt="2026-09-04T20:39:38.296" v="12" actId="20577"/>
          <ac:spMkLst>
            <pc:docMk/>
            <pc:sldMk cId="3635349100" sldId="2147474498"/>
            <ac:spMk id="53" creationId="{1EA518C2-FC7D-507A-8DA4-C0332A60BE87}"/>
          </ac:spMkLst>
        </pc:spChg>
        <pc:spChg chg="mod">
          <ac:chgData name="Gabriel Fiorilli" userId="6dec09dd-bf1e-4f54-a7db-53ed072060ed" providerId="ADAL" clId="{7DBF1522-1442-4072-822F-816E1C27FADA}" dt="2026-09-04T20:39:42.153" v="14" actId="20577"/>
          <ac:spMkLst>
            <pc:docMk/>
            <pc:sldMk cId="3635349100" sldId="2147474498"/>
            <ac:spMk id="54" creationId="{7ADF39A2-3D03-6F3D-94F8-BA201DFCD32A}"/>
          </ac:spMkLst>
        </pc:spChg>
        <pc:spChg chg="mod">
          <ac:chgData name="Gabriel Fiorilli" userId="6dec09dd-bf1e-4f54-a7db-53ed072060ed" providerId="ADAL" clId="{7DBF1522-1442-4072-822F-816E1C27FADA}" dt="2026-09-04T20:40:49.656" v="29" actId="20577"/>
          <ac:spMkLst>
            <pc:docMk/>
            <pc:sldMk cId="3635349100" sldId="2147474498"/>
            <ac:spMk id="59" creationId="{82C538A4-E989-F09E-F652-C3197DFF65F1}"/>
          </ac:spMkLst>
        </pc:spChg>
        <pc:spChg chg="mod">
          <ac:chgData name="Gabriel Fiorilli" userId="6dec09dd-bf1e-4f54-a7db-53ed072060ed" providerId="ADAL" clId="{7DBF1522-1442-4072-822F-816E1C27FADA}" dt="2026-09-04T20:39:54.102" v="15" actId="20577"/>
          <ac:spMkLst>
            <pc:docMk/>
            <pc:sldMk cId="3635349100" sldId="2147474498"/>
            <ac:spMk id="60" creationId="{E3443F91-05CA-430C-19A6-4970CA7A91A7}"/>
          </ac:spMkLst>
        </pc:spChg>
      </pc:sldChg>
      <pc:sldChg chg="modSp mod">
        <pc:chgData name="Gabriel Fiorilli" userId="6dec09dd-bf1e-4f54-a7db-53ed072060ed" providerId="ADAL" clId="{7DBF1522-1442-4072-822F-816E1C27FADA}" dt="2026-09-11T14:04:30.004" v="34" actId="20577"/>
        <pc:sldMkLst>
          <pc:docMk/>
          <pc:sldMk cId="4229692237" sldId="2147474520"/>
        </pc:sldMkLst>
        <pc:spChg chg="mod">
          <ac:chgData name="Gabriel Fiorilli" userId="6dec09dd-bf1e-4f54-a7db-53ed072060ed" providerId="ADAL" clId="{7DBF1522-1442-4072-822F-816E1C27FADA}" dt="2026-09-11T14:04:30.004" v="34" actId="20577"/>
          <ac:spMkLst>
            <pc:docMk/>
            <pc:sldMk cId="4229692237" sldId="2147474520"/>
            <ac:spMk id="60" creationId="{C58B7459-9528-9CB5-2829-7476EF5FB566}"/>
          </ac:spMkLst>
        </pc:spChg>
      </pc:sldChg>
      <pc:sldChg chg="modSp mod">
        <pc:chgData name="Gabriel Fiorilli" userId="6dec09dd-bf1e-4f54-a7db-53ed072060ed" providerId="ADAL" clId="{7DBF1522-1442-4072-822F-816E1C27FADA}" dt="2026-09-04T20:38:13.800" v="9" actId="20577"/>
        <pc:sldMkLst>
          <pc:docMk/>
          <pc:sldMk cId="1605975913" sldId="2147474532"/>
        </pc:sldMkLst>
        <pc:spChg chg="mod">
          <ac:chgData name="Gabriel Fiorilli" userId="6dec09dd-bf1e-4f54-a7db-53ed072060ed" providerId="ADAL" clId="{7DBF1522-1442-4072-822F-816E1C27FADA}" dt="2026-09-04T20:38:09.451" v="6" actId="20577"/>
          <ac:spMkLst>
            <pc:docMk/>
            <pc:sldMk cId="1605975913" sldId="2147474532"/>
            <ac:spMk id="26" creationId="{7C873CEE-6F57-13CC-6D69-C783CD20E2F2}"/>
          </ac:spMkLst>
        </pc:spChg>
        <pc:spChg chg="mod">
          <ac:chgData name="Gabriel Fiorilli" userId="6dec09dd-bf1e-4f54-a7db-53ed072060ed" providerId="ADAL" clId="{7DBF1522-1442-4072-822F-816E1C27FADA}" dt="2026-09-04T20:38:13.800" v="9" actId="20577"/>
          <ac:spMkLst>
            <pc:docMk/>
            <pc:sldMk cId="1605975913" sldId="2147474532"/>
            <ac:spMk id="29" creationId="{A7FB7710-A1DF-D8FE-A0AA-5C18F5653E24}"/>
          </ac:spMkLst>
        </pc:spChg>
        <pc:spChg chg="mod">
          <ac:chgData name="Gabriel Fiorilli" userId="6dec09dd-bf1e-4f54-a7db-53ed072060ed" providerId="ADAL" clId="{7DBF1522-1442-4072-822F-816E1C27FADA}" dt="2026-09-04T20:38:11.336" v="8" actId="20577"/>
          <ac:spMkLst>
            <pc:docMk/>
            <pc:sldMk cId="1605975913" sldId="2147474532"/>
            <ac:spMk id="34" creationId="{8B4E48BF-2B0E-BB3F-7D7C-74CED1B99786}"/>
          </ac:spMkLst>
        </pc:spChg>
      </pc:sldChg>
      <pc:sldChg chg="addSp delSp modSp add mod">
        <pc:chgData name="Gabriel Fiorilli" userId="6dec09dd-bf1e-4f54-a7db-53ed072060ed" providerId="ADAL" clId="{7DBF1522-1442-4072-822F-816E1C27FADA}" dt="2026-09-11T14:10:16.760" v="121" actId="478"/>
        <pc:sldMkLst>
          <pc:docMk/>
          <pc:sldMk cId="961990813" sldId="2147474534"/>
        </pc:sldMkLst>
        <pc:spChg chg="del">
          <ac:chgData name="Gabriel Fiorilli" userId="6dec09dd-bf1e-4f54-a7db-53ed072060ed" providerId="ADAL" clId="{7DBF1522-1442-4072-822F-816E1C27FADA}" dt="2026-09-11T14:10:16.760" v="121" actId="478"/>
          <ac:spMkLst>
            <pc:docMk/>
            <pc:sldMk cId="961990813" sldId="2147474534"/>
            <ac:spMk id="3" creationId="{DAE48C0F-5974-B6B4-0C70-F0F761D4FC45}"/>
          </ac:spMkLst>
        </pc:spChg>
        <pc:spChg chg="add del mod">
          <ac:chgData name="Gabriel Fiorilli" userId="6dec09dd-bf1e-4f54-a7db-53ed072060ed" providerId="ADAL" clId="{7DBF1522-1442-4072-822F-816E1C27FADA}" dt="2026-09-11T14:10:05.576" v="116" actId="22"/>
          <ac:spMkLst>
            <pc:docMk/>
            <pc:sldMk cId="961990813" sldId="2147474534"/>
            <ac:spMk id="4" creationId="{DB9DE42E-8F40-7FC3-62F6-192935364672}"/>
          </ac:spMkLst>
        </pc:spChg>
        <pc:spChg chg="add mod ord">
          <ac:chgData name="Gabriel Fiorilli" userId="6dec09dd-bf1e-4f54-a7db-53ed072060ed" providerId="ADAL" clId="{7DBF1522-1442-4072-822F-816E1C27FADA}" dt="2026-09-11T14:10:13.021" v="119" actId="167"/>
          <ac:spMkLst>
            <pc:docMk/>
            <pc:sldMk cId="961990813" sldId="2147474534"/>
            <ac:spMk id="14" creationId="{4F21D7B1-322F-F122-2A09-E19AE0D6904A}"/>
          </ac:spMkLst>
        </pc:spChg>
        <pc:spChg chg="add del">
          <ac:chgData name="Gabriel Fiorilli" userId="6dec09dd-bf1e-4f54-a7db-53ed072060ed" providerId="ADAL" clId="{7DBF1522-1442-4072-822F-816E1C27FADA}" dt="2026-09-11T14:10:14.608" v="120" actId="478"/>
          <ac:spMkLst>
            <pc:docMk/>
            <pc:sldMk cId="961990813" sldId="2147474534"/>
            <ac:spMk id="15" creationId="{38F5F089-AF7B-E695-0F33-EB0156DDA42B}"/>
          </ac:spMkLst>
        </pc:spChg>
      </pc:sldChg>
      <pc:sldMasterChg chg="modSldLayout sldLayoutOrd">
        <pc:chgData name="Gabriel Fiorilli" userId="6dec09dd-bf1e-4f54-a7db-53ed072060ed" providerId="ADAL" clId="{7DBF1522-1442-4072-822F-816E1C27FADA}" dt="2026-09-11T14:04:30.557" v="35"/>
        <pc:sldMasterMkLst>
          <pc:docMk/>
          <pc:sldMasterMk cId="2890195052" sldId="2147483777"/>
        </pc:sldMasterMkLst>
        <pc:sldLayoutChg chg="modSp mod ord">
          <pc:chgData name="Gabriel Fiorilli" userId="6dec09dd-bf1e-4f54-a7db-53ed072060ed" providerId="ADAL" clId="{7DBF1522-1442-4072-822F-816E1C27FADA}" dt="2026-09-11T14:04:30.557" v="35"/>
          <pc:sldLayoutMkLst>
            <pc:docMk/>
            <pc:sldMasterMk cId="2890195052" sldId="2147483777"/>
            <pc:sldLayoutMk cId="1754035308" sldId="2147483821"/>
          </pc:sldLayoutMkLst>
          <pc:spChg chg="mod">
            <ac:chgData name="Gabriel Fiorilli" userId="6dec09dd-bf1e-4f54-a7db-53ed072060ed" providerId="ADAL" clId="{7DBF1522-1442-4072-822F-816E1C27FADA}" dt="2026-09-11T14:04:30.557" v="35"/>
            <ac:spMkLst>
              <pc:docMk/>
              <pc:sldMasterMk cId="2890195052" sldId="2147483777"/>
              <pc:sldLayoutMk cId="1754035308" sldId="2147483821"/>
              <ac:spMk id="2" creationId="{595D97E3-B378-E7B0-4A76-391C0989E8B6}"/>
            </ac:spMkLst>
          </pc:spChg>
          <pc:spChg chg="mod">
            <ac:chgData name="Gabriel Fiorilli" userId="6dec09dd-bf1e-4f54-a7db-53ed072060ed" providerId="ADAL" clId="{7DBF1522-1442-4072-822F-816E1C27FADA}" dt="2026-09-11T14:04:30.557" v="35"/>
            <ac:spMkLst>
              <pc:docMk/>
              <pc:sldMasterMk cId="2890195052" sldId="2147483777"/>
              <pc:sldLayoutMk cId="1754035308" sldId="2147483821"/>
              <ac:spMk id="4" creationId="{7E424369-4F91-BA78-D59E-F025384664D4}"/>
            </ac:spMkLst>
          </pc:spChg>
          <pc:spChg chg="mod">
            <ac:chgData name="Gabriel Fiorilli" userId="6dec09dd-bf1e-4f54-a7db-53ed072060ed" providerId="ADAL" clId="{7DBF1522-1442-4072-822F-816E1C27FADA}" dt="2026-09-11T14:04:30.557" v="35"/>
            <ac:spMkLst>
              <pc:docMk/>
              <pc:sldMasterMk cId="2890195052" sldId="2147483777"/>
              <pc:sldLayoutMk cId="1754035308" sldId="2147483821"/>
              <ac:spMk id="8" creationId="{D0E34669-E9A0-3031-84E9-7C3208F4EB66}"/>
            </ac:spMkLst>
          </pc:spChg>
          <pc:spChg chg="mod">
            <ac:chgData name="Gabriel Fiorilli" userId="6dec09dd-bf1e-4f54-a7db-53ed072060ed" providerId="ADAL" clId="{7DBF1522-1442-4072-822F-816E1C27FADA}" dt="2026-09-11T14:04:30.557" v="35"/>
            <ac:spMkLst>
              <pc:docMk/>
              <pc:sldMasterMk cId="2890195052" sldId="2147483777"/>
              <pc:sldLayoutMk cId="1754035308" sldId="2147483821"/>
              <ac:spMk id="13" creationId="{AAA4D9F5-240A-9CC5-1EF0-9AAA83CC6908}"/>
            </ac:spMkLst>
          </pc:spChg>
          <pc:spChg chg="mod">
            <ac:chgData name="Gabriel Fiorilli" userId="6dec09dd-bf1e-4f54-a7db-53ed072060ed" providerId="ADAL" clId="{7DBF1522-1442-4072-822F-816E1C27FADA}" dt="2026-09-11T14:04:30.557" v="35"/>
            <ac:spMkLst>
              <pc:docMk/>
              <pc:sldMasterMk cId="2890195052" sldId="2147483777"/>
              <pc:sldLayoutMk cId="1754035308" sldId="2147483821"/>
              <ac:spMk id="16" creationId="{73AE31B1-0E8A-430C-61E0-A4A65D4D936A}"/>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1871745967" sldId="2147483838"/>
          </pc:sldLayoutMkLst>
          <pc:spChg chg="mod">
            <ac:chgData name="Gabriel Fiorilli" userId="6dec09dd-bf1e-4f54-a7db-53ed072060ed" providerId="ADAL" clId="{7DBF1522-1442-4072-822F-816E1C27FADA}" dt="2026-09-11T14:04:30.557" v="35"/>
            <ac:spMkLst>
              <pc:docMk/>
              <pc:sldMasterMk cId="2890195052" sldId="2147483777"/>
              <pc:sldLayoutMk cId="1871745967" sldId="2147483838"/>
              <ac:spMk id="2" creationId="{595D97E3-B378-E7B0-4A76-391C0989E8B6}"/>
            </ac:spMkLst>
          </pc:spChg>
          <pc:spChg chg="mod">
            <ac:chgData name="Gabriel Fiorilli" userId="6dec09dd-bf1e-4f54-a7db-53ed072060ed" providerId="ADAL" clId="{7DBF1522-1442-4072-822F-816E1C27FADA}" dt="2026-09-11T14:04:30.557" v="35"/>
            <ac:spMkLst>
              <pc:docMk/>
              <pc:sldMasterMk cId="2890195052" sldId="2147483777"/>
              <pc:sldLayoutMk cId="1871745967" sldId="2147483838"/>
              <ac:spMk id="4" creationId="{7E424369-4F91-BA78-D59E-F025384664D4}"/>
            </ac:spMkLst>
          </pc:spChg>
          <pc:spChg chg="mod">
            <ac:chgData name="Gabriel Fiorilli" userId="6dec09dd-bf1e-4f54-a7db-53ed072060ed" providerId="ADAL" clId="{7DBF1522-1442-4072-822F-816E1C27FADA}" dt="2026-09-11T14:04:30.557" v="35"/>
            <ac:spMkLst>
              <pc:docMk/>
              <pc:sldMasterMk cId="2890195052" sldId="2147483777"/>
              <pc:sldLayoutMk cId="1871745967" sldId="2147483838"/>
              <ac:spMk id="8" creationId="{D0E34669-E9A0-3031-84E9-7C3208F4EB66}"/>
            </ac:spMkLst>
          </pc:spChg>
          <pc:spChg chg="mod">
            <ac:chgData name="Gabriel Fiorilli" userId="6dec09dd-bf1e-4f54-a7db-53ed072060ed" providerId="ADAL" clId="{7DBF1522-1442-4072-822F-816E1C27FADA}" dt="2026-09-11T14:04:30.557" v="35"/>
            <ac:spMkLst>
              <pc:docMk/>
              <pc:sldMasterMk cId="2890195052" sldId="2147483777"/>
              <pc:sldLayoutMk cId="1871745967" sldId="2147483838"/>
              <ac:spMk id="9" creationId="{2990FA51-3BC5-8B5F-4922-A3EFDBE7D39F}"/>
            </ac:spMkLst>
          </pc:spChg>
          <pc:spChg chg="mod">
            <ac:chgData name="Gabriel Fiorilli" userId="6dec09dd-bf1e-4f54-a7db-53ed072060ed" providerId="ADAL" clId="{7DBF1522-1442-4072-822F-816E1C27FADA}" dt="2026-09-11T14:04:30.557" v="35"/>
            <ac:spMkLst>
              <pc:docMk/>
              <pc:sldMasterMk cId="2890195052" sldId="2147483777"/>
              <pc:sldLayoutMk cId="1871745967" sldId="2147483838"/>
              <ac:spMk id="10" creationId="{7C6416CC-D42A-F9D0-470E-9656CD4825B1}"/>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3752320251" sldId="2147483839"/>
          </pc:sldLayoutMkLst>
          <pc:spChg chg="mod">
            <ac:chgData name="Gabriel Fiorilli" userId="6dec09dd-bf1e-4f54-a7db-53ed072060ed" providerId="ADAL" clId="{7DBF1522-1442-4072-822F-816E1C27FADA}" dt="2026-09-11T14:04:30.557" v="35"/>
            <ac:spMkLst>
              <pc:docMk/>
              <pc:sldMasterMk cId="2890195052" sldId="2147483777"/>
              <pc:sldLayoutMk cId="3752320251" sldId="2147483839"/>
              <ac:spMk id="2" creationId="{595D97E3-B378-E7B0-4A76-391C0989E8B6}"/>
            </ac:spMkLst>
          </pc:spChg>
          <pc:spChg chg="mod">
            <ac:chgData name="Gabriel Fiorilli" userId="6dec09dd-bf1e-4f54-a7db-53ed072060ed" providerId="ADAL" clId="{7DBF1522-1442-4072-822F-816E1C27FADA}" dt="2026-09-11T14:04:30.557" v="35"/>
            <ac:spMkLst>
              <pc:docMk/>
              <pc:sldMasterMk cId="2890195052" sldId="2147483777"/>
              <pc:sldLayoutMk cId="3752320251" sldId="2147483839"/>
              <ac:spMk id="4" creationId="{7E424369-4F91-BA78-D59E-F025384664D4}"/>
            </ac:spMkLst>
          </pc:spChg>
          <pc:spChg chg="mod">
            <ac:chgData name="Gabriel Fiorilli" userId="6dec09dd-bf1e-4f54-a7db-53ed072060ed" providerId="ADAL" clId="{7DBF1522-1442-4072-822F-816E1C27FADA}" dt="2026-09-11T14:04:30.557" v="35"/>
            <ac:spMkLst>
              <pc:docMk/>
              <pc:sldMasterMk cId="2890195052" sldId="2147483777"/>
              <pc:sldLayoutMk cId="3752320251" sldId="2147483839"/>
              <ac:spMk id="8" creationId="{D0E34669-E9A0-3031-84E9-7C3208F4EB66}"/>
            </ac:spMkLst>
          </pc:spChg>
          <pc:spChg chg="mod">
            <ac:chgData name="Gabriel Fiorilli" userId="6dec09dd-bf1e-4f54-a7db-53ed072060ed" providerId="ADAL" clId="{7DBF1522-1442-4072-822F-816E1C27FADA}" dt="2026-09-11T14:04:30.557" v="35"/>
            <ac:spMkLst>
              <pc:docMk/>
              <pc:sldMasterMk cId="2890195052" sldId="2147483777"/>
              <pc:sldLayoutMk cId="3752320251" sldId="2147483839"/>
              <ac:spMk id="9" creationId="{0BEB6966-A6DD-A413-E366-E85415CA7CC6}"/>
            </ac:spMkLst>
          </pc:spChg>
          <pc:spChg chg="mod">
            <ac:chgData name="Gabriel Fiorilli" userId="6dec09dd-bf1e-4f54-a7db-53ed072060ed" providerId="ADAL" clId="{7DBF1522-1442-4072-822F-816E1C27FADA}" dt="2026-09-11T14:04:30.557" v="35"/>
            <ac:spMkLst>
              <pc:docMk/>
              <pc:sldMasterMk cId="2890195052" sldId="2147483777"/>
              <pc:sldLayoutMk cId="3752320251" sldId="2147483839"/>
              <ac:spMk id="10" creationId="{016B9899-7AA6-E693-2E4C-ADF3DFB28367}"/>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3816570111" sldId="2147483848"/>
          </pc:sldLayoutMkLst>
          <pc:spChg chg="mod">
            <ac:chgData name="Gabriel Fiorilli" userId="6dec09dd-bf1e-4f54-a7db-53ed072060ed" providerId="ADAL" clId="{7DBF1522-1442-4072-822F-816E1C27FADA}" dt="2026-09-11T14:04:30.557" v="35"/>
            <ac:spMkLst>
              <pc:docMk/>
              <pc:sldMasterMk cId="2890195052" sldId="2147483777"/>
              <pc:sldLayoutMk cId="3816570111" sldId="2147483848"/>
              <ac:spMk id="2" creationId="{9D8C61F7-2206-D64F-31E1-979FA329DE03}"/>
            </ac:spMkLst>
          </pc:spChg>
          <pc:spChg chg="mod">
            <ac:chgData name="Gabriel Fiorilli" userId="6dec09dd-bf1e-4f54-a7db-53ed072060ed" providerId="ADAL" clId="{7DBF1522-1442-4072-822F-816E1C27FADA}" dt="2026-09-11T14:04:30.557" v="35"/>
            <ac:spMkLst>
              <pc:docMk/>
              <pc:sldMasterMk cId="2890195052" sldId="2147483777"/>
              <pc:sldLayoutMk cId="3816570111" sldId="2147483848"/>
              <ac:spMk id="10" creationId="{1C9AF77E-9895-4AC7-A1DF-EE12ACB0EE6B}"/>
            </ac:spMkLst>
          </pc:spChg>
          <pc:spChg chg="mod">
            <ac:chgData name="Gabriel Fiorilli" userId="6dec09dd-bf1e-4f54-a7db-53ed072060ed" providerId="ADAL" clId="{7DBF1522-1442-4072-822F-816E1C27FADA}" dt="2026-09-11T14:04:30.557" v="35"/>
            <ac:spMkLst>
              <pc:docMk/>
              <pc:sldMasterMk cId="2890195052" sldId="2147483777"/>
              <pc:sldLayoutMk cId="3816570111" sldId="2147483848"/>
              <ac:spMk id="12" creationId="{050BAD04-1FFE-3E42-A1B1-BDD8FE7DA821}"/>
            </ac:spMkLst>
          </pc:spChg>
          <pc:spChg chg="mod">
            <ac:chgData name="Gabriel Fiorilli" userId="6dec09dd-bf1e-4f54-a7db-53ed072060ed" providerId="ADAL" clId="{7DBF1522-1442-4072-822F-816E1C27FADA}" dt="2026-09-11T14:04:30.557" v="35"/>
            <ac:spMkLst>
              <pc:docMk/>
              <pc:sldMasterMk cId="2890195052" sldId="2147483777"/>
              <pc:sldLayoutMk cId="3816570111" sldId="2147483848"/>
              <ac:spMk id="14" creationId="{27D03C84-7D32-1C70-A8E9-63EA0F348C1F}"/>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1723148835" sldId="2147483849"/>
          </pc:sldLayoutMkLst>
          <pc:spChg chg="mod">
            <ac:chgData name="Gabriel Fiorilli" userId="6dec09dd-bf1e-4f54-a7db-53ed072060ed" providerId="ADAL" clId="{7DBF1522-1442-4072-822F-816E1C27FADA}" dt="2026-09-11T14:04:30.557" v="35"/>
            <ac:spMkLst>
              <pc:docMk/>
              <pc:sldMasterMk cId="2890195052" sldId="2147483777"/>
              <pc:sldLayoutMk cId="1723148835" sldId="2147483849"/>
              <ac:spMk id="95" creationId="{1F9E0DEB-08E9-5248-44F9-9916F0925C87}"/>
            </ac:spMkLst>
          </pc:spChg>
          <pc:spChg chg="mod">
            <ac:chgData name="Gabriel Fiorilli" userId="6dec09dd-bf1e-4f54-a7db-53ed072060ed" providerId="ADAL" clId="{7DBF1522-1442-4072-822F-816E1C27FADA}" dt="2026-09-11T14:04:30.557" v="35"/>
            <ac:spMkLst>
              <pc:docMk/>
              <pc:sldMasterMk cId="2890195052" sldId="2147483777"/>
              <pc:sldLayoutMk cId="1723148835" sldId="2147483849"/>
              <ac:spMk id="96" creationId="{86EE135B-8461-A8E5-B808-1CCC5F3ABF32}"/>
            </ac:spMkLst>
          </pc:spChg>
          <pc:spChg chg="mod">
            <ac:chgData name="Gabriel Fiorilli" userId="6dec09dd-bf1e-4f54-a7db-53ed072060ed" providerId="ADAL" clId="{7DBF1522-1442-4072-822F-816E1C27FADA}" dt="2026-09-11T14:04:30.557" v="35"/>
            <ac:spMkLst>
              <pc:docMk/>
              <pc:sldMasterMk cId="2890195052" sldId="2147483777"/>
              <pc:sldLayoutMk cId="1723148835" sldId="2147483849"/>
              <ac:spMk id="97" creationId="{C68EECD8-4868-C403-065A-798C94914B21}"/>
            </ac:spMkLst>
          </pc:spChg>
          <pc:spChg chg="mod">
            <ac:chgData name="Gabriel Fiorilli" userId="6dec09dd-bf1e-4f54-a7db-53ed072060ed" providerId="ADAL" clId="{7DBF1522-1442-4072-822F-816E1C27FADA}" dt="2026-09-11T14:04:30.557" v="35"/>
            <ac:spMkLst>
              <pc:docMk/>
              <pc:sldMasterMk cId="2890195052" sldId="2147483777"/>
              <pc:sldLayoutMk cId="1723148835" sldId="2147483849"/>
              <ac:spMk id="98" creationId="{377F7479-B5E7-D307-06B9-71E3BA37F3EF}"/>
            </ac:spMkLst>
          </pc:spChg>
          <pc:spChg chg="mod">
            <ac:chgData name="Gabriel Fiorilli" userId="6dec09dd-bf1e-4f54-a7db-53ed072060ed" providerId="ADAL" clId="{7DBF1522-1442-4072-822F-816E1C27FADA}" dt="2026-09-11T14:04:30.557" v="35"/>
            <ac:spMkLst>
              <pc:docMk/>
              <pc:sldMasterMk cId="2890195052" sldId="2147483777"/>
              <pc:sldLayoutMk cId="1723148835" sldId="2147483849"/>
              <ac:spMk id="99" creationId="{A9CB3A34-F081-C677-A00F-67C1873C062A}"/>
            </ac:spMkLst>
          </pc:spChg>
          <pc:spChg chg="mod">
            <ac:chgData name="Gabriel Fiorilli" userId="6dec09dd-bf1e-4f54-a7db-53ed072060ed" providerId="ADAL" clId="{7DBF1522-1442-4072-822F-816E1C27FADA}" dt="2026-09-11T14:04:30.557" v="35"/>
            <ac:spMkLst>
              <pc:docMk/>
              <pc:sldMasterMk cId="2890195052" sldId="2147483777"/>
              <pc:sldLayoutMk cId="1723148835" sldId="2147483849"/>
              <ac:spMk id="103" creationId="{DAB51C54-4BA1-024C-8F1D-E61343BFAC42}"/>
            </ac:spMkLst>
          </pc:spChg>
          <pc:spChg chg="mod">
            <ac:chgData name="Gabriel Fiorilli" userId="6dec09dd-bf1e-4f54-a7db-53ed072060ed" providerId="ADAL" clId="{7DBF1522-1442-4072-822F-816E1C27FADA}" dt="2026-09-11T14:04:30.557" v="35"/>
            <ac:spMkLst>
              <pc:docMk/>
              <pc:sldMasterMk cId="2890195052" sldId="2147483777"/>
              <pc:sldLayoutMk cId="1723148835" sldId="2147483849"/>
              <ac:spMk id="105" creationId="{305C7304-230E-F6CE-A76D-99DF1E692F08}"/>
            </ac:spMkLst>
          </pc:spChg>
          <pc:spChg chg="mod">
            <ac:chgData name="Gabriel Fiorilli" userId="6dec09dd-bf1e-4f54-a7db-53ed072060ed" providerId="ADAL" clId="{7DBF1522-1442-4072-822F-816E1C27FADA}" dt="2026-09-11T14:04:30.557" v="35"/>
            <ac:spMkLst>
              <pc:docMk/>
              <pc:sldMasterMk cId="2890195052" sldId="2147483777"/>
              <pc:sldLayoutMk cId="1723148835" sldId="2147483849"/>
              <ac:spMk id="107" creationId="{7EF60F9A-51DE-3649-80E7-711C186485AA}"/>
            </ac:spMkLst>
          </pc:spChg>
          <pc:spChg chg="mod">
            <ac:chgData name="Gabriel Fiorilli" userId="6dec09dd-bf1e-4f54-a7db-53ed072060ed" providerId="ADAL" clId="{7DBF1522-1442-4072-822F-816E1C27FADA}" dt="2026-09-11T14:04:30.557" v="35"/>
            <ac:spMkLst>
              <pc:docMk/>
              <pc:sldMasterMk cId="2890195052" sldId="2147483777"/>
              <pc:sldLayoutMk cId="1723148835" sldId="2147483849"/>
              <ac:spMk id="112" creationId="{59FC8DE1-DA8C-E6FC-0074-C1233AE33862}"/>
            </ac:spMkLst>
          </pc:spChg>
          <pc:spChg chg="mod">
            <ac:chgData name="Gabriel Fiorilli" userId="6dec09dd-bf1e-4f54-a7db-53ed072060ed" providerId="ADAL" clId="{7DBF1522-1442-4072-822F-816E1C27FADA}" dt="2026-09-11T14:04:30.557" v="35"/>
            <ac:spMkLst>
              <pc:docMk/>
              <pc:sldMasterMk cId="2890195052" sldId="2147483777"/>
              <pc:sldLayoutMk cId="1723148835" sldId="2147483849"/>
              <ac:spMk id="116" creationId="{0D56432C-F90B-BE78-9849-16EDFA25EDF3}"/>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2387871607" sldId="2147483850"/>
          </pc:sldLayoutMkLst>
          <pc:spChg chg="mod">
            <ac:chgData name="Gabriel Fiorilli" userId="6dec09dd-bf1e-4f54-a7db-53ed072060ed" providerId="ADAL" clId="{7DBF1522-1442-4072-822F-816E1C27FADA}" dt="2026-09-11T14:04:30.557" v="35"/>
            <ac:spMkLst>
              <pc:docMk/>
              <pc:sldMasterMk cId="2890195052" sldId="2147483777"/>
              <pc:sldLayoutMk cId="2387871607" sldId="2147483850"/>
              <ac:spMk id="26" creationId="{C5B1F338-8D07-6165-2984-C97D76B836F9}"/>
            </ac:spMkLst>
          </pc:spChg>
          <pc:spChg chg="mod">
            <ac:chgData name="Gabriel Fiorilli" userId="6dec09dd-bf1e-4f54-a7db-53ed072060ed" providerId="ADAL" clId="{7DBF1522-1442-4072-822F-816E1C27FADA}" dt="2026-09-11T14:04:30.557" v="35"/>
            <ac:spMkLst>
              <pc:docMk/>
              <pc:sldMasterMk cId="2890195052" sldId="2147483777"/>
              <pc:sldLayoutMk cId="2387871607" sldId="2147483850"/>
              <ac:spMk id="27" creationId="{6AC2D12D-986D-3DD5-FBFC-D384978B998E}"/>
            </ac:spMkLst>
          </pc:spChg>
          <pc:spChg chg="mod">
            <ac:chgData name="Gabriel Fiorilli" userId="6dec09dd-bf1e-4f54-a7db-53ed072060ed" providerId="ADAL" clId="{7DBF1522-1442-4072-822F-816E1C27FADA}" dt="2026-09-11T14:04:30.557" v="35"/>
            <ac:spMkLst>
              <pc:docMk/>
              <pc:sldMasterMk cId="2890195052" sldId="2147483777"/>
              <pc:sldLayoutMk cId="2387871607" sldId="2147483850"/>
              <ac:spMk id="28" creationId="{91E97FC2-9348-4E3B-00E5-76B9F5F34636}"/>
            </ac:spMkLst>
          </pc:spChg>
          <pc:spChg chg="mod">
            <ac:chgData name="Gabriel Fiorilli" userId="6dec09dd-bf1e-4f54-a7db-53ed072060ed" providerId="ADAL" clId="{7DBF1522-1442-4072-822F-816E1C27FADA}" dt="2026-09-11T14:04:30.557" v="35"/>
            <ac:spMkLst>
              <pc:docMk/>
              <pc:sldMasterMk cId="2890195052" sldId="2147483777"/>
              <pc:sldLayoutMk cId="2387871607" sldId="2147483850"/>
              <ac:spMk id="30" creationId="{647A3C75-F52C-9572-4AC8-DF3C9EC74895}"/>
            </ac:spMkLst>
          </pc:spChg>
          <pc:spChg chg="mod">
            <ac:chgData name="Gabriel Fiorilli" userId="6dec09dd-bf1e-4f54-a7db-53ed072060ed" providerId="ADAL" clId="{7DBF1522-1442-4072-822F-816E1C27FADA}" dt="2026-09-11T14:04:30.557" v="35"/>
            <ac:spMkLst>
              <pc:docMk/>
              <pc:sldMasterMk cId="2890195052" sldId="2147483777"/>
              <pc:sldLayoutMk cId="2387871607" sldId="2147483850"/>
              <ac:spMk id="31" creationId="{CF181672-FCCE-ED51-44CD-B257A5102052}"/>
            </ac:spMkLst>
          </pc:spChg>
          <pc:spChg chg="mod">
            <ac:chgData name="Gabriel Fiorilli" userId="6dec09dd-bf1e-4f54-a7db-53ed072060ed" providerId="ADAL" clId="{7DBF1522-1442-4072-822F-816E1C27FADA}" dt="2026-09-11T14:04:30.557" v="35"/>
            <ac:spMkLst>
              <pc:docMk/>
              <pc:sldMasterMk cId="2890195052" sldId="2147483777"/>
              <pc:sldLayoutMk cId="2387871607" sldId="2147483850"/>
              <ac:spMk id="93" creationId="{8B43B5D6-9411-2916-3463-C0BBC4CE3A66}"/>
            </ac:spMkLst>
          </pc:spChg>
          <pc:spChg chg="mod">
            <ac:chgData name="Gabriel Fiorilli" userId="6dec09dd-bf1e-4f54-a7db-53ed072060ed" providerId="ADAL" clId="{7DBF1522-1442-4072-822F-816E1C27FADA}" dt="2026-09-11T14:04:30.557" v="35"/>
            <ac:spMkLst>
              <pc:docMk/>
              <pc:sldMasterMk cId="2890195052" sldId="2147483777"/>
              <pc:sldLayoutMk cId="2387871607" sldId="2147483850"/>
              <ac:spMk id="97" creationId="{C68EECD8-4868-C403-065A-798C94914B21}"/>
            </ac:spMkLst>
          </pc:spChg>
          <pc:spChg chg="mod">
            <ac:chgData name="Gabriel Fiorilli" userId="6dec09dd-bf1e-4f54-a7db-53ed072060ed" providerId="ADAL" clId="{7DBF1522-1442-4072-822F-816E1C27FADA}" dt="2026-09-11T14:04:30.557" v="35"/>
            <ac:spMkLst>
              <pc:docMk/>
              <pc:sldMasterMk cId="2890195052" sldId="2147483777"/>
              <pc:sldLayoutMk cId="2387871607" sldId="2147483850"/>
              <ac:spMk id="98" creationId="{377F7479-B5E7-D307-06B9-71E3BA37F3EF}"/>
            </ac:spMkLst>
          </pc:spChg>
          <pc:spChg chg="mod">
            <ac:chgData name="Gabriel Fiorilli" userId="6dec09dd-bf1e-4f54-a7db-53ed072060ed" providerId="ADAL" clId="{7DBF1522-1442-4072-822F-816E1C27FADA}" dt="2026-09-11T14:04:30.557" v="35"/>
            <ac:spMkLst>
              <pc:docMk/>
              <pc:sldMasterMk cId="2890195052" sldId="2147483777"/>
              <pc:sldLayoutMk cId="2387871607" sldId="2147483850"/>
              <ac:spMk id="100" creationId="{66627ED0-3A46-8737-6897-D3BDDB091302}"/>
            </ac:spMkLst>
          </pc:spChg>
          <pc:spChg chg="mod">
            <ac:chgData name="Gabriel Fiorilli" userId="6dec09dd-bf1e-4f54-a7db-53ed072060ed" providerId="ADAL" clId="{7DBF1522-1442-4072-822F-816E1C27FADA}" dt="2026-09-11T14:04:30.557" v="35"/>
            <ac:spMkLst>
              <pc:docMk/>
              <pc:sldMasterMk cId="2890195052" sldId="2147483777"/>
              <pc:sldLayoutMk cId="2387871607" sldId="2147483850"/>
              <ac:spMk id="107" creationId="{7EF60F9A-51DE-3649-80E7-711C186485AA}"/>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400345868" sldId="2147483856"/>
          </pc:sldLayoutMkLst>
          <pc:spChg chg="mod">
            <ac:chgData name="Gabriel Fiorilli" userId="6dec09dd-bf1e-4f54-a7db-53ed072060ed" providerId="ADAL" clId="{7DBF1522-1442-4072-822F-816E1C27FADA}" dt="2026-09-11T14:04:30.557" v="35"/>
            <ac:spMkLst>
              <pc:docMk/>
              <pc:sldMasterMk cId="2890195052" sldId="2147483777"/>
              <pc:sldLayoutMk cId="400345868" sldId="2147483856"/>
              <ac:spMk id="2" creationId="{595D97E3-B378-E7B0-4A76-391C0989E8B6}"/>
            </ac:spMkLst>
          </pc:spChg>
          <pc:spChg chg="mod">
            <ac:chgData name="Gabriel Fiorilli" userId="6dec09dd-bf1e-4f54-a7db-53ed072060ed" providerId="ADAL" clId="{7DBF1522-1442-4072-822F-816E1C27FADA}" dt="2026-09-11T14:04:30.557" v="35"/>
            <ac:spMkLst>
              <pc:docMk/>
              <pc:sldMasterMk cId="2890195052" sldId="2147483777"/>
              <pc:sldLayoutMk cId="400345868" sldId="2147483856"/>
              <ac:spMk id="4" creationId="{7E424369-4F91-BA78-D59E-F025384664D4}"/>
            </ac:spMkLst>
          </pc:spChg>
          <pc:spChg chg="mod">
            <ac:chgData name="Gabriel Fiorilli" userId="6dec09dd-bf1e-4f54-a7db-53ed072060ed" providerId="ADAL" clId="{7DBF1522-1442-4072-822F-816E1C27FADA}" dt="2026-09-11T14:04:30.557" v="35"/>
            <ac:spMkLst>
              <pc:docMk/>
              <pc:sldMasterMk cId="2890195052" sldId="2147483777"/>
              <pc:sldLayoutMk cId="400345868" sldId="2147483856"/>
              <ac:spMk id="8" creationId="{D0E34669-E9A0-3031-84E9-7C3208F4EB66}"/>
            </ac:spMkLst>
          </pc:spChg>
          <pc:spChg chg="mod">
            <ac:chgData name="Gabriel Fiorilli" userId="6dec09dd-bf1e-4f54-a7db-53ed072060ed" providerId="ADAL" clId="{7DBF1522-1442-4072-822F-816E1C27FADA}" dt="2026-09-11T14:04:30.557" v="35"/>
            <ac:spMkLst>
              <pc:docMk/>
              <pc:sldMasterMk cId="2890195052" sldId="2147483777"/>
              <pc:sldLayoutMk cId="400345868" sldId="2147483856"/>
              <ac:spMk id="10" creationId="{A68C5C04-9F9C-AD5B-8544-86BD159ED555}"/>
            </ac:spMkLst>
          </pc:spChg>
          <pc:spChg chg="mod">
            <ac:chgData name="Gabriel Fiorilli" userId="6dec09dd-bf1e-4f54-a7db-53ed072060ed" providerId="ADAL" clId="{7DBF1522-1442-4072-822F-816E1C27FADA}" dt="2026-09-11T14:04:30.557" v="35"/>
            <ac:spMkLst>
              <pc:docMk/>
              <pc:sldMasterMk cId="2890195052" sldId="2147483777"/>
              <pc:sldLayoutMk cId="400345868" sldId="2147483856"/>
              <ac:spMk id="13" creationId="{AAA4D9F5-240A-9CC5-1EF0-9AAA83CC6908}"/>
            </ac:spMkLst>
          </pc:spChg>
          <pc:spChg chg="mod">
            <ac:chgData name="Gabriel Fiorilli" userId="6dec09dd-bf1e-4f54-a7db-53ed072060ed" providerId="ADAL" clId="{7DBF1522-1442-4072-822F-816E1C27FADA}" dt="2026-09-11T14:04:30.557" v="35"/>
            <ac:spMkLst>
              <pc:docMk/>
              <pc:sldMasterMk cId="2890195052" sldId="2147483777"/>
              <pc:sldLayoutMk cId="400345868" sldId="2147483856"/>
              <ac:spMk id="16" creationId="{73AE31B1-0E8A-430C-61E0-A4A65D4D936A}"/>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3959783172" sldId="2147483858"/>
          </pc:sldLayoutMkLst>
          <pc:spChg chg="mod">
            <ac:chgData name="Gabriel Fiorilli" userId="6dec09dd-bf1e-4f54-a7db-53ed072060ed" providerId="ADAL" clId="{7DBF1522-1442-4072-822F-816E1C27FADA}" dt="2026-09-11T14:04:30.557" v="35"/>
            <ac:spMkLst>
              <pc:docMk/>
              <pc:sldMasterMk cId="2890195052" sldId="2147483777"/>
              <pc:sldLayoutMk cId="3959783172" sldId="2147483858"/>
              <ac:spMk id="4" creationId="{C9B13D7C-5A47-B0DF-B518-26E79F5D2DB1}"/>
            </ac:spMkLst>
          </pc:spChg>
          <pc:spChg chg="mod">
            <ac:chgData name="Gabriel Fiorilli" userId="6dec09dd-bf1e-4f54-a7db-53ed072060ed" providerId="ADAL" clId="{7DBF1522-1442-4072-822F-816E1C27FADA}" dt="2026-09-11T14:04:30.557" v="35"/>
            <ac:spMkLst>
              <pc:docMk/>
              <pc:sldMasterMk cId="2890195052" sldId="2147483777"/>
              <pc:sldLayoutMk cId="3959783172" sldId="2147483858"/>
              <ac:spMk id="6" creationId="{2132BCE3-A04F-8602-64F7-7623C7EAF165}"/>
            </ac:spMkLst>
          </pc:spChg>
          <pc:spChg chg="mod">
            <ac:chgData name="Gabriel Fiorilli" userId="6dec09dd-bf1e-4f54-a7db-53ed072060ed" providerId="ADAL" clId="{7DBF1522-1442-4072-822F-816E1C27FADA}" dt="2026-09-11T14:04:30.557" v="35"/>
            <ac:spMkLst>
              <pc:docMk/>
              <pc:sldMasterMk cId="2890195052" sldId="2147483777"/>
              <pc:sldLayoutMk cId="3959783172" sldId="2147483858"/>
              <ac:spMk id="11" creationId="{F401465E-A8CD-A3BA-BE2A-9597492FDC6E}"/>
            </ac:spMkLst>
          </pc:spChg>
          <pc:spChg chg="mod">
            <ac:chgData name="Gabriel Fiorilli" userId="6dec09dd-bf1e-4f54-a7db-53ed072060ed" providerId="ADAL" clId="{7DBF1522-1442-4072-822F-816E1C27FADA}" dt="2026-09-11T14:04:30.557" v="35"/>
            <ac:spMkLst>
              <pc:docMk/>
              <pc:sldMasterMk cId="2890195052" sldId="2147483777"/>
              <pc:sldLayoutMk cId="3959783172" sldId="2147483858"/>
              <ac:spMk id="12" creationId="{7A7A9582-3614-801A-785B-273FCD3E092F}"/>
            </ac:spMkLst>
          </pc:spChg>
          <pc:spChg chg="mod">
            <ac:chgData name="Gabriel Fiorilli" userId="6dec09dd-bf1e-4f54-a7db-53ed072060ed" providerId="ADAL" clId="{7DBF1522-1442-4072-822F-816E1C27FADA}" dt="2026-09-11T14:04:30.557" v="35"/>
            <ac:spMkLst>
              <pc:docMk/>
              <pc:sldMasterMk cId="2890195052" sldId="2147483777"/>
              <pc:sldLayoutMk cId="3959783172" sldId="2147483858"/>
              <ac:spMk id="13" creationId="{7F86D482-580C-D22A-58CC-10B9C4F7EDD2}"/>
            </ac:spMkLst>
          </pc:spChg>
        </pc:sldLayoutChg>
        <pc:sldLayoutChg chg="mod ord">
          <pc:chgData name="Gabriel Fiorilli" userId="6dec09dd-bf1e-4f54-a7db-53ed072060ed" providerId="ADAL" clId="{7DBF1522-1442-4072-822F-816E1C27FADA}" dt="2026-09-11T14:04:30.557" v="35"/>
          <pc:sldLayoutMkLst>
            <pc:docMk/>
            <pc:sldMasterMk cId="2890195052" sldId="2147483777"/>
            <pc:sldLayoutMk cId="415896580" sldId="2147483860"/>
          </pc:sldLayoutMkLst>
        </pc:sldLayoutChg>
        <pc:sldLayoutChg chg="mod ord">
          <pc:chgData name="Gabriel Fiorilli" userId="6dec09dd-bf1e-4f54-a7db-53ed072060ed" providerId="ADAL" clId="{7DBF1522-1442-4072-822F-816E1C27FADA}" dt="2026-09-11T14:04:30.557" v="35"/>
          <pc:sldLayoutMkLst>
            <pc:docMk/>
            <pc:sldMasterMk cId="2890195052" sldId="2147483777"/>
            <pc:sldLayoutMk cId="1962377064" sldId="2147483861"/>
          </pc:sldLayoutMkLst>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2939306574" sldId="2147483862"/>
          </pc:sldLayoutMkLst>
          <pc:spChg chg="mod">
            <ac:chgData name="Gabriel Fiorilli" userId="6dec09dd-bf1e-4f54-a7db-53ed072060ed" providerId="ADAL" clId="{7DBF1522-1442-4072-822F-816E1C27FADA}" dt="2026-09-11T14:04:30.557" v="35"/>
            <ac:spMkLst>
              <pc:docMk/>
              <pc:sldMasterMk cId="2890195052" sldId="2147483777"/>
              <pc:sldLayoutMk cId="2939306574" sldId="2147483862"/>
              <ac:spMk id="10" creationId="{94531090-414D-3695-0E2D-BB1269270B55}"/>
            </ac:spMkLst>
          </pc:spChg>
        </pc:sldLayoutChg>
        <pc:sldLayoutChg chg="mod ord">
          <pc:chgData name="Gabriel Fiorilli" userId="6dec09dd-bf1e-4f54-a7db-53ed072060ed" providerId="ADAL" clId="{7DBF1522-1442-4072-822F-816E1C27FADA}" dt="2026-09-11T14:04:30.557" v="35"/>
          <pc:sldLayoutMkLst>
            <pc:docMk/>
            <pc:sldMasterMk cId="2890195052" sldId="2147483777"/>
            <pc:sldLayoutMk cId="1668961792" sldId="2147483863"/>
          </pc:sldLayoutMkLst>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1289175004" sldId="2147484154"/>
          </pc:sldLayoutMkLst>
          <pc:spChg chg="mod">
            <ac:chgData name="Gabriel Fiorilli" userId="6dec09dd-bf1e-4f54-a7db-53ed072060ed" providerId="ADAL" clId="{7DBF1522-1442-4072-822F-816E1C27FADA}" dt="2026-09-11T14:04:30.557" v="35"/>
            <ac:spMkLst>
              <pc:docMk/>
              <pc:sldMasterMk cId="2890195052" sldId="2147483777"/>
              <pc:sldLayoutMk cId="1289175004" sldId="2147484154"/>
              <ac:spMk id="2" creationId="{595D97E3-B378-E7B0-4A76-391C0989E8B6}"/>
            </ac:spMkLst>
          </pc:spChg>
          <pc:spChg chg="mod">
            <ac:chgData name="Gabriel Fiorilli" userId="6dec09dd-bf1e-4f54-a7db-53ed072060ed" providerId="ADAL" clId="{7DBF1522-1442-4072-822F-816E1C27FADA}" dt="2026-09-11T14:04:30.557" v="35"/>
            <ac:spMkLst>
              <pc:docMk/>
              <pc:sldMasterMk cId="2890195052" sldId="2147483777"/>
              <pc:sldLayoutMk cId="1289175004" sldId="2147484154"/>
              <ac:spMk id="4" creationId="{7E424369-4F91-BA78-D59E-F025384664D4}"/>
            </ac:spMkLst>
          </pc:spChg>
          <pc:spChg chg="mod">
            <ac:chgData name="Gabriel Fiorilli" userId="6dec09dd-bf1e-4f54-a7db-53ed072060ed" providerId="ADAL" clId="{7DBF1522-1442-4072-822F-816E1C27FADA}" dt="2026-09-11T14:04:30.557" v="35"/>
            <ac:spMkLst>
              <pc:docMk/>
              <pc:sldMasterMk cId="2890195052" sldId="2147483777"/>
              <pc:sldLayoutMk cId="1289175004" sldId="2147484154"/>
              <ac:spMk id="8" creationId="{D0E34669-E9A0-3031-84E9-7C3208F4EB66}"/>
            </ac:spMkLst>
          </pc:spChg>
          <pc:spChg chg="mod">
            <ac:chgData name="Gabriel Fiorilli" userId="6dec09dd-bf1e-4f54-a7db-53ed072060ed" providerId="ADAL" clId="{7DBF1522-1442-4072-822F-816E1C27FADA}" dt="2026-09-11T14:04:30.557" v="35"/>
            <ac:spMkLst>
              <pc:docMk/>
              <pc:sldMasterMk cId="2890195052" sldId="2147483777"/>
              <pc:sldLayoutMk cId="1289175004" sldId="2147484154"/>
              <ac:spMk id="10" creationId="{A68C5C04-9F9C-AD5B-8544-86BD159ED555}"/>
            </ac:spMkLst>
          </pc:spChg>
          <pc:spChg chg="mod">
            <ac:chgData name="Gabriel Fiorilli" userId="6dec09dd-bf1e-4f54-a7db-53ed072060ed" providerId="ADAL" clId="{7DBF1522-1442-4072-822F-816E1C27FADA}" dt="2026-09-11T14:04:30.557" v="35"/>
            <ac:spMkLst>
              <pc:docMk/>
              <pc:sldMasterMk cId="2890195052" sldId="2147483777"/>
              <pc:sldLayoutMk cId="1289175004" sldId="2147484154"/>
              <ac:spMk id="13" creationId="{AAA4D9F5-240A-9CC5-1EF0-9AAA83CC6908}"/>
            </ac:spMkLst>
          </pc:spChg>
          <pc:spChg chg="mod">
            <ac:chgData name="Gabriel Fiorilli" userId="6dec09dd-bf1e-4f54-a7db-53ed072060ed" providerId="ADAL" clId="{7DBF1522-1442-4072-822F-816E1C27FADA}" dt="2026-09-11T14:04:30.557" v="35"/>
            <ac:spMkLst>
              <pc:docMk/>
              <pc:sldMasterMk cId="2890195052" sldId="2147483777"/>
              <pc:sldLayoutMk cId="1289175004" sldId="2147484154"/>
              <ac:spMk id="16" creationId="{73AE31B1-0E8A-430C-61E0-A4A65D4D936A}"/>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2675174746" sldId="2147484155"/>
          </pc:sldLayoutMkLst>
          <pc:spChg chg="mod">
            <ac:chgData name="Gabriel Fiorilli" userId="6dec09dd-bf1e-4f54-a7db-53ed072060ed" providerId="ADAL" clId="{7DBF1522-1442-4072-822F-816E1C27FADA}" dt="2026-09-11T14:04:30.557" v="35"/>
            <ac:spMkLst>
              <pc:docMk/>
              <pc:sldMasterMk cId="2890195052" sldId="2147483777"/>
              <pc:sldLayoutMk cId="2675174746" sldId="2147484155"/>
              <ac:spMk id="2" creationId="{595D97E3-B378-E7B0-4A76-391C0989E8B6}"/>
            </ac:spMkLst>
          </pc:spChg>
          <pc:spChg chg="mod">
            <ac:chgData name="Gabriel Fiorilli" userId="6dec09dd-bf1e-4f54-a7db-53ed072060ed" providerId="ADAL" clId="{7DBF1522-1442-4072-822F-816E1C27FADA}" dt="2026-09-11T14:04:30.557" v="35"/>
            <ac:spMkLst>
              <pc:docMk/>
              <pc:sldMasterMk cId="2890195052" sldId="2147483777"/>
              <pc:sldLayoutMk cId="2675174746" sldId="2147484155"/>
              <ac:spMk id="4" creationId="{7E424369-4F91-BA78-D59E-F025384664D4}"/>
            </ac:spMkLst>
          </pc:spChg>
          <pc:spChg chg="mod">
            <ac:chgData name="Gabriel Fiorilli" userId="6dec09dd-bf1e-4f54-a7db-53ed072060ed" providerId="ADAL" clId="{7DBF1522-1442-4072-822F-816E1C27FADA}" dt="2026-09-11T14:04:30.557" v="35"/>
            <ac:spMkLst>
              <pc:docMk/>
              <pc:sldMasterMk cId="2890195052" sldId="2147483777"/>
              <pc:sldLayoutMk cId="2675174746" sldId="2147484155"/>
              <ac:spMk id="8" creationId="{D0E34669-E9A0-3031-84E9-7C3208F4EB66}"/>
            </ac:spMkLst>
          </pc:spChg>
          <pc:spChg chg="mod">
            <ac:chgData name="Gabriel Fiorilli" userId="6dec09dd-bf1e-4f54-a7db-53ed072060ed" providerId="ADAL" clId="{7DBF1522-1442-4072-822F-816E1C27FADA}" dt="2026-09-11T14:04:30.557" v="35"/>
            <ac:spMkLst>
              <pc:docMk/>
              <pc:sldMasterMk cId="2890195052" sldId="2147483777"/>
              <pc:sldLayoutMk cId="2675174746" sldId="2147484155"/>
              <ac:spMk id="9" creationId="{0BEB6966-A6DD-A413-E366-E85415CA7CC6}"/>
            </ac:spMkLst>
          </pc:spChg>
          <pc:spChg chg="mod">
            <ac:chgData name="Gabriel Fiorilli" userId="6dec09dd-bf1e-4f54-a7db-53ed072060ed" providerId="ADAL" clId="{7DBF1522-1442-4072-822F-816E1C27FADA}" dt="2026-09-11T14:04:30.557" v="35"/>
            <ac:spMkLst>
              <pc:docMk/>
              <pc:sldMasterMk cId="2890195052" sldId="2147483777"/>
              <pc:sldLayoutMk cId="2675174746" sldId="2147484155"/>
              <ac:spMk id="10" creationId="{016B9899-7AA6-E693-2E4C-ADF3DFB28367}"/>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2634513272" sldId="2147484156"/>
          </pc:sldLayoutMkLst>
          <pc:spChg chg="mod">
            <ac:chgData name="Gabriel Fiorilli" userId="6dec09dd-bf1e-4f54-a7db-53ed072060ed" providerId="ADAL" clId="{7DBF1522-1442-4072-822F-816E1C27FADA}" dt="2026-09-11T14:04:30.557" v="35"/>
            <ac:spMkLst>
              <pc:docMk/>
              <pc:sldMasterMk cId="2890195052" sldId="2147483777"/>
              <pc:sldLayoutMk cId="2634513272" sldId="2147484156"/>
              <ac:spMk id="2" creationId="{595D97E3-B378-E7B0-4A76-391C0989E8B6}"/>
            </ac:spMkLst>
          </pc:spChg>
          <pc:spChg chg="mod">
            <ac:chgData name="Gabriel Fiorilli" userId="6dec09dd-bf1e-4f54-a7db-53ed072060ed" providerId="ADAL" clId="{7DBF1522-1442-4072-822F-816E1C27FADA}" dt="2026-09-11T14:04:30.557" v="35"/>
            <ac:spMkLst>
              <pc:docMk/>
              <pc:sldMasterMk cId="2890195052" sldId="2147483777"/>
              <pc:sldLayoutMk cId="2634513272" sldId="2147484156"/>
              <ac:spMk id="4" creationId="{7E424369-4F91-BA78-D59E-F025384664D4}"/>
            </ac:spMkLst>
          </pc:spChg>
          <pc:spChg chg="mod">
            <ac:chgData name="Gabriel Fiorilli" userId="6dec09dd-bf1e-4f54-a7db-53ed072060ed" providerId="ADAL" clId="{7DBF1522-1442-4072-822F-816E1C27FADA}" dt="2026-09-11T14:04:30.557" v="35"/>
            <ac:spMkLst>
              <pc:docMk/>
              <pc:sldMasterMk cId="2890195052" sldId="2147483777"/>
              <pc:sldLayoutMk cId="2634513272" sldId="2147484156"/>
              <ac:spMk id="8" creationId="{D0E34669-E9A0-3031-84E9-7C3208F4EB66}"/>
            </ac:spMkLst>
          </pc:spChg>
          <pc:spChg chg="mod">
            <ac:chgData name="Gabriel Fiorilli" userId="6dec09dd-bf1e-4f54-a7db-53ed072060ed" providerId="ADAL" clId="{7DBF1522-1442-4072-822F-816E1C27FADA}" dt="2026-09-11T14:04:30.557" v="35"/>
            <ac:spMkLst>
              <pc:docMk/>
              <pc:sldMasterMk cId="2890195052" sldId="2147483777"/>
              <pc:sldLayoutMk cId="2634513272" sldId="2147484156"/>
              <ac:spMk id="9" creationId="{2990FA51-3BC5-8B5F-4922-A3EFDBE7D39F}"/>
            </ac:spMkLst>
          </pc:spChg>
          <pc:spChg chg="mod">
            <ac:chgData name="Gabriel Fiorilli" userId="6dec09dd-bf1e-4f54-a7db-53ed072060ed" providerId="ADAL" clId="{7DBF1522-1442-4072-822F-816E1C27FADA}" dt="2026-09-11T14:04:30.557" v="35"/>
            <ac:spMkLst>
              <pc:docMk/>
              <pc:sldMasterMk cId="2890195052" sldId="2147483777"/>
              <pc:sldLayoutMk cId="2634513272" sldId="2147484156"/>
              <ac:spMk id="10" creationId="{7C6416CC-D42A-F9D0-470E-9656CD4825B1}"/>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88654224" sldId="2147484157"/>
          </pc:sldLayoutMkLst>
          <pc:spChg chg="mod">
            <ac:chgData name="Gabriel Fiorilli" userId="6dec09dd-bf1e-4f54-a7db-53ed072060ed" providerId="ADAL" clId="{7DBF1522-1442-4072-822F-816E1C27FADA}" dt="2026-09-11T14:04:30.557" v="35"/>
            <ac:spMkLst>
              <pc:docMk/>
              <pc:sldMasterMk cId="2890195052" sldId="2147483777"/>
              <pc:sldLayoutMk cId="88654224" sldId="2147484157"/>
              <ac:spMk id="2" creationId="{9D8C61F7-2206-D64F-31E1-979FA329DE03}"/>
            </ac:spMkLst>
          </pc:spChg>
          <pc:spChg chg="mod">
            <ac:chgData name="Gabriel Fiorilli" userId="6dec09dd-bf1e-4f54-a7db-53ed072060ed" providerId="ADAL" clId="{7DBF1522-1442-4072-822F-816E1C27FADA}" dt="2026-09-11T14:04:30.557" v="35"/>
            <ac:spMkLst>
              <pc:docMk/>
              <pc:sldMasterMk cId="2890195052" sldId="2147483777"/>
              <pc:sldLayoutMk cId="88654224" sldId="2147484157"/>
              <ac:spMk id="10" creationId="{1C9AF77E-9895-4AC7-A1DF-EE12ACB0EE6B}"/>
            </ac:spMkLst>
          </pc:spChg>
          <pc:spChg chg="mod">
            <ac:chgData name="Gabriel Fiorilli" userId="6dec09dd-bf1e-4f54-a7db-53ed072060ed" providerId="ADAL" clId="{7DBF1522-1442-4072-822F-816E1C27FADA}" dt="2026-09-11T14:04:30.557" v="35"/>
            <ac:spMkLst>
              <pc:docMk/>
              <pc:sldMasterMk cId="2890195052" sldId="2147483777"/>
              <pc:sldLayoutMk cId="88654224" sldId="2147484157"/>
              <ac:spMk id="12" creationId="{050BAD04-1FFE-3E42-A1B1-BDD8FE7DA821}"/>
            </ac:spMkLst>
          </pc:spChg>
          <pc:spChg chg="mod">
            <ac:chgData name="Gabriel Fiorilli" userId="6dec09dd-bf1e-4f54-a7db-53ed072060ed" providerId="ADAL" clId="{7DBF1522-1442-4072-822F-816E1C27FADA}" dt="2026-09-11T14:04:30.557" v="35"/>
            <ac:spMkLst>
              <pc:docMk/>
              <pc:sldMasterMk cId="2890195052" sldId="2147483777"/>
              <pc:sldLayoutMk cId="88654224" sldId="2147484157"/>
              <ac:spMk id="14" creationId="{27D03C84-7D32-1C70-A8E9-63EA0F348C1F}"/>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681135676" sldId="2147484158"/>
          </pc:sldLayoutMkLst>
          <pc:spChg chg="mod">
            <ac:chgData name="Gabriel Fiorilli" userId="6dec09dd-bf1e-4f54-a7db-53ed072060ed" providerId="ADAL" clId="{7DBF1522-1442-4072-822F-816E1C27FADA}" dt="2026-09-11T14:04:30.557" v="35"/>
            <ac:spMkLst>
              <pc:docMk/>
              <pc:sldMasterMk cId="2890195052" sldId="2147483777"/>
              <pc:sldLayoutMk cId="681135676" sldId="2147484158"/>
              <ac:spMk id="93" creationId="{8B43B5D6-9411-2916-3463-C0BBC4CE3A66}"/>
            </ac:spMkLst>
          </pc:spChg>
          <pc:spChg chg="mod">
            <ac:chgData name="Gabriel Fiorilli" userId="6dec09dd-bf1e-4f54-a7db-53ed072060ed" providerId="ADAL" clId="{7DBF1522-1442-4072-822F-816E1C27FADA}" dt="2026-09-11T14:04:30.557" v="35"/>
            <ac:spMkLst>
              <pc:docMk/>
              <pc:sldMasterMk cId="2890195052" sldId="2147483777"/>
              <pc:sldLayoutMk cId="681135676" sldId="2147484158"/>
              <ac:spMk id="99" creationId="{A9CB3A34-F081-C677-A00F-67C1873C062A}"/>
            </ac:spMkLst>
          </pc:spChg>
          <pc:spChg chg="mod">
            <ac:chgData name="Gabriel Fiorilli" userId="6dec09dd-bf1e-4f54-a7db-53ed072060ed" providerId="ADAL" clId="{7DBF1522-1442-4072-822F-816E1C27FADA}" dt="2026-09-11T14:04:30.557" v="35"/>
            <ac:spMkLst>
              <pc:docMk/>
              <pc:sldMasterMk cId="2890195052" sldId="2147483777"/>
              <pc:sldLayoutMk cId="681135676" sldId="2147484158"/>
              <ac:spMk id="103" creationId="{DAB51C54-4BA1-024C-8F1D-E61343BFAC42}"/>
            </ac:spMkLst>
          </pc:spChg>
          <pc:spChg chg="mod">
            <ac:chgData name="Gabriel Fiorilli" userId="6dec09dd-bf1e-4f54-a7db-53ed072060ed" providerId="ADAL" clId="{7DBF1522-1442-4072-822F-816E1C27FADA}" dt="2026-09-11T14:04:30.557" v="35"/>
            <ac:spMkLst>
              <pc:docMk/>
              <pc:sldMasterMk cId="2890195052" sldId="2147483777"/>
              <pc:sldLayoutMk cId="681135676" sldId="2147484158"/>
              <ac:spMk id="104" creationId="{31C27C31-0117-4C41-7DD9-9A95AE01F9D5}"/>
            </ac:spMkLst>
          </pc:spChg>
          <pc:spChg chg="mod">
            <ac:chgData name="Gabriel Fiorilli" userId="6dec09dd-bf1e-4f54-a7db-53ed072060ed" providerId="ADAL" clId="{7DBF1522-1442-4072-822F-816E1C27FADA}" dt="2026-09-11T14:04:30.557" v="35"/>
            <ac:spMkLst>
              <pc:docMk/>
              <pc:sldMasterMk cId="2890195052" sldId="2147483777"/>
              <pc:sldLayoutMk cId="681135676" sldId="2147484158"/>
              <ac:spMk id="106" creationId="{646BD931-2CC9-4B26-938C-C6A9327B317A}"/>
            </ac:spMkLst>
          </pc:spChg>
          <pc:spChg chg="mod">
            <ac:chgData name="Gabriel Fiorilli" userId="6dec09dd-bf1e-4f54-a7db-53ed072060ed" providerId="ADAL" clId="{7DBF1522-1442-4072-822F-816E1C27FADA}" dt="2026-09-11T14:04:30.557" v="35"/>
            <ac:spMkLst>
              <pc:docMk/>
              <pc:sldMasterMk cId="2890195052" sldId="2147483777"/>
              <pc:sldLayoutMk cId="681135676" sldId="2147484158"/>
              <ac:spMk id="109" creationId="{48AFB4A3-A713-3B36-5C4C-116B17982407}"/>
            </ac:spMkLst>
          </pc:spChg>
          <pc:spChg chg="mod">
            <ac:chgData name="Gabriel Fiorilli" userId="6dec09dd-bf1e-4f54-a7db-53ed072060ed" providerId="ADAL" clId="{7DBF1522-1442-4072-822F-816E1C27FADA}" dt="2026-09-11T14:04:30.557" v="35"/>
            <ac:spMkLst>
              <pc:docMk/>
              <pc:sldMasterMk cId="2890195052" sldId="2147483777"/>
              <pc:sldLayoutMk cId="681135676" sldId="2147484158"/>
              <ac:spMk id="110" creationId="{455A5A6A-C346-A345-7676-47650852DEC5}"/>
            </ac:spMkLst>
          </pc:spChg>
          <pc:spChg chg="mod">
            <ac:chgData name="Gabriel Fiorilli" userId="6dec09dd-bf1e-4f54-a7db-53ed072060ed" providerId="ADAL" clId="{7DBF1522-1442-4072-822F-816E1C27FADA}" dt="2026-09-11T14:04:30.557" v="35"/>
            <ac:spMkLst>
              <pc:docMk/>
              <pc:sldMasterMk cId="2890195052" sldId="2147483777"/>
              <pc:sldLayoutMk cId="681135676" sldId="2147484158"/>
              <ac:spMk id="111" creationId="{C9036724-53EE-61EA-4F36-0647670CC647}"/>
            </ac:spMkLst>
          </pc:spChg>
          <pc:spChg chg="mod">
            <ac:chgData name="Gabriel Fiorilli" userId="6dec09dd-bf1e-4f54-a7db-53ed072060ed" providerId="ADAL" clId="{7DBF1522-1442-4072-822F-816E1C27FADA}" dt="2026-09-11T14:04:30.557" v="35"/>
            <ac:spMkLst>
              <pc:docMk/>
              <pc:sldMasterMk cId="2890195052" sldId="2147483777"/>
              <pc:sldLayoutMk cId="681135676" sldId="2147484158"/>
              <ac:spMk id="113" creationId="{CD7EC131-607A-502B-D5DB-EACD3848C447}"/>
            </ac:spMkLst>
          </pc:spChg>
          <pc:spChg chg="mod">
            <ac:chgData name="Gabriel Fiorilli" userId="6dec09dd-bf1e-4f54-a7db-53ed072060ed" providerId="ADAL" clId="{7DBF1522-1442-4072-822F-816E1C27FADA}" dt="2026-09-11T14:04:30.557" v="35"/>
            <ac:spMkLst>
              <pc:docMk/>
              <pc:sldMasterMk cId="2890195052" sldId="2147483777"/>
              <pc:sldLayoutMk cId="681135676" sldId="2147484158"/>
              <ac:spMk id="115" creationId="{A36BD412-4DD9-0776-5A73-B5939ACF9185}"/>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899115596" sldId="2147484159"/>
          </pc:sldLayoutMkLst>
          <pc:spChg chg="mod">
            <ac:chgData name="Gabriel Fiorilli" userId="6dec09dd-bf1e-4f54-a7db-53ed072060ed" providerId="ADAL" clId="{7DBF1522-1442-4072-822F-816E1C27FADA}" dt="2026-09-11T14:04:30.557" v="35"/>
            <ac:spMkLst>
              <pc:docMk/>
              <pc:sldMasterMk cId="2890195052" sldId="2147483777"/>
              <pc:sldLayoutMk cId="899115596" sldId="2147484159"/>
              <ac:spMk id="29" creationId="{10FCC27C-9F7B-60DD-448A-FA5C70190D61}"/>
            </ac:spMkLst>
          </pc:spChg>
          <pc:spChg chg="mod">
            <ac:chgData name="Gabriel Fiorilli" userId="6dec09dd-bf1e-4f54-a7db-53ed072060ed" providerId="ADAL" clId="{7DBF1522-1442-4072-822F-816E1C27FADA}" dt="2026-09-11T14:04:30.557" v="35"/>
            <ac:spMkLst>
              <pc:docMk/>
              <pc:sldMasterMk cId="2890195052" sldId="2147483777"/>
              <pc:sldLayoutMk cId="899115596" sldId="2147484159"/>
              <ac:spMk id="93" creationId="{8B43B5D6-9411-2916-3463-C0BBC4CE3A66}"/>
            </ac:spMkLst>
          </pc:spChg>
          <pc:spChg chg="mod">
            <ac:chgData name="Gabriel Fiorilli" userId="6dec09dd-bf1e-4f54-a7db-53ed072060ed" providerId="ADAL" clId="{7DBF1522-1442-4072-822F-816E1C27FADA}" dt="2026-09-11T14:04:30.557" v="35"/>
            <ac:spMkLst>
              <pc:docMk/>
              <pc:sldMasterMk cId="2890195052" sldId="2147483777"/>
              <pc:sldLayoutMk cId="899115596" sldId="2147484159"/>
              <ac:spMk id="96" creationId="{86EE135B-8461-A8E5-B808-1CCC5F3ABF32}"/>
            </ac:spMkLst>
          </pc:spChg>
          <pc:spChg chg="mod">
            <ac:chgData name="Gabriel Fiorilli" userId="6dec09dd-bf1e-4f54-a7db-53ed072060ed" providerId="ADAL" clId="{7DBF1522-1442-4072-822F-816E1C27FADA}" dt="2026-09-11T14:04:30.557" v="35"/>
            <ac:spMkLst>
              <pc:docMk/>
              <pc:sldMasterMk cId="2890195052" sldId="2147483777"/>
              <pc:sldLayoutMk cId="899115596" sldId="2147484159"/>
              <ac:spMk id="101" creationId="{4A98C90D-F543-2D3A-9F32-FF02504B384D}"/>
            </ac:spMkLst>
          </pc:spChg>
          <pc:spChg chg="mod">
            <ac:chgData name="Gabriel Fiorilli" userId="6dec09dd-bf1e-4f54-a7db-53ed072060ed" providerId="ADAL" clId="{7DBF1522-1442-4072-822F-816E1C27FADA}" dt="2026-09-11T14:04:30.557" v="35"/>
            <ac:spMkLst>
              <pc:docMk/>
              <pc:sldMasterMk cId="2890195052" sldId="2147483777"/>
              <pc:sldLayoutMk cId="899115596" sldId="2147484159"/>
              <ac:spMk id="103" creationId="{DAB51C54-4BA1-024C-8F1D-E61343BFAC42}"/>
            </ac:spMkLst>
          </pc:spChg>
          <pc:spChg chg="mod">
            <ac:chgData name="Gabriel Fiorilli" userId="6dec09dd-bf1e-4f54-a7db-53ed072060ed" providerId="ADAL" clId="{7DBF1522-1442-4072-822F-816E1C27FADA}" dt="2026-09-11T14:04:30.557" v="35"/>
            <ac:spMkLst>
              <pc:docMk/>
              <pc:sldMasterMk cId="2890195052" sldId="2147483777"/>
              <pc:sldLayoutMk cId="899115596" sldId="2147484159"/>
              <ac:spMk id="107" creationId="{7EF60F9A-51DE-3649-80E7-711C186485AA}"/>
            </ac:spMkLst>
          </pc:spChg>
          <pc:spChg chg="mod">
            <ac:chgData name="Gabriel Fiorilli" userId="6dec09dd-bf1e-4f54-a7db-53ed072060ed" providerId="ADAL" clId="{7DBF1522-1442-4072-822F-816E1C27FADA}" dt="2026-09-11T14:04:30.557" v="35"/>
            <ac:spMkLst>
              <pc:docMk/>
              <pc:sldMasterMk cId="2890195052" sldId="2147483777"/>
              <pc:sldLayoutMk cId="899115596" sldId="2147484159"/>
              <ac:spMk id="108" creationId="{454FB385-5582-984D-3BEC-2409DCFBBEA7}"/>
            </ac:spMkLst>
          </pc:spChg>
          <pc:spChg chg="mod">
            <ac:chgData name="Gabriel Fiorilli" userId="6dec09dd-bf1e-4f54-a7db-53ed072060ed" providerId="ADAL" clId="{7DBF1522-1442-4072-822F-816E1C27FADA}" dt="2026-09-11T14:04:30.557" v="35"/>
            <ac:spMkLst>
              <pc:docMk/>
              <pc:sldMasterMk cId="2890195052" sldId="2147483777"/>
              <pc:sldLayoutMk cId="899115596" sldId="2147484159"/>
              <ac:spMk id="112" creationId="{59FC8DE1-DA8C-E6FC-0074-C1233AE33862}"/>
            </ac:spMkLst>
          </pc:spChg>
          <pc:spChg chg="mod">
            <ac:chgData name="Gabriel Fiorilli" userId="6dec09dd-bf1e-4f54-a7db-53ed072060ed" providerId="ADAL" clId="{7DBF1522-1442-4072-822F-816E1C27FADA}" dt="2026-09-11T14:04:30.557" v="35"/>
            <ac:spMkLst>
              <pc:docMk/>
              <pc:sldMasterMk cId="2890195052" sldId="2147483777"/>
              <pc:sldLayoutMk cId="899115596" sldId="2147484159"/>
              <ac:spMk id="113" creationId="{CD7EC131-607A-502B-D5DB-EACD3848C447}"/>
            </ac:spMkLst>
          </pc:spChg>
          <pc:spChg chg="mod">
            <ac:chgData name="Gabriel Fiorilli" userId="6dec09dd-bf1e-4f54-a7db-53ed072060ed" providerId="ADAL" clId="{7DBF1522-1442-4072-822F-816E1C27FADA}" dt="2026-09-11T14:04:30.557" v="35"/>
            <ac:spMkLst>
              <pc:docMk/>
              <pc:sldMasterMk cId="2890195052" sldId="2147483777"/>
              <pc:sldLayoutMk cId="899115596" sldId="2147484159"/>
              <ac:spMk id="116" creationId="{0D56432C-F90B-BE78-9849-16EDFA25EDF3}"/>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911895534" sldId="2147484161"/>
          </pc:sldLayoutMkLst>
          <pc:spChg chg="mod">
            <ac:chgData name="Gabriel Fiorilli" userId="6dec09dd-bf1e-4f54-a7db-53ed072060ed" providerId="ADAL" clId="{7DBF1522-1442-4072-822F-816E1C27FADA}" dt="2026-09-11T14:04:30.557" v="35"/>
            <ac:spMkLst>
              <pc:docMk/>
              <pc:sldMasterMk cId="2890195052" sldId="2147483777"/>
              <pc:sldLayoutMk cId="911895534" sldId="2147484161"/>
              <ac:spMk id="10" creationId="{94531090-414D-3695-0E2D-BB1269270B55}"/>
            </ac:spMkLst>
          </pc:spChg>
        </pc:sldLayoutChg>
        <pc:sldLayoutChg chg="mod ord">
          <pc:chgData name="Gabriel Fiorilli" userId="6dec09dd-bf1e-4f54-a7db-53ed072060ed" providerId="ADAL" clId="{7DBF1522-1442-4072-822F-816E1C27FADA}" dt="2026-09-11T14:04:30.557" v="35"/>
          <pc:sldLayoutMkLst>
            <pc:docMk/>
            <pc:sldMasterMk cId="2890195052" sldId="2147483777"/>
            <pc:sldLayoutMk cId="1801676294" sldId="2147484162"/>
          </pc:sldLayoutMkLst>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539200420" sldId="2147484163"/>
          </pc:sldLayoutMkLst>
          <pc:spChg chg="mod">
            <ac:chgData name="Gabriel Fiorilli" userId="6dec09dd-bf1e-4f54-a7db-53ed072060ed" providerId="ADAL" clId="{7DBF1522-1442-4072-822F-816E1C27FADA}" dt="2026-09-11T14:04:30.557" v="35"/>
            <ac:spMkLst>
              <pc:docMk/>
              <pc:sldMasterMk cId="2890195052" sldId="2147483777"/>
              <pc:sldLayoutMk cId="539200420" sldId="2147484163"/>
              <ac:spMk id="6" creationId="{2132BCE3-A04F-8602-64F7-7623C7EAF165}"/>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912043373" sldId="2147484164"/>
          </pc:sldLayoutMkLst>
          <pc:spChg chg="mod">
            <ac:chgData name="Gabriel Fiorilli" userId="6dec09dd-bf1e-4f54-a7db-53ed072060ed" providerId="ADAL" clId="{7DBF1522-1442-4072-822F-816E1C27FADA}" dt="2026-09-11T14:04:30.557" v="35"/>
            <ac:spMkLst>
              <pc:docMk/>
              <pc:sldMasterMk cId="2890195052" sldId="2147483777"/>
              <pc:sldLayoutMk cId="912043373" sldId="2147484164"/>
              <ac:spMk id="2" creationId="{595D97E3-B378-E7B0-4A76-391C0989E8B6}"/>
            </ac:spMkLst>
          </pc:spChg>
          <pc:spChg chg="mod">
            <ac:chgData name="Gabriel Fiorilli" userId="6dec09dd-bf1e-4f54-a7db-53ed072060ed" providerId="ADAL" clId="{7DBF1522-1442-4072-822F-816E1C27FADA}" dt="2026-09-11T14:04:30.557" v="35"/>
            <ac:spMkLst>
              <pc:docMk/>
              <pc:sldMasterMk cId="2890195052" sldId="2147483777"/>
              <pc:sldLayoutMk cId="912043373" sldId="2147484164"/>
              <ac:spMk id="4" creationId="{7E424369-4F91-BA78-D59E-F025384664D4}"/>
            </ac:spMkLst>
          </pc:spChg>
          <pc:spChg chg="mod">
            <ac:chgData name="Gabriel Fiorilli" userId="6dec09dd-bf1e-4f54-a7db-53ed072060ed" providerId="ADAL" clId="{7DBF1522-1442-4072-822F-816E1C27FADA}" dt="2026-09-11T14:04:30.557" v="35"/>
            <ac:spMkLst>
              <pc:docMk/>
              <pc:sldMasterMk cId="2890195052" sldId="2147483777"/>
              <pc:sldLayoutMk cId="912043373" sldId="2147484164"/>
              <ac:spMk id="8" creationId="{D0E34669-E9A0-3031-84E9-7C3208F4EB66}"/>
            </ac:spMkLst>
          </pc:spChg>
          <pc:spChg chg="mod">
            <ac:chgData name="Gabriel Fiorilli" userId="6dec09dd-bf1e-4f54-a7db-53ed072060ed" providerId="ADAL" clId="{7DBF1522-1442-4072-822F-816E1C27FADA}" dt="2026-09-11T14:04:30.557" v="35"/>
            <ac:spMkLst>
              <pc:docMk/>
              <pc:sldMasterMk cId="2890195052" sldId="2147483777"/>
              <pc:sldLayoutMk cId="912043373" sldId="2147484164"/>
              <ac:spMk id="10" creationId="{A68C5C04-9F9C-AD5B-8544-86BD159ED555}"/>
            </ac:spMkLst>
          </pc:spChg>
          <pc:spChg chg="mod">
            <ac:chgData name="Gabriel Fiorilli" userId="6dec09dd-bf1e-4f54-a7db-53ed072060ed" providerId="ADAL" clId="{7DBF1522-1442-4072-822F-816E1C27FADA}" dt="2026-09-11T14:04:30.557" v="35"/>
            <ac:spMkLst>
              <pc:docMk/>
              <pc:sldMasterMk cId="2890195052" sldId="2147483777"/>
              <pc:sldLayoutMk cId="912043373" sldId="2147484164"/>
              <ac:spMk id="13" creationId="{AAA4D9F5-240A-9CC5-1EF0-9AAA83CC6908}"/>
            </ac:spMkLst>
          </pc:spChg>
          <pc:spChg chg="mod">
            <ac:chgData name="Gabriel Fiorilli" userId="6dec09dd-bf1e-4f54-a7db-53ed072060ed" providerId="ADAL" clId="{7DBF1522-1442-4072-822F-816E1C27FADA}" dt="2026-09-11T14:04:30.557" v="35"/>
            <ac:spMkLst>
              <pc:docMk/>
              <pc:sldMasterMk cId="2890195052" sldId="2147483777"/>
              <pc:sldLayoutMk cId="912043373" sldId="2147484164"/>
              <ac:spMk id="16" creationId="{73AE31B1-0E8A-430C-61E0-A4A65D4D936A}"/>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3671889571" sldId="2147484165"/>
          </pc:sldLayoutMkLst>
          <pc:spChg chg="mod">
            <ac:chgData name="Gabriel Fiorilli" userId="6dec09dd-bf1e-4f54-a7db-53ed072060ed" providerId="ADAL" clId="{7DBF1522-1442-4072-822F-816E1C27FADA}" dt="2026-09-11T14:04:30.557" v="35"/>
            <ac:spMkLst>
              <pc:docMk/>
              <pc:sldMasterMk cId="2890195052" sldId="2147483777"/>
              <pc:sldLayoutMk cId="3671889571" sldId="2147484165"/>
              <ac:spMk id="13" creationId="{F53E2E6E-222A-F591-1663-CA402B732DC6}"/>
            </ac:spMkLst>
          </pc:spChg>
          <pc:spChg chg="mod">
            <ac:chgData name="Gabriel Fiorilli" userId="6dec09dd-bf1e-4f54-a7db-53ed072060ed" providerId="ADAL" clId="{7DBF1522-1442-4072-822F-816E1C27FADA}" dt="2026-09-11T14:04:30.557" v="35"/>
            <ac:spMkLst>
              <pc:docMk/>
              <pc:sldMasterMk cId="2890195052" sldId="2147483777"/>
              <pc:sldLayoutMk cId="3671889571" sldId="2147484165"/>
              <ac:spMk id="14" creationId="{96110406-75EA-FDCF-8EC5-7273399369D0}"/>
            </ac:spMkLst>
          </pc:spChg>
          <pc:spChg chg="mod">
            <ac:chgData name="Gabriel Fiorilli" userId="6dec09dd-bf1e-4f54-a7db-53ed072060ed" providerId="ADAL" clId="{7DBF1522-1442-4072-822F-816E1C27FADA}" dt="2026-09-11T14:04:30.557" v="35"/>
            <ac:spMkLst>
              <pc:docMk/>
              <pc:sldMasterMk cId="2890195052" sldId="2147483777"/>
              <pc:sldLayoutMk cId="3671889571" sldId="2147484165"/>
              <ac:spMk id="22" creationId="{D681B05B-2386-9C81-6A6D-BFFEF6DED57D}"/>
            </ac:spMkLst>
          </pc:spChg>
          <pc:spChg chg="mod">
            <ac:chgData name="Gabriel Fiorilli" userId="6dec09dd-bf1e-4f54-a7db-53ed072060ed" providerId="ADAL" clId="{7DBF1522-1442-4072-822F-816E1C27FADA}" dt="2026-09-11T14:04:30.557" v="35"/>
            <ac:spMkLst>
              <pc:docMk/>
              <pc:sldMasterMk cId="2890195052" sldId="2147483777"/>
              <pc:sldLayoutMk cId="3671889571" sldId="2147484165"/>
              <ac:spMk id="23" creationId="{ACB2D47A-729B-16A4-3FD8-0779C01BA71B}"/>
            </ac:spMkLst>
          </pc:spChg>
          <pc:spChg chg="mod">
            <ac:chgData name="Gabriel Fiorilli" userId="6dec09dd-bf1e-4f54-a7db-53ed072060ed" providerId="ADAL" clId="{7DBF1522-1442-4072-822F-816E1C27FADA}" dt="2026-09-11T14:04:30.557" v="35"/>
            <ac:spMkLst>
              <pc:docMk/>
              <pc:sldMasterMk cId="2890195052" sldId="2147483777"/>
              <pc:sldLayoutMk cId="3671889571" sldId="2147484165"/>
              <ac:spMk id="24" creationId="{6392F700-2642-3814-0747-D0EBAE5EE8DA}"/>
            </ac:spMkLst>
          </pc:spChg>
          <pc:spChg chg="mod">
            <ac:chgData name="Gabriel Fiorilli" userId="6dec09dd-bf1e-4f54-a7db-53ed072060ed" providerId="ADAL" clId="{7DBF1522-1442-4072-822F-816E1C27FADA}" dt="2026-09-11T14:04:30.557" v="35"/>
            <ac:spMkLst>
              <pc:docMk/>
              <pc:sldMasterMk cId="2890195052" sldId="2147483777"/>
              <pc:sldLayoutMk cId="3671889571" sldId="2147484165"/>
              <ac:spMk id="25" creationId="{157C41B9-AF41-31A7-3A0A-19B45968B487}"/>
            </ac:spMkLst>
          </pc:spChg>
          <pc:spChg chg="mod">
            <ac:chgData name="Gabriel Fiorilli" userId="6dec09dd-bf1e-4f54-a7db-53ed072060ed" providerId="ADAL" clId="{7DBF1522-1442-4072-822F-816E1C27FADA}" dt="2026-09-11T14:04:30.557" v="35"/>
            <ac:spMkLst>
              <pc:docMk/>
              <pc:sldMasterMk cId="2890195052" sldId="2147483777"/>
              <pc:sldLayoutMk cId="3671889571" sldId="2147484165"/>
              <ac:spMk id="26" creationId="{3517E57F-3F51-7633-EEE2-B42F36DCEDB6}"/>
            </ac:spMkLst>
          </pc:spChg>
          <pc:spChg chg="mod">
            <ac:chgData name="Gabriel Fiorilli" userId="6dec09dd-bf1e-4f54-a7db-53ed072060ed" providerId="ADAL" clId="{7DBF1522-1442-4072-822F-816E1C27FADA}" dt="2026-09-11T14:04:30.557" v="35"/>
            <ac:spMkLst>
              <pc:docMk/>
              <pc:sldMasterMk cId="2890195052" sldId="2147483777"/>
              <pc:sldLayoutMk cId="3671889571" sldId="2147484165"/>
              <ac:spMk id="27" creationId="{87E0728A-5639-44E4-17A8-459EA60420AA}"/>
            </ac:spMkLst>
          </pc:spChg>
          <pc:spChg chg="mod">
            <ac:chgData name="Gabriel Fiorilli" userId="6dec09dd-bf1e-4f54-a7db-53ed072060ed" providerId="ADAL" clId="{7DBF1522-1442-4072-822F-816E1C27FADA}" dt="2026-09-11T14:04:30.557" v="35"/>
            <ac:spMkLst>
              <pc:docMk/>
              <pc:sldMasterMk cId="2890195052" sldId="2147483777"/>
              <pc:sldLayoutMk cId="3671889571" sldId="2147484165"/>
              <ac:spMk id="28" creationId="{46268A65-19CA-59CF-EB3E-096ECD0A6AD9}"/>
            </ac:spMkLst>
          </pc:spChg>
        </pc:sldLayoutChg>
        <pc:sldLayoutChg chg="modSp mod ord">
          <pc:chgData name="Gabriel Fiorilli" userId="6dec09dd-bf1e-4f54-a7db-53ed072060ed" providerId="ADAL" clId="{7DBF1522-1442-4072-822F-816E1C27FADA}" dt="2026-09-11T14:04:30.557" v="35"/>
          <pc:sldLayoutMkLst>
            <pc:docMk/>
            <pc:sldMasterMk cId="2890195052" sldId="2147483777"/>
            <pc:sldLayoutMk cId="3968115913" sldId="2147484166"/>
          </pc:sldLayoutMkLst>
          <pc:spChg chg="mod">
            <ac:chgData name="Gabriel Fiorilli" userId="6dec09dd-bf1e-4f54-a7db-53ed072060ed" providerId="ADAL" clId="{7DBF1522-1442-4072-822F-816E1C27FADA}" dt="2026-09-11T14:04:30.557" v="35"/>
            <ac:spMkLst>
              <pc:docMk/>
              <pc:sldMasterMk cId="2890195052" sldId="2147483777"/>
              <pc:sldLayoutMk cId="3968115913" sldId="2147484166"/>
              <ac:spMk id="4" creationId="{B6F1873E-A461-1060-F030-72F82DE78FD5}"/>
            </ac:spMkLst>
          </pc:spChg>
          <pc:spChg chg="mod">
            <ac:chgData name="Gabriel Fiorilli" userId="6dec09dd-bf1e-4f54-a7db-53ed072060ed" providerId="ADAL" clId="{7DBF1522-1442-4072-822F-816E1C27FADA}" dt="2026-09-11T14:04:30.557" v="35"/>
            <ac:spMkLst>
              <pc:docMk/>
              <pc:sldMasterMk cId="2890195052" sldId="2147483777"/>
              <pc:sldLayoutMk cId="3968115913" sldId="2147484166"/>
              <ac:spMk id="9" creationId="{03F3B14A-4381-EE52-0164-94E04FE17DBE}"/>
            </ac:spMkLst>
          </pc:spChg>
        </pc:sldLayoutChg>
      </pc:sldMasterChg>
      <pc:sldMasterChg chg="del sldLayoutOrd">
        <pc:chgData name="Gabriel Fiorilli" userId="6dec09dd-bf1e-4f54-a7db-53ed072060ed" providerId="ADAL" clId="{7DBF1522-1442-4072-822F-816E1C27FADA}" dt="2026-09-11T14:04:30.596" v="36"/>
        <pc:sldMasterMkLst>
          <pc:docMk/>
          <pc:sldMasterMk cId="2473332084" sldId="2147483814"/>
        </pc:sldMasterMkLst>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GabrielFiorilli\Downloads\Fechamento%20Agosto%2026\carteiras_mkt_v2-com%20ajust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GabrielFiorilli\Downloads\Fechamento%20Agosto%2026\carteiras_mkt_v2-com%20ajust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GabrielFiorilli\Downloads\Fechamento%20Agosto%2026\carteiras_mkt_v2-com%20ajuste.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46129242992154318"/>
          <c:y val="1.3108575735772775E-2"/>
          <c:w val="0.41264235599185484"/>
          <c:h val="0.97378284852845443"/>
        </c:manualLayout>
      </c:layout>
      <c:barChart>
        <c:barDir val="bar"/>
        <c:grouping val="clustered"/>
        <c:varyColors val="0"/>
        <c:ser>
          <c:idx val="0"/>
          <c:order val="0"/>
          <c:tx>
            <c:v>TOP 5 Emissores</c:v>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lgn="l">
                  <a:defRPr sz="1100" b="1" i="0" u="none" strike="noStrike" kern="1200" baseline="0">
                    <a:solidFill>
                      <a:schemeClr val="accent4"/>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Dados!$E$2:$E$6</c:f>
              <c:strCache>
                <c:ptCount val="5"/>
                <c:pt idx="0">
                  <c:v>BTG</c:v>
                </c:pt>
                <c:pt idx="1">
                  <c:v>BB</c:v>
                </c:pt>
                <c:pt idx="2">
                  <c:v>SANTANDER</c:v>
                </c:pt>
                <c:pt idx="3">
                  <c:v>SAFRA</c:v>
                </c:pt>
                <c:pt idx="4">
                  <c:v>BRADESCO</c:v>
                </c:pt>
              </c:strCache>
            </c:strRef>
          </c:cat>
          <c:val>
            <c:numRef>
              <c:f>Dados!$F$2:$F$6</c:f>
              <c:numCache>
                <c:formatCode>0.00%</c:formatCode>
                <c:ptCount val="5"/>
                <c:pt idx="0">
                  <c:v>3.4451837032950683E-2</c:v>
                </c:pt>
                <c:pt idx="1">
                  <c:v>3.4359687650372991E-2</c:v>
                </c:pt>
                <c:pt idx="2">
                  <c:v>3.0577572923891405E-2</c:v>
                </c:pt>
                <c:pt idx="3">
                  <c:v>3.0239623253340196E-2</c:v>
                </c:pt>
                <c:pt idx="4">
                  <c:v>2.8856668641398683E-2</c:v>
                </c:pt>
              </c:numCache>
            </c:numRef>
          </c:val>
          <c:extLst>
            <c:ext xmlns:c16="http://schemas.microsoft.com/office/drawing/2014/chart" uri="{C3380CC4-5D6E-409C-BE32-E72D297353CC}">
              <c16:uniqueId val="{00000000-C98E-4415-8D74-A165E7C2A665}"/>
            </c:ext>
          </c:extLst>
        </c:ser>
        <c:dLbls>
          <c:showLegendKey val="0"/>
          <c:showVal val="0"/>
          <c:showCatName val="0"/>
          <c:showSerName val="0"/>
          <c:showPercent val="0"/>
          <c:showBubbleSize val="0"/>
        </c:dLbls>
        <c:gapWidth val="72"/>
        <c:axId val="1847786048"/>
        <c:axId val="1847786528"/>
      </c:barChart>
      <c:catAx>
        <c:axId val="1847786048"/>
        <c:scaling>
          <c:orientation val="maxMin"/>
        </c:scaling>
        <c:delete val="0"/>
        <c:axPos val="l"/>
        <c:numFmt formatCode="General" sourceLinked="1"/>
        <c:majorTickMark val="none"/>
        <c:minorTickMark val="none"/>
        <c:tickLblPos val="nextTo"/>
        <c:spPr>
          <a:noFill/>
          <a:ln w="6350" cap="flat" cmpd="sng" algn="ctr">
            <a:solidFill>
              <a:schemeClr val="bg1"/>
            </a:solidFill>
            <a:round/>
          </a:ln>
          <a:effectLst/>
        </c:spPr>
        <c:txPr>
          <a:bodyPr rot="-60000000" spcFirstLastPara="1" vertOverflow="ellipsis" vert="horz" wrap="square" anchor="ctr" anchorCtr="1"/>
          <a:lstStyle/>
          <a:p>
            <a:pPr>
              <a:defRPr sz="900" b="0" i="0" u="none" strike="noStrike" kern="1200" baseline="0">
                <a:solidFill>
                  <a:schemeClr val="bg1"/>
                </a:solidFill>
                <a:latin typeface="Versos" panose="020B0503020204030204" pitchFamily="34" charset="0"/>
                <a:ea typeface="+mn-ea"/>
                <a:cs typeface="+mn-cs"/>
              </a:defRPr>
            </a:pPr>
            <a:endParaRPr lang="pt-BR"/>
          </a:p>
        </c:txPr>
        <c:crossAx val="1847786528"/>
        <c:crosses val="autoZero"/>
        <c:auto val="1"/>
        <c:lblAlgn val="ctr"/>
        <c:lblOffset val="100"/>
        <c:noMultiLvlLbl val="0"/>
      </c:catAx>
      <c:valAx>
        <c:axId val="1847786528"/>
        <c:scaling>
          <c:orientation val="minMax"/>
        </c:scaling>
        <c:delete val="1"/>
        <c:axPos val="t"/>
        <c:numFmt formatCode="0.00%" sourceLinked="1"/>
        <c:majorTickMark val="none"/>
        <c:minorTickMark val="none"/>
        <c:tickLblPos val="nextTo"/>
        <c:crossAx val="18477860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solidFill>
            <a:schemeClr val="bg1"/>
          </a:solidFill>
          <a:latin typeface="Versos" panose="020B0503020204030204" pitchFamily="34" charset="0"/>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4.8742837023378137E-2"/>
          <c:y val="0"/>
          <c:w val="0.88837303065584661"/>
          <c:h val="0.99217061933153605"/>
        </c:manualLayout>
      </c:layout>
      <c:barChart>
        <c:barDir val="col"/>
        <c:grouping val="clustered"/>
        <c:varyColors val="0"/>
        <c:ser>
          <c:idx val="1"/>
          <c:order val="0"/>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accent4"/>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Dados!$Q$2:$Q$8</c:f>
              <c:strCache>
                <c:ptCount val="6"/>
                <c:pt idx="0">
                  <c:v>AAA</c:v>
                </c:pt>
                <c:pt idx="1">
                  <c:v>AA+</c:v>
                </c:pt>
                <c:pt idx="2">
                  <c:v>A</c:v>
                </c:pt>
                <c:pt idx="3">
                  <c:v>AA-</c:v>
                </c:pt>
                <c:pt idx="4">
                  <c:v>AA</c:v>
                </c:pt>
                <c:pt idx="5">
                  <c:v>A+</c:v>
                </c:pt>
              </c:strCache>
            </c:strRef>
          </c:cat>
          <c:val>
            <c:numRef>
              <c:f>Dados!$R$2:$R$8</c:f>
              <c:numCache>
                <c:formatCode>0.00%</c:formatCode>
                <c:ptCount val="7"/>
                <c:pt idx="0">
                  <c:v>0.39570473736188438</c:v>
                </c:pt>
                <c:pt idx="1">
                  <c:v>0.10525769801026093</c:v>
                </c:pt>
                <c:pt idx="2">
                  <c:v>3.2544651074276815E-2</c:v>
                </c:pt>
                <c:pt idx="3">
                  <c:v>2.6547337134938044E-2</c:v>
                </c:pt>
                <c:pt idx="4">
                  <c:v>2.4307013577240789E-2</c:v>
                </c:pt>
                <c:pt idx="5">
                  <c:v>1.2094368240889572E-2</c:v>
                </c:pt>
                <c:pt idx="6">
                  <c:v>0</c:v>
                </c:pt>
              </c:numCache>
            </c:numRef>
          </c:val>
          <c:extLst>
            <c:ext xmlns:c16="http://schemas.microsoft.com/office/drawing/2014/chart" uri="{C3380CC4-5D6E-409C-BE32-E72D297353CC}">
              <c16:uniqueId val="{00000000-BECF-45F9-BAB1-2AEF0188FDA7}"/>
            </c:ext>
          </c:extLst>
        </c:ser>
        <c:dLbls>
          <c:dLblPos val="outEnd"/>
          <c:showLegendKey val="0"/>
          <c:showVal val="1"/>
          <c:showCatName val="0"/>
          <c:showSerName val="0"/>
          <c:showPercent val="0"/>
          <c:showBubbleSize val="0"/>
        </c:dLbls>
        <c:gapWidth val="72"/>
        <c:axId val="1847786048"/>
        <c:axId val="1847786528"/>
      </c:barChart>
      <c:catAx>
        <c:axId val="1847786048"/>
        <c:scaling>
          <c:orientation val="minMax"/>
        </c:scaling>
        <c:delete val="0"/>
        <c:axPos val="b"/>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900" b="0" i="0" u="none" strike="noStrike" kern="1200" baseline="0">
                <a:solidFill>
                  <a:schemeClr val="bg1"/>
                </a:solidFill>
                <a:latin typeface="Versos" panose="020B0503020204030204" pitchFamily="34" charset="0"/>
                <a:ea typeface="+mn-ea"/>
                <a:cs typeface="+mn-cs"/>
              </a:defRPr>
            </a:pPr>
            <a:endParaRPr lang="pt-BR"/>
          </a:p>
        </c:txPr>
        <c:crossAx val="1847786528"/>
        <c:crosses val="autoZero"/>
        <c:auto val="1"/>
        <c:lblAlgn val="ctr"/>
        <c:lblOffset val="100"/>
        <c:noMultiLvlLbl val="0"/>
      </c:catAx>
      <c:valAx>
        <c:axId val="1847786528"/>
        <c:scaling>
          <c:orientation val="minMax"/>
        </c:scaling>
        <c:delete val="1"/>
        <c:axPos val="l"/>
        <c:numFmt formatCode="0.00%" sourceLinked="1"/>
        <c:majorTickMark val="none"/>
        <c:minorTickMark val="none"/>
        <c:tickLblPos val="nextTo"/>
        <c:crossAx val="1847786048"/>
        <c:crosses val="autoZero"/>
        <c:crossBetween val="between"/>
      </c:valAx>
      <c:spPr>
        <a:noFill/>
        <a:ln>
          <a:noFill/>
        </a:ln>
        <a:effectLst/>
      </c:spPr>
    </c:plotArea>
    <c:plotVisOnly val="1"/>
    <c:dispBlanksAs val="gap"/>
    <c:showDLblsOverMax val="0"/>
    <c:extLst/>
  </c:chart>
  <c:spPr>
    <a:noFill/>
    <a:ln w="9525" cap="flat" cmpd="sng" algn="ctr">
      <a:noFill/>
      <a:round/>
    </a:ln>
    <a:effectLst/>
  </c:spPr>
  <c:txPr>
    <a:bodyPr/>
    <a:lstStyle/>
    <a:p>
      <a:pPr>
        <a:defRPr>
          <a:solidFill>
            <a:schemeClr val="bg1"/>
          </a:solidFill>
          <a:latin typeface="Versos" panose="020B0503020204030204" pitchFamily="34" charset="0"/>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4995478336552448"/>
          <c:y val="2.7183359412817597E-2"/>
          <c:w val="0.37434284717816202"/>
          <c:h val="0.94572178194963752"/>
        </c:manualLayout>
      </c:layout>
      <c:barChart>
        <c:barDir val="bar"/>
        <c:grouping val="clustered"/>
        <c:varyColors val="0"/>
        <c:ser>
          <c:idx val="1"/>
          <c:order val="0"/>
          <c:spPr>
            <a:solidFill>
              <a:schemeClr val="accent4"/>
            </a:solidFill>
            <a:ln>
              <a:noFill/>
            </a:ln>
            <a:effectLst/>
          </c:spPr>
          <c:invertIfNegative val="0"/>
          <c:dLbls>
            <c:dLbl>
              <c:idx val="17"/>
              <c:delete val="1"/>
              <c:extLst>
                <c:ext xmlns:c15="http://schemas.microsoft.com/office/drawing/2012/chart" uri="{CE6537A1-D6FC-4f65-9D91-7224C49458BB}"/>
                <c:ext xmlns:c16="http://schemas.microsoft.com/office/drawing/2014/chart" uri="{C3380CC4-5D6E-409C-BE32-E72D297353CC}">
                  <c16:uniqueId val="{00000002-3F92-4566-B1C2-3A6D62D30DA6}"/>
                </c:ext>
              </c:extLst>
            </c:dLbl>
            <c:dLbl>
              <c:idx val="18"/>
              <c:delete val="1"/>
              <c:extLst>
                <c:ext xmlns:c15="http://schemas.microsoft.com/office/drawing/2012/chart" uri="{CE6537A1-D6FC-4f65-9D91-7224C49458BB}"/>
                <c:ext xmlns:c16="http://schemas.microsoft.com/office/drawing/2014/chart" uri="{C3380CC4-5D6E-409C-BE32-E72D297353CC}">
                  <c16:uniqueId val="{00000001-3F92-4566-B1C2-3A6D62D30DA6}"/>
                </c:ext>
              </c:extLst>
            </c:dLbl>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Dados!$K$2:$K$20</c:f>
              <c:strCache>
                <c:ptCount val="17"/>
                <c:pt idx="0">
                  <c:v>Financeiro</c:v>
                </c:pt>
                <c:pt idx="1">
                  <c:v>Caixa</c:v>
                </c:pt>
                <c:pt idx="2">
                  <c:v>Energia Elétrica</c:v>
                </c:pt>
                <c:pt idx="3">
                  <c:v>FIDC</c:v>
                </c:pt>
                <c:pt idx="4">
                  <c:v>Transporte e Logística</c:v>
                </c:pt>
                <c:pt idx="5">
                  <c:v>Saneamento</c:v>
                </c:pt>
                <c:pt idx="6">
                  <c:v>Comércio atacadista e varejista</c:v>
                </c:pt>
                <c:pt idx="7">
                  <c:v>Locação de veículos</c:v>
                </c:pt>
                <c:pt idx="8">
                  <c:v>Assistência médica</c:v>
                </c:pt>
                <c:pt idx="9">
                  <c:v>Indústria e Comércio</c:v>
                </c:pt>
                <c:pt idx="10">
                  <c:v>Petróleo e Gás</c:v>
                </c:pt>
                <c:pt idx="11">
                  <c:v>TI e Telecomunicações</c:v>
                </c:pt>
                <c:pt idx="12">
                  <c:v>Financeiro Corp</c:v>
                </c:pt>
                <c:pt idx="13">
                  <c:v>Educação</c:v>
                </c:pt>
                <c:pt idx="14">
                  <c:v>Outros</c:v>
                </c:pt>
                <c:pt idx="15">
                  <c:v>Serviços Imobiliários</c:v>
                </c:pt>
                <c:pt idx="16">
                  <c:v>Metalurgia e Siderurgia</c:v>
                </c:pt>
              </c:strCache>
            </c:strRef>
          </c:cat>
          <c:val>
            <c:numRef>
              <c:f>Dados!$L$2:$L$20</c:f>
              <c:numCache>
                <c:formatCode>0.00%</c:formatCode>
                <c:ptCount val="19"/>
                <c:pt idx="0">
                  <c:v>0.44598727799624988</c:v>
                </c:pt>
                <c:pt idx="1">
                  <c:v>0.38657365271865413</c:v>
                </c:pt>
                <c:pt idx="2">
                  <c:v>4.545269843799421E-2</c:v>
                </c:pt>
                <c:pt idx="3">
                  <c:v>2.1332560330281559E-2</c:v>
                </c:pt>
                <c:pt idx="4">
                  <c:v>2.0578618160667788E-2</c:v>
                </c:pt>
                <c:pt idx="5">
                  <c:v>1.9744212382334893E-2</c:v>
                </c:pt>
                <c:pt idx="6">
                  <c:v>1.5384785671518571E-2</c:v>
                </c:pt>
                <c:pt idx="7">
                  <c:v>1.1798856847979435E-2</c:v>
                </c:pt>
                <c:pt idx="8">
                  <c:v>1.1275816872921611E-2</c:v>
                </c:pt>
                <c:pt idx="9">
                  <c:v>8.5364775754548632E-3</c:v>
                </c:pt>
                <c:pt idx="10">
                  <c:v>5.0108521476356551E-3</c:v>
                </c:pt>
                <c:pt idx="11">
                  <c:v>2.6467823794528761E-3</c:v>
                </c:pt>
                <c:pt idx="12">
                  <c:v>2.5280424796401894E-3</c:v>
                </c:pt>
                <c:pt idx="13">
                  <c:v>2.5243820724840564E-3</c:v>
                </c:pt>
                <c:pt idx="14">
                  <c:v>1.0922781157434245E-3</c:v>
                </c:pt>
                <c:pt idx="15">
                  <c:v>9.4479102214683564E-4</c:v>
                </c:pt>
                <c:pt idx="16">
                  <c:v>1.0100793120995796E-4</c:v>
                </c:pt>
                <c:pt idx="17">
                  <c:v>0</c:v>
                </c:pt>
                <c:pt idx="18">
                  <c:v>0</c:v>
                </c:pt>
              </c:numCache>
            </c:numRef>
          </c:val>
          <c:extLst>
            <c:ext xmlns:c16="http://schemas.microsoft.com/office/drawing/2014/chart" uri="{C3380CC4-5D6E-409C-BE32-E72D297353CC}">
              <c16:uniqueId val="{00000000-3F92-4566-B1C2-3A6D62D30DA6}"/>
            </c:ext>
          </c:extLst>
        </c:ser>
        <c:dLbls>
          <c:showLegendKey val="0"/>
          <c:showVal val="0"/>
          <c:showCatName val="0"/>
          <c:showSerName val="0"/>
          <c:showPercent val="0"/>
          <c:showBubbleSize val="0"/>
        </c:dLbls>
        <c:gapWidth val="72"/>
        <c:axId val="1847786048"/>
        <c:axId val="1847786528"/>
      </c:barChart>
      <c:catAx>
        <c:axId val="1847786048"/>
        <c:scaling>
          <c:orientation val="maxMin"/>
        </c:scaling>
        <c:delete val="0"/>
        <c:axPos val="l"/>
        <c:numFmt formatCode="General" sourceLinked="1"/>
        <c:majorTickMark val="none"/>
        <c:minorTickMark val="none"/>
        <c:tickLblPos val="nextTo"/>
        <c:spPr>
          <a:noFill/>
          <a:ln w="6350" cap="flat" cmpd="sng" algn="ctr">
            <a:solidFill>
              <a:schemeClr val="bg1"/>
            </a:solidFill>
            <a:round/>
          </a:ln>
          <a:effectLst/>
        </c:spPr>
        <c:txPr>
          <a:bodyPr rot="-60000000" spcFirstLastPara="1" vertOverflow="ellipsis" vert="horz" wrap="square" anchor="ctr" anchorCtr="1"/>
          <a:lstStyle/>
          <a:p>
            <a:pPr>
              <a:defRPr sz="900" b="0" i="0" u="none" strike="noStrike" kern="1200" baseline="0">
                <a:solidFill>
                  <a:schemeClr val="bg1"/>
                </a:solidFill>
                <a:latin typeface="Versos" panose="020B0503020204030204" pitchFamily="34" charset="0"/>
                <a:ea typeface="+mn-ea"/>
                <a:cs typeface="+mn-cs"/>
              </a:defRPr>
            </a:pPr>
            <a:endParaRPr lang="pt-BR"/>
          </a:p>
        </c:txPr>
        <c:crossAx val="1847786528"/>
        <c:crosses val="autoZero"/>
        <c:auto val="1"/>
        <c:lblAlgn val="ctr"/>
        <c:lblOffset val="100"/>
        <c:noMultiLvlLbl val="0"/>
      </c:catAx>
      <c:valAx>
        <c:axId val="1847786528"/>
        <c:scaling>
          <c:orientation val="minMax"/>
        </c:scaling>
        <c:delete val="1"/>
        <c:axPos val="t"/>
        <c:numFmt formatCode="0.00%" sourceLinked="1"/>
        <c:majorTickMark val="none"/>
        <c:minorTickMark val="none"/>
        <c:tickLblPos val="nextTo"/>
        <c:crossAx val="18477860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solidFill>
            <a:schemeClr val="bg1"/>
          </a:solidFill>
          <a:latin typeface="Versos" panose="020B0503020204030204" pitchFamily="34" charset="0"/>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889B95B2-C046-5B90-B68A-70732CCC08D0}"/>
              </a:ext>
            </a:extLst>
          </p:cNvPr>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6287889A-7168-9843-B51F-4A96BEDF346F}"/>
              </a:ext>
            </a:extLst>
          </p:cNvPr>
          <p:cNvSpPr>
            <a:spLocks noGrp="1"/>
          </p:cNvSpPr>
          <p:nvPr>
            <p:ph type="dt" sz="quarter" idx="1"/>
          </p:nvPr>
        </p:nvSpPr>
        <p:spPr>
          <a:xfrm>
            <a:off x="3851342" y="0"/>
            <a:ext cx="2946347" cy="498215"/>
          </a:xfrm>
          <a:prstGeom prst="rect">
            <a:avLst/>
          </a:prstGeom>
        </p:spPr>
        <p:txBody>
          <a:bodyPr vert="horz" lIns="91440" tIns="45720" rIns="91440" bIns="45720" rtlCol="0"/>
          <a:lstStyle>
            <a:lvl1pPr algn="r">
              <a:defRPr sz="1200"/>
            </a:lvl1pPr>
          </a:lstStyle>
          <a:p>
            <a:fld id="{E134EE74-F1FE-4077-A3AF-4FA9EF572C69}" type="datetimeFigureOut">
              <a:rPr lang="pt-BR" smtClean="0"/>
              <a:t>11/09/2026</a:t>
            </a:fld>
            <a:endParaRPr lang="pt-BR"/>
          </a:p>
        </p:txBody>
      </p:sp>
      <p:sp>
        <p:nvSpPr>
          <p:cNvPr id="4" name="Espaço Reservado para Rodapé 3">
            <a:extLst>
              <a:ext uri="{FF2B5EF4-FFF2-40B4-BE49-F238E27FC236}">
                <a16:creationId xmlns:a16="http://schemas.microsoft.com/office/drawing/2014/main" id="{D37B29F1-DA66-0926-237F-96DA21A31562}"/>
              </a:ext>
            </a:extLst>
          </p:cNvPr>
          <p:cNvSpPr>
            <a:spLocks noGrp="1"/>
          </p:cNvSpPr>
          <p:nvPr>
            <p:ph type="ftr" sz="quarter" idx="2"/>
          </p:nvPr>
        </p:nvSpPr>
        <p:spPr>
          <a:xfrm>
            <a:off x="0" y="9431600"/>
            <a:ext cx="2946347" cy="498214"/>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0E877541-DF57-82B6-3053-BB1B034E8754}"/>
              </a:ext>
            </a:extLst>
          </p:cNvPr>
          <p:cNvSpPr>
            <a:spLocks noGrp="1"/>
          </p:cNvSpPr>
          <p:nvPr>
            <p:ph type="sldNum" sz="quarter" idx="3"/>
          </p:nvPr>
        </p:nvSpPr>
        <p:spPr>
          <a:xfrm>
            <a:off x="3851342" y="9431600"/>
            <a:ext cx="2946347" cy="498214"/>
          </a:xfrm>
          <a:prstGeom prst="rect">
            <a:avLst/>
          </a:prstGeom>
        </p:spPr>
        <p:txBody>
          <a:bodyPr vert="horz" lIns="91440" tIns="45720" rIns="91440" bIns="45720" rtlCol="0" anchor="b"/>
          <a:lstStyle>
            <a:lvl1pPr algn="r">
              <a:defRPr sz="1200"/>
            </a:lvl1pPr>
          </a:lstStyle>
          <a:p>
            <a:fld id="{05F10E9B-5D82-4172-896B-0C259D311F82}" type="slidenum">
              <a:rPr lang="pt-BR" smtClean="0"/>
              <a:t>‹#›</a:t>
            </a:fld>
            <a:endParaRPr lang="pt-BR"/>
          </a:p>
        </p:txBody>
      </p:sp>
    </p:spTree>
    <p:extLst>
      <p:ext uri="{BB962C8B-B14F-4D97-AF65-F5344CB8AC3E}">
        <p14:creationId xmlns:p14="http://schemas.microsoft.com/office/powerpoint/2010/main" val="363002026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8" userDrawn="1">
          <p15:clr>
            <a:srgbClr val="F26B43"/>
          </p15:clr>
        </p15:guide>
        <p15:guide id="2" pos="2142"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0488" y="744538"/>
            <a:ext cx="6618287" cy="3724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9927" y="4716661"/>
            <a:ext cx="5439410" cy="4468416"/>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6F6462-2CA2-4AE3-AD2E-EB43427E866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1852302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5184FA-CB4B-4734-92EF-B7335504A4B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72640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5184FA-CB4B-4734-92EF-B7335504A4B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2113496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D90EE-CA99-AE0E-17FE-4047840001F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0CC6509-E7E0-66B3-CF8B-EEAC90651E7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D994F23-020C-88E2-B55A-99267D03FA6B}"/>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04DD3AC5-92DF-15C1-84C9-E15196D53F6F}"/>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FE23133B-F4AA-467A-8C0F-548313A2434D}" type="slidenum">
              <a:rPr kumimoji="0" lang="pt-BR"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6</a:t>
            </a:fld>
            <a:endParaRPr kumimoji="0" lang="pt-BR"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160714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AE29A-7FFA-C42B-55D4-1716EC547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21A49-14D2-7407-ECE7-5B2CF4A47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3C336-474D-1CCF-39C1-499FDAB69D28}"/>
              </a:ext>
            </a:extLst>
          </p:cNvPr>
          <p:cNvSpPr>
            <a:spLocks noGrp="1"/>
          </p:cNvSpPr>
          <p:nvPr>
            <p:ph type="body" idx="1"/>
          </p:nvPr>
        </p:nvSpPr>
        <p:spPr/>
        <p:txBody>
          <a:bodyPr/>
          <a:lstStyle/>
          <a:p>
            <a:endParaRPr lang="pt-BR"/>
          </a:p>
        </p:txBody>
      </p:sp>
    </p:spTree>
    <p:extLst>
      <p:ext uri="{BB962C8B-B14F-4D97-AF65-F5344CB8AC3E}">
        <p14:creationId xmlns:p14="http://schemas.microsoft.com/office/powerpoint/2010/main" val="110329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E9DDB048-4E64-D24A-9D84-CF17849D9936}" type="slidenum">
              <a:rPr lang="pt-BR" smtClean="0"/>
              <a:t>9</a:t>
            </a:fld>
            <a:endParaRPr lang="pt-BR"/>
          </a:p>
        </p:txBody>
      </p:sp>
    </p:spTree>
    <p:extLst>
      <p:ext uri="{BB962C8B-B14F-4D97-AF65-F5344CB8AC3E}">
        <p14:creationId xmlns:p14="http://schemas.microsoft.com/office/powerpoint/2010/main" val="2238112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6681D-4622-9A5A-0E35-B512224281C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D6CF414-D5AC-42BE-2B6C-AA540BF3A9E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6C9CE52-A505-FF1F-32C8-C902B2D9F087}"/>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CBF49C56-4251-3C14-86EE-9CB52AF6D7A0}"/>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FE23133B-F4AA-467A-8C0F-548313A2434D}" type="slidenum">
              <a:rPr kumimoji="0" lang="pt-BR"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10</a:t>
            </a:fld>
            <a:endParaRPr kumimoji="0" lang="pt-BR"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78359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0618D-8E8C-8E1F-E337-F766EA16506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AC14827-8B9D-6BF8-8C0E-63339E83BD0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3351D60-C920-FF92-F81B-E8C6DCED6D0B}"/>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9ECD96B9-C055-AC4F-FF15-0481967B0E22}"/>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FE23133B-F4AA-467A-8C0F-548313A2434D}" type="slidenum">
              <a:rPr kumimoji="0" lang="pt-BR"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11</a:t>
            </a:fld>
            <a:endParaRPr kumimoji="0" lang="pt-BR"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1113739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E9DDB048-4E64-D24A-9D84-CF17849D9936}" type="slidenum">
              <a:rPr lang="pt-BR" smtClean="0"/>
              <a:t>12</a:t>
            </a:fld>
            <a:endParaRPr lang="pt-BR"/>
          </a:p>
        </p:txBody>
      </p:sp>
    </p:spTree>
    <p:extLst>
      <p:ext uri="{BB962C8B-B14F-4D97-AF65-F5344CB8AC3E}">
        <p14:creationId xmlns:p14="http://schemas.microsoft.com/office/powerpoint/2010/main" val="3687131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A38C5-A1BA-8BE6-FDE1-70718F13BB4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DECA9A2-1AE6-1895-480A-69B41B46F27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F5D54E5-64EF-48C1-CB4B-A70DA711B2C7}"/>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A8A6FD23-45F5-0B89-C42C-2EB5B125C7AB}"/>
              </a:ext>
            </a:extLst>
          </p:cNvPr>
          <p:cNvSpPr>
            <a:spLocks noGrp="1"/>
          </p:cNvSpPr>
          <p:nvPr>
            <p:ph type="sldNum" sz="quarter" idx="5"/>
          </p:nvPr>
        </p:nvSpPr>
        <p:spPr/>
        <p:txBody>
          <a:bodyPr/>
          <a:lstStyle/>
          <a:p>
            <a:fld id="{E9DDB048-4E64-D24A-9D84-CF17849D9936}" type="slidenum">
              <a:rPr lang="pt-BR" smtClean="0"/>
              <a:t>13</a:t>
            </a:fld>
            <a:endParaRPr lang="pt-BR"/>
          </a:p>
        </p:txBody>
      </p:sp>
    </p:spTree>
    <p:extLst>
      <p:ext uri="{BB962C8B-B14F-4D97-AF65-F5344CB8AC3E}">
        <p14:creationId xmlns:p14="http://schemas.microsoft.com/office/powerpoint/2010/main" val="3681768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1A9284-1E1B-4D83-A993-6D0F222D6E52}"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20281749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jpeg"/><Relationship Id="rId1" Type="http://schemas.openxmlformats.org/officeDocument/2006/relationships/slideMaster" Target="../slideMasters/slideMaster6.xml"/><Relationship Id="rId4" Type="http://schemas.openxmlformats.org/officeDocument/2006/relationships/image" Target="../media/image1.svg"/></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jpeg"/><Relationship Id="rId1" Type="http://schemas.openxmlformats.org/officeDocument/2006/relationships/slideMaster" Target="../slideMasters/slideMaster6.xml"/><Relationship Id="rId4" Type="http://schemas.openxmlformats.org/officeDocument/2006/relationships/image" Target="../media/image1.svg"/></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racapa - Escura">
    <p:bg>
      <p:bgPr>
        <a:solidFill>
          <a:schemeClr val="bg1"/>
        </a:solid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5DFDDE66-D42F-747B-AE91-59F0E99B410D}"/>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5238152" y="3057517"/>
            <a:ext cx="1715687" cy="742966"/>
          </a:xfrm>
          <a:prstGeom prst="rect">
            <a:avLst/>
          </a:prstGeom>
        </p:spPr>
      </p:pic>
      <p:sp>
        <p:nvSpPr>
          <p:cNvPr id="7" name="CaixaDeTexto 5">
            <a:extLst>
              <a:ext uri="{FF2B5EF4-FFF2-40B4-BE49-F238E27FC236}">
                <a16:creationId xmlns:a16="http://schemas.microsoft.com/office/drawing/2014/main" id="{8378CFC1-6711-DF8D-70B6-9948B019A6C8}"/>
              </a:ext>
            </a:extLst>
          </p:cNvPr>
          <p:cNvSpPr txBox="1"/>
          <p:nvPr userDrawn="1"/>
        </p:nvSpPr>
        <p:spPr>
          <a:xfrm>
            <a:off x="4614728" y="5812397"/>
            <a:ext cx="2962544" cy="861774"/>
          </a:xfrm>
          <a:prstGeom prst="rect">
            <a:avLst/>
          </a:prstGeom>
          <a:noFill/>
        </p:spPr>
        <p:txBody>
          <a:bodyPr wrap="square">
            <a:spAutoFit/>
          </a:bodyPr>
          <a:lstStyle/>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Avenida Brigadeiro Faria Lima, 4.300</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ctr"/>
            <a:endParaRPr lang="it-IT" sz="1000">
              <a:solidFill>
                <a:schemeClr val="bg1"/>
              </a:solidFill>
              <a:latin typeface="Versos Light" panose="020B0403020204030204" pitchFamily="34" charset="0"/>
              <a:cs typeface="Times New Roman" panose="02020603050405020304" pitchFamily="18" charset="0"/>
            </a:endParaRPr>
          </a:p>
          <a:p>
            <a:pPr algn="ctr"/>
            <a:r>
              <a:rPr lang="it-IT" sz="1000">
                <a:solidFill>
                  <a:schemeClr val="bg1"/>
                </a:solidFill>
                <a:latin typeface="Versos Light" panose="020B0403020204030204" pitchFamily="34" charset="0"/>
                <a:cs typeface="Times New Roman" panose="02020603050405020304" pitchFamily="18" charset="0"/>
              </a:rPr>
              <a:t>www.tivio.com</a:t>
            </a:r>
            <a:endParaRPr lang="pt-BR" sz="1000">
              <a:solidFill>
                <a:schemeClr val="bg1"/>
              </a:solidFill>
              <a:latin typeface="Versos Light" panose="020B0403020204030204" pitchFamily="34" charset="0"/>
            </a:endParaRPr>
          </a:p>
        </p:txBody>
      </p:sp>
    </p:spTree>
    <p:extLst>
      <p:ext uri="{BB962C8B-B14F-4D97-AF65-F5344CB8AC3E}">
        <p14:creationId xmlns:p14="http://schemas.microsoft.com/office/powerpoint/2010/main" val="470470406"/>
      </p:ext>
    </p:extLst>
  </p:cSld>
  <p:clrMapOvr>
    <a:masterClrMapping/>
  </p:clrMapOvr>
  <p:extLst>
    <p:ext uri="{DCECCB84-F9BA-43D5-87BE-67443E8EF086}">
      <p15:sldGuideLst xmlns:p15="http://schemas.microsoft.com/office/powerpoint/2012/main">
        <p15:guide id="1" orient="horz" pos="2319" userDrawn="1">
          <p15:clr>
            <a:srgbClr val="FBAE40"/>
          </p15:clr>
        </p15:guide>
        <p15:guide id="2" orient="horz" pos="2001" userDrawn="1">
          <p15:clr>
            <a:srgbClr val="FBAE40"/>
          </p15:clr>
        </p15:guide>
        <p15:guide id="3" orient="horz" pos="3952" userDrawn="1">
          <p15:clr>
            <a:srgbClr val="FBAE40"/>
          </p15:clr>
        </p15:guide>
        <p15:guide id="4" orient="horz" pos="4156" userDrawn="1">
          <p15:clr>
            <a:srgbClr val="FBAE40"/>
          </p15:clr>
        </p15:guide>
        <p15:guide id="5" orient="horz" pos="370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racapa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pic>
        <p:nvPicPr>
          <p:cNvPr id="5" name="Picture 8">
            <a:extLst>
              <a:ext uri="{FF2B5EF4-FFF2-40B4-BE49-F238E27FC236}">
                <a16:creationId xmlns:a16="http://schemas.microsoft.com/office/drawing/2014/main" id="{7FA659D6-B3E6-7839-862F-1FC6C0BD7702}"/>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5238152" y="3057517"/>
            <a:ext cx="1715687" cy="742966"/>
          </a:xfrm>
          <a:prstGeom prst="rect">
            <a:avLst/>
          </a:prstGeom>
        </p:spPr>
      </p:pic>
      <p:sp>
        <p:nvSpPr>
          <p:cNvPr id="6" name="CaixaDeTexto 5">
            <a:extLst>
              <a:ext uri="{FF2B5EF4-FFF2-40B4-BE49-F238E27FC236}">
                <a16:creationId xmlns:a16="http://schemas.microsoft.com/office/drawing/2014/main" id="{0BF8F5F1-0A08-22F3-1ED8-904453E91B9F}"/>
              </a:ext>
            </a:extLst>
          </p:cNvPr>
          <p:cNvSpPr txBox="1"/>
          <p:nvPr userDrawn="1"/>
        </p:nvSpPr>
        <p:spPr>
          <a:xfrm>
            <a:off x="4975497" y="5812397"/>
            <a:ext cx="2240995" cy="861774"/>
          </a:xfrm>
          <a:prstGeom prst="rect">
            <a:avLst/>
          </a:prstGeom>
          <a:noFill/>
        </p:spPr>
        <p:txBody>
          <a:bodyPr wrap="square">
            <a:spAutoFit/>
          </a:bodyPr>
          <a:lstStyle/>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Avenida Faria Lima, 4.300</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ctr"/>
            <a:endParaRPr lang="it-IT" sz="1000">
              <a:solidFill>
                <a:schemeClr val="bg1"/>
              </a:solidFill>
              <a:latin typeface="Versos Light" panose="020B0403020204030204" pitchFamily="34" charset="0"/>
              <a:cs typeface="Times New Roman" panose="02020603050405020304" pitchFamily="18" charset="0"/>
            </a:endParaRPr>
          </a:p>
          <a:p>
            <a:pPr algn="ctr"/>
            <a:r>
              <a:rPr lang="it-IT" sz="1000">
                <a:solidFill>
                  <a:schemeClr val="accent2"/>
                </a:solidFill>
                <a:latin typeface="Versos Light" panose="020B0403020204030204" pitchFamily="34" charset="0"/>
                <a:cs typeface="Times New Roman" panose="02020603050405020304" pitchFamily="18" charset="0"/>
              </a:rPr>
              <a:t>www.tivio.com</a:t>
            </a:r>
            <a:endParaRPr lang="pt-BR" sz="1000">
              <a:solidFill>
                <a:schemeClr val="accent2"/>
              </a:solidFill>
              <a:latin typeface="Versos Light" panose="020B0403020204030204" pitchFamily="34" charset="0"/>
            </a:endParaRPr>
          </a:p>
        </p:txBody>
      </p:sp>
    </p:spTree>
    <p:extLst>
      <p:ext uri="{BB962C8B-B14F-4D97-AF65-F5344CB8AC3E}">
        <p14:creationId xmlns:p14="http://schemas.microsoft.com/office/powerpoint/2010/main" val="950172914"/>
      </p:ext>
    </p:extLst>
  </p:cSld>
  <p:clrMapOvr>
    <a:masterClrMapping/>
  </p:clrMapOvr>
  <p:extLst>
    <p:ext uri="{DCECCB84-F9BA-43D5-87BE-67443E8EF086}">
      <p15:sldGuideLst xmlns:p15="http://schemas.microsoft.com/office/powerpoint/2012/main">
        <p15:guide id="1" orient="horz" pos="2319" userDrawn="1">
          <p15:clr>
            <a:srgbClr val="FBAE40"/>
          </p15:clr>
        </p15:guide>
        <p15:guide id="3" orient="horz" pos="2001" userDrawn="1">
          <p15:clr>
            <a:srgbClr val="FBAE40"/>
          </p15:clr>
        </p15:guide>
        <p15:guide id="4" orient="horz" pos="3680" userDrawn="1">
          <p15:clr>
            <a:srgbClr val="FBAE40"/>
          </p15:clr>
        </p15:guide>
        <p15:guide id="5" orient="horz" pos="3952" userDrawn="1">
          <p15:clr>
            <a:srgbClr val="FBAE40"/>
          </p15:clr>
        </p15:guide>
        <p15:guide id="6" orient="horz" pos="415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racapa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pic>
        <p:nvPicPr>
          <p:cNvPr id="5" name="Picture 8">
            <a:extLst>
              <a:ext uri="{FF2B5EF4-FFF2-40B4-BE49-F238E27FC236}">
                <a16:creationId xmlns:a16="http://schemas.microsoft.com/office/drawing/2014/main" id="{7FA659D6-B3E6-7839-862F-1FC6C0BD7702}"/>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5238152" y="3057517"/>
            <a:ext cx="1715687" cy="742966"/>
          </a:xfrm>
          <a:prstGeom prst="rect">
            <a:avLst/>
          </a:prstGeom>
        </p:spPr>
      </p:pic>
      <p:sp>
        <p:nvSpPr>
          <p:cNvPr id="6" name="CaixaDeTexto 5">
            <a:extLst>
              <a:ext uri="{FF2B5EF4-FFF2-40B4-BE49-F238E27FC236}">
                <a16:creationId xmlns:a16="http://schemas.microsoft.com/office/drawing/2014/main" id="{0BF8F5F1-0A08-22F3-1ED8-904453E91B9F}"/>
              </a:ext>
            </a:extLst>
          </p:cNvPr>
          <p:cNvSpPr txBox="1"/>
          <p:nvPr userDrawn="1"/>
        </p:nvSpPr>
        <p:spPr>
          <a:xfrm>
            <a:off x="4975497" y="5812397"/>
            <a:ext cx="2240995" cy="861774"/>
          </a:xfrm>
          <a:prstGeom prst="rect">
            <a:avLst/>
          </a:prstGeom>
          <a:noFill/>
        </p:spPr>
        <p:txBody>
          <a:bodyPr wrap="square">
            <a:spAutoFit/>
          </a:bodyPr>
          <a:lstStyle/>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Avenida Faria Lima, 4.300</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ctr"/>
            <a:r>
              <a:rPr lang="it-IT" sz="10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ctr"/>
            <a:endParaRPr lang="it-IT" sz="1000">
              <a:solidFill>
                <a:schemeClr val="bg1"/>
              </a:solidFill>
              <a:latin typeface="Versos Light" panose="020B0403020204030204" pitchFamily="34" charset="0"/>
              <a:cs typeface="Times New Roman" panose="02020603050405020304" pitchFamily="18" charset="0"/>
            </a:endParaRPr>
          </a:p>
          <a:p>
            <a:pPr algn="ctr"/>
            <a:r>
              <a:rPr lang="it-IT" sz="1000">
                <a:solidFill>
                  <a:schemeClr val="accent2"/>
                </a:solidFill>
                <a:latin typeface="Versos Light" panose="020B0403020204030204" pitchFamily="34" charset="0"/>
                <a:cs typeface="Times New Roman" panose="02020603050405020304" pitchFamily="18" charset="0"/>
              </a:rPr>
              <a:t>www.tivio.com</a:t>
            </a:r>
            <a:endParaRPr lang="pt-BR" sz="1000">
              <a:solidFill>
                <a:schemeClr val="accent2"/>
              </a:solidFill>
              <a:latin typeface="Versos Light" panose="020B0403020204030204" pitchFamily="34" charset="0"/>
            </a:endParaRPr>
          </a:p>
        </p:txBody>
      </p:sp>
    </p:spTree>
    <p:extLst>
      <p:ext uri="{BB962C8B-B14F-4D97-AF65-F5344CB8AC3E}">
        <p14:creationId xmlns:p14="http://schemas.microsoft.com/office/powerpoint/2010/main" val="1759769479"/>
      </p:ext>
    </p:extLst>
  </p:cSld>
  <p:clrMapOvr>
    <a:masterClrMapping/>
  </p:clrMapOvr>
  <p:extLst>
    <p:ext uri="{DCECCB84-F9BA-43D5-87BE-67443E8EF086}">
      <p15:sldGuideLst xmlns:p15="http://schemas.microsoft.com/office/powerpoint/2012/main">
        <p15:guide id="1" orient="horz" pos="2319">
          <p15:clr>
            <a:srgbClr val="FBAE40"/>
          </p15:clr>
        </p15:guide>
        <p15:guide id="3" orient="horz" pos="2001">
          <p15:clr>
            <a:srgbClr val="FBAE40"/>
          </p15:clr>
        </p15:guide>
        <p15:guide id="4" orient="horz" pos="3680">
          <p15:clr>
            <a:srgbClr val="FBAE40"/>
          </p15:clr>
        </p15:guide>
        <p15:guide id="5" orient="horz" pos="3952">
          <p15:clr>
            <a:srgbClr val="FBAE40"/>
          </p15:clr>
        </p15:guide>
        <p15:guide id="6" orient="horz" pos="41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claimer - Branco">
    <p:bg>
      <p:bgPr>
        <a:solidFill>
          <a:schemeClr val="tx1"/>
        </a:soli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0A77DBCB-2AB5-6CB5-41F8-C0F34878DCC3}"/>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271656" y="6354582"/>
            <a:ext cx="889861" cy="385348"/>
          </a:xfrm>
          <a:prstGeom prst="rect">
            <a:avLst/>
          </a:prstGeom>
        </p:spPr>
      </p:pic>
      <p:sp>
        <p:nvSpPr>
          <p:cNvPr id="4" name="Text Placeholder 3">
            <a:extLst>
              <a:ext uri="{FF2B5EF4-FFF2-40B4-BE49-F238E27FC236}">
                <a16:creationId xmlns:a16="http://schemas.microsoft.com/office/drawing/2014/main" id="{B6F1873E-A461-1060-F030-72F82DE78FD5}"/>
              </a:ext>
            </a:extLst>
          </p:cNvPr>
          <p:cNvSpPr>
            <a:spLocks noGrp="1"/>
          </p:cNvSpPr>
          <p:nvPr>
            <p:ph type="body" sz="quarter" idx="13" hasCustomPrompt="1"/>
          </p:nvPr>
        </p:nvSpPr>
        <p:spPr>
          <a:xfrm>
            <a:off x="334963" y="368300"/>
            <a:ext cx="8441175"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en-US"/>
              <a:t>Disclaimer</a:t>
            </a:r>
          </a:p>
        </p:txBody>
      </p:sp>
      <p:sp>
        <p:nvSpPr>
          <p:cNvPr id="9" name="Text Placeholder 8">
            <a:extLst>
              <a:ext uri="{FF2B5EF4-FFF2-40B4-BE49-F238E27FC236}">
                <a16:creationId xmlns:a16="http://schemas.microsoft.com/office/drawing/2014/main" id="{03F3B14A-4381-EE52-0164-94E04FE17DBE}"/>
              </a:ext>
            </a:extLst>
          </p:cNvPr>
          <p:cNvSpPr>
            <a:spLocks noGrp="1"/>
          </p:cNvSpPr>
          <p:nvPr>
            <p:ph type="body" sz="quarter" idx="15"/>
          </p:nvPr>
        </p:nvSpPr>
        <p:spPr>
          <a:xfrm>
            <a:off x="334962" y="1103586"/>
            <a:ext cx="11522075" cy="5133702"/>
          </a:xfrm>
          <a:prstGeom prst="rect">
            <a:avLst/>
          </a:prstGeom>
        </p:spPr>
        <p:txBody>
          <a:bodyPr lIns="0" tIns="0" rIns="0" bIns="0"/>
          <a:lstStyle>
            <a:lvl1pPr marL="0" indent="0" algn="just">
              <a:lnSpc>
                <a:spcPct val="100000"/>
              </a:lnSpc>
              <a:spcBef>
                <a:spcPts val="0"/>
              </a:spcBef>
              <a:buNone/>
              <a:defRPr sz="10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439228110"/>
      </p:ext>
    </p:extLst>
  </p:cSld>
  <p:clrMapOvr>
    <a:masterClrMapping/>
  </p:clrMapOvr>
  <p:extLst>
    <p:ext uri="{DCECCB84-F9BA-43D5-87BE-67443E8EF086}">
      <p15:sldGuideLst xmlns:p15="http://schemas.microsoft.com/office/powerpoint/2012/main">
        <p15:guide id="1" orient="horz" pos="4042" userDrawn="1">
          <p15:clr>
            <a:srgbClr val="FBAE40"/>
          </p15:clr>
        </p15:guide>
        <p15:guide id="2" pos="211" userDrawn="1">
          <p15:clr>
            <a:srgbClr val="FBAE40"/>
          </p15:clr>
        </p15:guide>
        <p15:guide id="3" orient="horz" pos="3929" userDrawn="1">
          <p15:clr>
            <a:srgbClr val="FBAE40"/>
          </p15:clr>
        </p15:guide>
        <p15:guide id="4" pos="7469" userDrawn="1">
          <p15:clr>
            <a:srgbClr val="FBAE40"/>
          </p15:clr>
        </p15:guide>
        <p15:guide id="5" orient="horz" pos="232" userDrawn="1">
          <p15:clr>
            <a:srgbClr val="FBAE40"/>
          </p15:clr>
        </p15:guide>
        <p15:guide id="6" orient="horz" pos="504" userDrawn="1">
          <p15:clr>
            <a:srgbClr val="FBAE40"/>
          </p15:clr>
        </p15:guide>
        <p15:guide id="7" orient="horz" pos="68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0A77DBCB-2AB5-6CB5-41F8-C0F34878DCC3}"/>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271656" y="6354582"/>
            <a:ext cx="889861" cy="385348"/>
          </a:xfrm>
          <a:prstGeom prst="rect">
            <a:avLst/>
          </a:prstGeom>
        </p:spPr>
      </p:pic>
      <p:sp>
        <p:nvSpPr>
          <p:cNvPr id="4" name="Text Placeholder 3">
            <a:extLst>
              <a:ext uri="{FF2B5EF4-FFF2-40B4-BE49-F238E27FC236}">
                <a16:creationId xmlns:a16="http://schemas.microsoft.com/office/drawing/2014/main" id="{B6F1873E-A461-1060-F030-72F82DE78FD5}"/>
              </a:ext>
            </a:extLst>
          </p:cNvPr>
          <p:cNvSpPr>
            <a:spLocks noGrp="1"/>
          </p:cNvSpPr>
          <p:nvPr>
            <p:ph type="body" sz="quarter" idx="13" hasCustomPrompt="1"/>
          </p:nvPr>
        </p:nvSpPr>
        <p:spPr>
          <a:xfrm>
            <a:off x="334963" y="368300"/>
            <a:ext cx="8441175"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en-US"/>
              <a:t>Disclaimer</a:t>
            </a:r>
          </a:p>
        </p:txBody>
      </p:sp>
      <p:sp>
        <p:nvSpPr>
          <p:cNvPr id="9" name="Text Placeholder 8">
            <a:extLst>
              <a:ext uri="{FF2B5EF4-FFF2-40B4-BE49-F238E27FC236}">
                <a16:creationId xmlns:a16="http://schemas.microsoft.com/office/drawing/2014/main" id="{03F3B14A-4381-EE52-0164-94E04FE17DBE}"/>
              </a:ext>
            </a:extLst>
          </p:cNvPr>
          <p:cNvSpPr>
            <a:spLocks noGrp="1"/>
          </p:cNvSpPr>
          <p:nvPr>
            <p:ph type="body" sz="quarter" idx="15"/>
          </p:nvPr>
        </p:nvSpPr>
        <p:spPr>
          <a:xfrm>
            <a:off x="334962" y="1103586"/>
            <a:ext cx="11522075" cy="5133702"/>
          </a:xfrm>
          <a:prstGeom prst="rect">
            <a:avLst/>
          </a:prstGeom>
        </p:spPr>
        <p:txBody>
          <a:bodyPr lIns="0" tIns="0" rIns="0" bIns="0"/>
          <a:lstStyle>
            <a:lvl1pPr marL="0" indent="0" algn="just">
              <a:lnSpc>
                <a:spcPct val="100000"/>
              </a:lnSpc>
              <a:spcBef>
                <a:spcPts val="0"/>
              </a:spcBef>
              <a:buNone/>
              <a:defRPr sz="10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4060663776"/>
      </p:ext>
    </p:extLst>
  </p:cSld>
  <p:clrMapOvr>
    <a:masterClrMapping/>
  </p:clrMapOvr>
  <p:extLst>
    <p:ext uri="{DCECCB84-F9BA-43D5-87BE-67443E8EF086}">
      <p15:sldGuideLst xmlns:p15="http://schemas.microsoft.com/office/powerpoint/2012/main">
        <p15:guide id="1" orient="horz" pos="4042">
          <p15:clr>
            <a:srgbClr val="FBAE40"/>
          </p15:clr>
        </p15:guide>
        <p15:guide id="2" pos="211">
          <p15:clr>
            <a:srgbClr val="FBAE40"/>
          </p15:clr>
        </p15:guide>
        <p15:guide id="3" orient="horz" pos="3929">
          <p15:clr>
            <a:srgbClr val="FBAE40"/>
          </p15:clr>
        </p15:guide>
        <p15:guide id="4" pos="7469">
          <p15:clr>
            <a:srgbClr val="FBAE40"/>
          </p15:clr>
        </p15:guide>
        <p15:guide id="5" orient="horz" pos="232">
          <p15:clr>
            <a:srgbClr val="FBAE40"/>
          </p15:clr>
        </p15:guide>
        <p15:guide id="6" orient="horz" pos="504">
          <p15:clr>
            <a:srgbClr val="FBAE40"/>
          </p15:clr>
        </p15:guide>
        <p15:guide id="7" orient="horz" pos="68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claimer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0A77DBCB-2AB5-6CB5-41F8-C0F34878DCC3}"/>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271656" y="6354582"/>
            <a:ext cx="889861" cy="385348"/>
          </a:xfrm>
          <a:prstGeom prst="rect">
            <a:avLst/>
          </a:prstGeom>
        </p:spPr>
      </p:pic>
      <p:sp>
        <p:nvSpPr>
          <p:cNvPr id="4" name="Text Placeholder 3">
            <a:extLst>
              <a:ext uri="{FF2B5EF4-FFF2-40B4-BE49-F238E27FC236}">
                <a16:creationId xmlns:a16="http://schemas.microsoft.com/office/drawing/2014/main" id="{B6F1873E-A461-1060-F030-72F82DE78FD5}"/>
              </a:ext>
            </a:extLst>
          </p:cNvPr>
          <p:cNvSpPr>
            <a:spLocks noGrp="1"/>
          </p:cNvSpPr>
          <p:nvPr>
            <p:ph type="body" sz="quarter" idx="13" hasCustomPrompt="1"/>
          </p:nvPr>
        </p:nvSpPr>
        <p:spPr>
          <a:xfrm>
            <a:off x="334963" y="368300"/>
            <a:ext cx="8441175"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en-US"/>
              <a:t>Disclaimer</a:t>
            </a:r>
          </a:p>
        </p:txBody>
      </p:sp>
      <p:sp>
        <p:nvSpPr>
          <p:cNvPr id="9" name="Text Placeholder 8">
            <a:extLst>
              <a:ext uri="{FF2B5EF4-FFF2-40B4-BE49-F238E27FC236}">
                <a16:creationId xmlns:a16="http://schemas.microsoft.com/office/drawing/2014/main" id="{03F3B14A-4381-EE52-0164-94E04FE17DBE}"/>
              </a:ext>
            </a:extLst>
          </p:cNvPr>
          <p:cNvSpPr>
            <a:spLocks noGrp="1"/>
          </p:cNvSpPr>
          <p:nvPr>
            <p:ph type="body" sz="quarter" idx="15"/>
          </p:nvPr>
        </p:nvSpPr>
        <p:spPr>
          <a:xfrm>
            <a:off x="334962" y="1103586"/>
            <a:ext cx="11522075" cy="5133702"/>
          </a:xfrm>
          <a:prstGeom prst="rect">
            <a:avLst/>
          </a:prstGeom>
        </p:spPr>
        <p:txBody>
          <a:bodyPr lIns="0" tIns="0" rIns="0" bIns="0"/>
          <a:lstStyle>
            <a:lvl1pPr marL="0" indent="0" algn="just">
              <a:lnSpc>
                <a:spcPct val="100000"/>
              </a:lnSpc>
              <a:spcBef>
                <a:spcPts val="0"/>
              </a:spcBef>
              <a:buNone/>
              <a:defRPr sz="10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806227640"/>
      </p:ext>
    </p:extLst>
  </p:cSld>
  <p:clrMapOvr>
    <a:masterClrMapping/>
  </p:clrMapOvr>
  <p:extLst>
    <p:ext uri="{DCECCB84-F9BA-43D5-87BE-67443E8EF086}">
      <p15:sldGuideLst xmlns:p15="http://schemas.microsoft.com/office/powerpoint/2012/main">
        <p15:guide id="1" orient="horz" pos="4042">
          <p15:clr>
            <a:srgbClr val="FBAE40"/>
          </p15:clr>
        </p15:guide>
        <p15:guide id="2" pos="211">
          <p15:clr>
            <a:srgbClr val="FBAE40"/>
          </p15:clr>
        </p15:guide>
        <p15:guide id="3" orient="horz" pos="3929">
          <p15:clr>
            <a:srgbClr val="FBAE40"/>
          </p15:clr>
        </p15:guide>
        <p15:guide id="4" pos="7469">
          <p15:clr>
            <a:srgbClr val="FBAE40"/>
          </p15:clr>
        </p15:guide>
        <p15:guide id="5" orient="horz" pos="232">
          <p15:clr>
            <a:srgbClr val="FBAE40"/>
          </p15:clr>
        </p15:guide>
        <p15:guide id="6" orient="horz" pos="504">
          <p15:clr>
            <a:srgbClr val="FBAE40"/>
          </p15:clr>
        </p15:guide>
        <p15:guide id="7" orient="horz" pos="68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apa 01 - Foto">
    <p:bg>
      <p:bgPr>
        <a:solidFill>
          <a:schemeClr val="tx1"/>
        </a:solidFill>
        <a:effectLst/>
      </p:bgPr>
    </p:bg>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A68C5C04-9F9C-AD5B-8544-86BD159ED555}"/>
              </a:ext>
            </a:extLst>
          </p:cNvPr>
          <p:cNvSpPr>
            <a:spLocks noGrp="1"/>
          </p:cNvSpPr>
          <p:nvPr>
            <p:ph type="pic" sz="quarter" idx="27"/>
          </p:nvPr>
        </p:nvSpPr>
        <p:spPr>
          <a:xfrm>
            <a:off x="0" y="0"/>
            <a:ext cx="12192000" cy="6858000"/>
          </a:xfrm>
          <a:prstGeom prst="rect">
            <a:avLst/>
          </a:prstGeom>
        </p:spPr>
        <p:txBody>
          <a:bodyPr lIns="0" tIns="0" rIns="0" bIns="972000" anchor="ctr" anchorCtr="0">
            <a:noAutofit/>
          </a:bodyPr>
          <a:lstStyle>
            <a:lvl1pPr algn="ctr">
              <a:defRPr sz="2400">
                <a:solidFill>
                  <a:schemeClr val="bg2">
                    <a:lumMod val="90000"/>
                  </a:schemeClr>
                </a:solidFill>
              </a:defRPr>
            </a:lvl1pPr>
          </a:lstStyle>
          <a:p>
            <a:endParaRPr lang="pt-BR"/>
          </a:p>
        </p:txBody>
      </p:sp>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183916" y="304605"/>
            <a:ext cx="1715687" cy="742966"/>
          </a:xfrm>
          <a:prstGeom prst="rect">
            <a:avLst/>
          </a:prstGeom>
        </p:spPr>
      </p:pic>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407988" y="1113017"/>
            <a:ext cx="4233853" cy="1046440"/>
          </a:xfrm>
          <a:prstGeom prst="rect">
            <a:avLst/>
          </a:prstGeom>
          <a:noFill/>
        </p:spPr>
        <p:txBody>
          <a:bodyPr lIns="0" tIns="0" rIns="0" bIns="0" anchor="b" anchorCtr="0"/>
          <a:lstStyle>
            <a:lvl1pPr marL="0" indent="0">
              <a:buNone/>
              <a:defRPr sz="3400">
                <a:solidFill>
                  <a:schemeClr val="bg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6" name="Text Placeholder 15">
            <a:extLst>
              <a:ext uri="{FF2B5EF4-FFF2-40B4-BE49-F238E27FC236}">
                <a16:creationId xmlns:a16="http://schemas.microsoft.com/office/drawing/2014/main" id="{73AE31B1-0E8A-430C-61E0-A4A65D4D936A}"/>
              </a:ext>
            </a:extLst>
          </p:cNvPr>
          <p:cNvSpPr>
            <a:spLocks noGrp="1"/>
          </p:cNvSpPr>
          <p:nvPr>
            <p:ph type="body" sz="quarter" idx="14" hasCustomPrompt="1"/>
          </p:nvPr>
        </p:nvSpPr>
        <p:spPr>
          <a:xfrm>
            <a:off x="407988" y="2159779"/>
            <a:ext cx="4233853" cy="307777"/>
          </a:xfrm>
          <a:prstGeom prst="rect">
            <a:avLst/>
          </a:prstGeom>
        </p:spPr>
        <p:txBody>
          <a:bodyPr lIns="0" tIns="0" rIns="0" bIns="0"/>
          <a:lstStyle>
            <a:lvl1pPr>
              <a:defRPr lang="en-US" sz="2000" b="1" i="0" u="none" strike="noStrike" kern="1200" cap="none" dirty="0" smtClean="0">
                <a:solidFill>
                  <a:schemeClr val="bg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9410331" y="6296541"/>
            <a:ext cx="2364803" cy="184666"/>
          </a:xfrm>
          <a:prstGeom prst="rect">
            <a:avLst/>
          </a:prstGeom>
        </p:spPr>
        <p:txBody>
          <a:bodyPr lIns="0" tIns="0" rIns="0" bIns="0">
            <a:noAutofit/>
          </a:bodyPr>
          <a:lstStyle>
            <a:lvl1pPr marL="0" marR="3081" algn="r"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9410330" y="6089649"/>
            <a:ext cx="2364803" cy="184666"/>
          </a:xfrm>
          <a:prstGeom prst="rect">
            <a:avLst/>
          </a:prstGeom>
        </p:spPr>
        <p:txBody>
          <a:bodyPr lIns="0" tIns="0" rIns="0" bIns="0"/>
          <a:lstStyle>
            <a:lvl1pPr marL="0" marR="3081" algn="r"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grpSp>
        <p:nvGrpSpPr>
          <p:cNvPr id="7" name="Group 6">
            <a:extLst>
              <a:ext uri="{FF2B5EF4-FFF2-40B4-BE49-F238E27FC236}">
                <a16:creationId xmlns:a16="http://schemas.microsoft.com/office/drawing/2014/main" id="{2CE84738-3A6C-EB34-89AF-461737E8A924}"/>
              </a:ext>
            </a:extLst>
          </p:cNvPr>
          <p:cNvGrpSpPr/>
          <p:nvPr userDrawn="1"/>
        </p:nvGrpSpPr>
        <p:grpSpPr>
          <a:xfrm>
            <a:off x="407988" y="404813"/>
            <a:ext cx="7879692" cy="2916619"/>
            <a:chOff x="509383" y="279643"/>
            <a:chExt cx="12206605" cy="4518199"/>
          </a:xfrm>
        </p:grpSpPr>
        <p:sp>
          <p:nvSpPr>
            <p:cNvPr id="5" name="bg object 18">
              <a:extLst>
                <a:ext uri="{FF2B5EF4-FFF2-40B4-BE49-F238E27FC236}">
                  <a16:creationId xmlns:a16="http://schemas.microsoft.com/office/drawing/2014/main" id="{FD4C2CB9-FBAE-882A-315C-DB4F669495DE}"/>
                </a:ext>
              </a:extLst>
            </p:cNvPr>
            <p:cNvSpPr/>
            <p:nvPr userDrawn="1"/>
          </p:nvSpPr>
          <p:spPr>
            <a:xfrm>
              <a:off x="509383" y="4797842"/>
              <a:ext cx="12206605" cy="0"/>
            </a:xfrm>
            <a:custGeom>
              <a:avLst/>
              <a:gdLst/>
              <a:ahLst/>
              <a:cxnLst/>
              <a:rect l="l" t="t" r="r" b="b"/>
              <a:pathLst>
                <a:path w="12206605">
                  <a:moveTo>
                    <a:pt x="0" y="0"/>
                  </a:moveTo>
                  <a:lnTo>
                    <a:pt x="12206570" y="0"/>
                  </a:lnTo>
                </a:path>
              </a:pathLst>
            </a:custGeom>
            <a:ln w="14837">
              <a:solidFill>
                <a:srgbClr val="FFFFFF"/>
              </a:solidFill>
            </a:ln>
          </p:spPr>
          <p:txBody>
            <a:bodyPr wrap="square" lIns="0" tIns="0" rIns="0" bIns="0" rtlCol="0"/>
            <a:lstStyle/>
            <a:p>
              <a:endParaRPr/>
            </a:p>
          </p:txBody>
        </p:sp>
        <p:sp>
          <p:nvSpPr>
            <p:cNvPr id="6" name="bg object 19">
              <a:extLst>
                <a:ext uri="{FF2B5EF4-FFF2-40B4-BE49-F238E27FC236}">
                  <a16:creationId xmlns:a16="http://schemas.microsoft.com/office/drawing/2014/main" id="{EA389DAE-FA1D-8A30-5126-218E3FFA5A53}"/>
                </a:ext>
              </a:extLst>
            </p:cNvPr>
            <p:cNvSpPr/>
            <p:nvPr userDrawn="1"/>
          </p:nvSpPr>
          <p:spPr>
            <a:xfrm>
              <a:off x="9171428" y="279643"/>
              <a:ext cx="0" cy="4516755"/>
            </a:xfrm>
            <a:custGeom>
              <a:avLst/>
              <a:gdLst/>
              <a:ahLst/>
              <a:cxnLst/>
              <a:rect l="l" t="t" r="r" b="b"/>
              <a:pathLst>
                <a:path h="4516755">
                  <a:moveTo>
                    <a:pt x="0" y="4516647"/>
                  </a:moveTo>
                  <a:lnTo>
                    <a:pt x="0" y="0"/>
                  </a:lnTo>
                </a:path>
              </a:pathLst>
            </a:custGeom>
            <a:ln w="14837">
              <a:solidFill>
                <a:srgbClr val="FFFFFF"/>
              </a:solidFill>
            </a:ln>
          </p:spPr>
          <p:txBody>
            <a:bodyPr wrap="square" lIns="0" tIns="0" rIns="0" bIns="0" rtlCol="0"/>
            <a:lstStyle/>
            <a:p>
              <a:endParaRPr/>
            </a:p>
          </p:txBody>
        </p:sp>
      </p:gr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407988" y="5927209"/>
            <a:ext cx="6115360" cy="553998"/>
          </a:xfrm>
          <a:prstGeom prst="rect">
            <a:avLst/>
          </a:prstGeom>
        </p:spPr>
        <p:txBody>
          <a:bodyPr lIns="0" tIns="0" rIns="0" bIns="0"/>
          <a:lstStyle>
            <a:lvl1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TIVIO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CRÉDITO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ESTRUTURADO</a:t>
            </a:r>
          </a:p>
        </p:txBody>
      </p:sp>
    </p:spTree>
    <p:extLst>
      <p:ext uri="{BB962C8B-B14F-4D97-AF65-F5344CB8AC3E}">
        <p14:creationId xmlns:p14="http://schemas.microsoft.com/office/powerpoint/2010/main" val="400345868"/>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apa 01 - Foto">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D3DA23B-FEBE-EE0C-B898-8AF42326F4A5}"/>
              </a:ext>
            </a:extLst>
          </p:cNvPr>
          <p:cNvSpPr txBox="1"/>
          <p:nvPr userDrawn="1"/>
        </p:nvSpPr>
        <p:spPr>
          <a:xfrm>
            <a:off x="0" y="0"/>
            <a:ext cx="12192000" cy="6858000"/>
          </a:xfrm>
          <a:prstGeom prst="rect">
            <a:avLst/>
          </a:prstGeom>
          <a:blipFill dpi="0" rotWithShape="1">
            <a:blip r:embed="rId2">
              <a:alphaModFix amt="50000"/>
              <a:extLst>
                <a:ext uri="{28A0092B-C50C-407E-A947-70E740481C1C}">
                  <a14:useLocalDpi xmlns:a14="http://schemas.microsoft.com/office/drawing/2010/main" val="0"/>
                </a:ext>
              </a:extLst>
            </a:blip>
            <a:srcRect/>
            <a:stretch>
              <a:fillRect t="-17602"/>
            </a:stretch>
          </a:blipFill>
          <a:ln>
            <a:solidFill>
              <a:schemeClr val="tx1">
                <a:lumMod val="75000"/>
                <a:lumOff val="25000"/>
              </a:schemeClr>
            </a:solidFill>
          </a:ln>
          <a:effectLst/>
        </p:spPr>
        <p:txBody>
          <a:bodyPr vert="horz" wrap="square" lIns="0" tIns="5715"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endParaRPr>
          </a:p>
          <a:p>
            <a:pPr marL="0" marR="0" lvl="0" indent="0" algn="l" defTabSz="914400" rtl="0" eaLnBrk="1" fontAlgn="auto" latinLnBrk="0" hangingPunct="1">
              <a:lnSpc>
                <a:spcPct val="100000"/>
              </a:lnSpc>
              <a:spcBef>
                <a:spcPts val="35"/>
              </a:spcBef>
              <a:spcAft>
                <a:spcPts val="0"/>
              </a:spcAft>
              <a:buClrTx/>
              <a:buSzTx/>
              <a:buFontTx/>
              <a:buNone/>
              <a:tabLst/>
              <a:defRPr/>
            </a:pPr>
            <a:endParaRPr kumimoji="0" sz="3100" b="0" i="0" u="none" strike="noStrike" kern="0" cap="none" spc="0" normalizeH="0" baseline="0" noProof="0">
              <a:ln>
                <a:noFill/>
              </a:ln>
              <a:solidFill>
                <a:sysClr val="windowText" lastClr="000000"/>
              </a:solidFill>
              <a:effectLst/>
              <a:uLnTx/>
              <a:uFillTx/>
              <a:latin typeface="Versos"/>
              <a:ea typeface="+mn-ea"/>
              <a:cs typeface="Versos"/>
            </a:endParaRPr>
          </a:p>
        </p:txBody>
      </p:sp>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17" t="-23966" r="-8117" b="-23966"/>
          <a:stretch/>
        </p:blipFill>
        <p:spPr>
          <a:xfrm>
            <a:off x="10835746" y="330242"/>
            <a:ext cx="1029674" cy="445893"/>
          </a:xfrm>
          <a:prstGeom prst="rect">
            <a:avLst/>
          </a:prstGeom>
        </p:spPr>
      </p:pic>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407988" y="1113017"/>
            <a:ext cx="4233853" cy="1046440"/>
          </a:xfrm>
          <a:prstGeom prst="rect">
            <a:avLst/>
          </a:prstGeom>
          <a:noFill/>
        </p:spPr>
        <p:txBody>
          <a:bodyPr lIns="0" tIns="0" rIns="0" bIns="0" anchor="b" anchorCtr="0"/>
          <a:lstStyle>
            <a:lvl1pPr marL="0" indent="0">
              <a:buNone/>
              <a:defRPr sz="3400">
                <a:solidFill>
                  <a:schemeClr val="bg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6" name="Text Placeholder 15">
            <a:extLst>
              <a:ext uri="{FF2B5EF4-FFF2-40B4-BE49-F238E27FC236}">
                <a16:creationId xmlns:a16="http://schemas.microsoft.com/office/drawing/2014/main" id="{73AE31B1-0E8A-430C-61E0-A4A65D4D936A}"/>
              </a:ext>
            </a:extLst>
          </p:cNvPr>
          <p:cNvSpPr>
            <a:spLocks noGrp="1"/>
          </p:cNvSpPr>
          <p:nvPr>
            <p:ph type="body" sz="quarter" idx="14" hasCustomPrompt="1"/>
          </p:nvPr>
        </p:nvSpPr>
        <p:spPr>
          <a:xfrm>
            <a:off x="407988" y="2159779"/>
            <a:ext cx="4233853" cy="307777"/>
          </a:xfrm>
          <a:prstGeom prst="rect">
            <a:avLst/>
          </a:prstGeom>
        </p:spPr>
        <p:txBody>
          <a:bodyPr lIns="0" tIns="0" rIns="0" bIns="0"/>
          <a:lstStyle>
            <a:lvl1pPr>
              <a:defRPr lang="en-US" sz="2000" b="1" i="0" u="none" strike="noStrike" kern="1200" cap="none" dirty="0" smtClean="0">
                <a:solidFill>
                  <a:schemeClr val="bg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9410331" y="6296541"/>
            <a:ext cx="2364803" cy="184666"/>
          </a:xfrm>
          <a:prstGeom prst="rect">
            <a:avLst/>
          </a:prstGeom>
        </p:spPr>
        <p:txBody>
          <a:bodyPr lIns="0" tIns="0" rIns="0" bIns="0">
            <a:noAutofit/>
          </a:bodyPr>
          <a:lstStyle>
            <a:lvl1pPr marL="0" marR="3081" algn="r"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9410330" y="6089649"/>
            <a:ext cx="2364803" cy="184666"/>
          </a:xfrm>
          <a:prstGeom prst="rect">
            <a:avLst/>
          </a:prstGeom>
        </p:spPr>
        <p:txBody>
          <a:bodyPr lIns="0" tIns="0" rIns="0" bIns="0"/>
          <a:lstStyle>
            <a:lvl1pPr marL="0" marR="3081" algn="r"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407988" y="5927209"/>
            <a:ext cx="6115360" cy="553998"/>
          </a:xfrm>
          <a:prstGeom prst="rect">
            <a:avLst/>
          </a:prstGeom>
        </p:spPr>
        <p:txBody>
          <a:bodyPr lIns="0" tIns="0" rIns="0" bIns="0"/>
          <a:lstStyle>
            <a:lvl1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TIVIO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CRÉDITO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ESTRUTURADO</a:t>
            </a:r>
          </a:p>
        </p:txBody>
      </p:sp>
    </p:spTree>
    <p:extLst>
      <p:ext uri="{BB962C8B-B14F-4D97-AF65-F5344CB8AC3E}">
        <p14:creationId xmlns:p14="http://schemas.microsoft.com/office/powerpoint/2010/main" val="1754035308"/>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apa 01 - High Grade">
    <p:bg>
      <p:bgPr>
        <a:gradFill>
          <a:gsLst>
            <a:gs pos="0">
              <a:schemeClr val="accent1">
                <a:lumMod val="20000"/>
                <a:lumOff val="80000"/>
              </a:schemeClr>
            </a:gs>
            <a:gs pos="100000">
              <a:schemeClr val="accent1">
                <a:lumMod val="60000"/>
                <a:lumOff val="40000"/>
              </a:schemeClr>
            </a:gs>
          </a:gsLst>
          <a:lin ang="54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183916" y="304605"/>
            <a:ext cx="1715687" cy="742966"/>
          </a:xfrm>
          <a:prstGeom prst="rect">
            <a:avLst/>
          </a:prstGeom>
        </p:spPr>
      </p:pic>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9410331" y="6296541"/>
            <a:ext cx="2364803" cy="184666"/>
          </a:xfrm>
          <a:prstGeom prst="rect">
            <a:avLst/>
          </a:prstGeom>
        </p:spPr>
        <p:txBody>
          <a:bodyPr lIns="0" tIns="0" rIns="0" bIns="0">
            <a:noAutofit/>
          </a:bodyPr>
          <a:lstStyle>
            <a:lvl1pPr marL="0" marR="3081" algn="r"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9410330" y="6089649"/>
            <a:ext cx="2364803" cy="184666"/>
          </a:xfrm>
          <a:prstGeom prst="rect">
            <a:avLst/>
          </a:prstGeom>
        </p:spPr>
        <p:txBody>
          <a:bodyPr lIns="0" tIns="0" rIns="0" bIns="0"/>
          <a:lstStyle>
            <a:lvl1pPr marL="0" marR="3081" algn="r"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407988" y="5927209"/>
            <a:ext cx="6115360" cy="553998"/>
          </a:xfrm>
          <a:prstGeom prst="rect">
            <a:avLst/>
          </a:prstGeom>
        </p:spPr>
        <p:txBody>
          <a:bodyPr lIns="0" tIns="0" rIns="0" bIns="0"/>
          <a:lstStyle>
            <a:lvl1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TIVIO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CRÉDITO </a:t>
            </a:r>
          </a:p>
        </p:txBody>
      </p:sp>
      <p:sp>
        <p:nvSpPr>
          <p:cNvPr id="9" name="Text Placeholder 3">
            <a:extLst>
              <a:ext uri="{FF2B5EF4-FFF2-40B4-BE49-F238E27FC236}">
                <a16:creationId xmlns:a16="http://schemas.microsoft.com/office/drawing/2014/main" id="{0BEB6966-A6DD-A413-E366-E85415CA7CC6}"/>
              </a:ext>
            </a:extLst>
          </p:cNvPr>
          <p:cNvSpPr>
            <a:spLocks noGrp="1"/>
          </p:cNvSpPr>
          <p:nvPr>
            <p:ph type="body" sz="quarter" idx="13" hasCustomPrompt="1"/>
          </p:nvPr>
        </p:nvSpPr>
        <p:spPr>
          <a:xfrm>
            <a:off x="407988" y="1113017"/>
            <a:ext cx="4233853" cy="1046440"/>
          </a:xfrm>
          <a:prstGeom prst="rect">
            <a:avLst/>
          </a:prstGeom>
          <a:noFill/>
        </p:spPr>
        <p:txBody>
          <a:bodyPr lIns="0" tIns="0" rIns="0" bIns="0" anchor="b" anchorCtr="0"/>
          <a:lstStyle>
            <a:lvl1pPr marL="0" indent="0">
              <a:buNone/>
              <a:defRPr sz="3400">
                <a:solidFill>
                  <a:schemeClr val="tx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0" name="Text Placeholder 15">
            <a:extLst>
              <a:ext uri="{FF2B5EF4-FFF2-40B4-BE49-F238E27FC236}">
                <a16:creationId xmlns:a16="http://schemas.microsoft.com/office/drawing/2014/main" id="{016B9899-7AA6-E693-2E4C-ADF3DFB28367}"/>
              </a:ext>
            </a:extLst>
          </p:cNvPr>
          <p:cNvSpPr>
            <a:spLocks noGrp="1"/>
          </p:cNvSpPr>
          <p:nvPr>
            <p:ph type="body" sz="quarter" idx="14" hasCustomPrompt="1"/>
          </p:nvPr>
        </p:nvSpPr>
        <p:spPr>
          <a:xfrm>
            <a:off x="407988" y="2159779"/>
            <a:ext cx="4233853" cy="307777"/>
          </a:xfrm>
          <a:prstGeom prst="rect">
            <a:avLst/>
          </a:prstGeom>
        </p:spPr>
        <p:txBody>
          <a:bodyPr lIns="0" tIns="0" rIns="0" bIns="0"/>
          <a:lstStyle>
            <a:lvl1pPr>
              <a:defRPr lang="en-US" sz="2000" b="1" i="0" u="none" strike="noStrike" kern="1200" cap="none" dirty="0" smtClean="0">
                <a:solidFill>
                  <a:schemeClr val="tx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grpSp>
        <p:nvGrpSpPr>
          <p:cNvPr id="11" name="Group 10">
            <a:extLst>
              <a:ext uri="{FF2B5EF4-FFF2-40B4-BE49-F238E27FC236}">
                <a16:creationId xmlns:a16="http://schemas.microsoft.com/office/drawing/2014/main" id="{5A247925-BD97-745B-F253-B805E96FFFA0}"/>
              </a:ext>
            </a:extLst>
          </p:cNvPr>
          <p:cNvGrpSpPr/>
          <p:nvPr userDrawn="1"/>
        </p:nvGrpSpPr>
        <p:grpSpPr>
          <a:xfrm>
            <a:off x="407988" y="404813"/>
            <a:ext cx="7879692" cy="2916619"/>
            <a:chOff x="509383" y="279643"/>
            <a:chExt cx="12206605" cy="4518199"/>
          </a:xfrm>
        </p:grpSpPr>
        <p:sp>
          <p:nvSpPr>
            <p:cNvPr id="12" name="bg object 18">
              <a:extLst>
                <a:ext uri="{FF2B5EF4-FFF2-40B4-BE49-F238E27FC236}">
                  <a16:creationId xmlns:a16="http://schemas.microsoft.com/office/drawing/2014/main" id="{BCEFB5ED-6BF7-6136-2220-F968C5DEF09D}"/>
                </a:ext>
              </a:extLst>
            </p:cNvPr>
            <p:cNvSpPr/>
            <p:nvPr userDrawn="1"/>
          </p:nvSpPr>
          <p:spPr>
            <a:xfrm>
              <a:off x="509383" y="4797842"/>
              <a:ext cx="12206605" cy="0"/>
            </a:xfrm>
            <a:custGeom>
              <a:avLst/>
              <a:gdLst/>
              <a:ahLst/>
              <a:cxnLst/>
              <a:rect l="l" t="t" r="r" b="b"/>
              <a:pathLst>
                <a:path w="12206605">
                  <a:moveTo>
                    <a:pt x="0" y="0"/>
                  </a:moveTo>
                  <a:lnTo>
                    <a:pt x="12206570" y="0"/>
                  </a:lnTo>
                </a:path>
              </a:pathLst>
            </a:custGeom>
            <a:ln w="14837">
              <a:solidFill>
                <a:schemeClr val="tx1"/>
              </a:solidFill>
            </a:ln>
          </p:spPr>
          <p:txBody>
            <a:bodyPr wrap="square" lIns="0" tIns="0" rIns="0" bIns="0" rtlCol="0"/>
            <a:lstStyle/>
            <a:p>
              <a:endParaRPr/>
            </a:p>
          </p:txBody>
        </p:sp>
        <p:sp>
          <p:nvSpPr>
            <p:cNvPr id="14" name="bg object 19">
              <a:extLst>
                <a:ext uri="{FF2B5EF4-FFF2-40B4-BE49-F238E27FC236}">
                  <a16:creationId xmlns:a16="http://schemas.microsoft.com/office/drawing/2014/main" id="{40A1F716-1324-ACB0-605C-A36B2A57B93A}"/>
                </a:ext>
              </a:extLst>
            </p:cNvPr>
            <p:cNvSpPr/>
            <p:nvPr userDrawn="1"/>
          </p:nvSpPr>
          <p:spPr>
            <a:xfrm>
              <a:off x="9171428" y="279643"/>
              <a:ext cx="0" cy="4516755"/>
            </a:xfrm>
            <a:custGeom>
              <a:avLst/>
              <a:gdLst/>
              <a:ahLst/>
              <a:cxnLst/>
              <a:rect l="l" t="t" r="r" b="b"/>
              <a:pathLst>
                <a:path h="4516755">
                  <a:moveTo>
                    <a:pt x="0" y="4516647"/>
                  </a:moveTo>
                  <a:lnTo>
                    <a:pt x="0" y="0"/>
                  </a:lnTo>
                </a:path>
              </a:pathLst>
            </a:custGeom>
            <a:ln w="14837">
              <a:solidFill>
                <a:schemeClr val="tx1"/>
              </a:solidFill>
            </a:ln>
          </p:spPr>
          <p:txBody>
            <a:bodyPr wrap="square" lIns="0" tIns="0" rIns="0" bIns="0" rtlCol="0"/>
            <a:lstStyle/>
            <a:p>
              <a:endParaRPr/>
            </a:p>
          </p:txBody>
        </p:sp>
      </p:grpSp>
    </p:spTree>
    <p:extLst>
      <p:ext uri="{BB962C8B-B14F-4D97-AF65-F5344CB8AC3E}">
        <p14:creationId xmlns:p14="http://schemas.microsoft.com/office/powerpoint/2010/main" val="3752320251"/>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pa 01 - High Yield">
    <p:bg>
      <p:bgPr>
        <a:gradFill>
          <a:gsLst>
            <a:gs pos="0">
              <a:srgbClr val="3C4A60"/>
            </a:gs>
            <a:gs pos="100000">
              <a:srgbClr val="759DB4"/>
            </a:gs>
          </a:gsLst>
          <a:lin ang="54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183916" y="304605"/>
            <a:ext cx="1715687" cy="742966"/>
          </a:xfrm>
          <a:prstGeom prst="rect">
            <a:avLst/>
          </a:prstGeom>
        </p:spPr>
      </p:pic>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9410331" y="6296541"/>
            <a:ext cx="2364803" cy="184666"/>
          </a:xfrm>
          <a:prstGeom prst="rect">
            <a:avLst/>
          </a:prstGeom>
        </p:spPr>
        <p:txBody>
          <a:bodyPr lIns="0" tIns="0" rIns="0" bIns="0">
            <a:noAutofit/>
          </a:bodyPr>
          <a:lstStyle>
            <a:lvl1pPr marL="0" marR="3081" algn="r"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9410330" y="6089649"/>
            <a:ext cx="2364803" cy="184666"/>
          </a:xfrm>
          <a:prstGeom prst="rect">
            <a:avLst/>
          </a:prstGeom>
        </p:spPr>
        <p:txBody>
          <a:bodyPr lIns="0" tIns="0" rIns="0" bIns="0"/>
          <a:lstStyle>
            <a:lvl1pPr marL="0" marR="3081" algn="r"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407988" y="5927209"/>
            <a:ext cx="6115360" cy="553998"/>
          </a:xfrm>
          <a:prstGeom prst="rect">
            <a:avLst/>
          </a:prstGeom>
        </p:spPr>
        <p:txBody>
          <a:bodyPr lIns="0" tIns="0" rIns="0" bIns="0"/>
          <a:lstStyle>
            <a:lvl1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400"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400"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TIVIO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CRÉDITO</a:t>
            </a:r>
          </a:p>
        </p:txBody>
      </p:sp>
      <p:sp>
        <p:nvSpPr>
          <p:cNvPr id="9" name="Text Placeholder 3">
            <a:extLst>
              <a:ext uri="{FF2B5EF4-FFF2-40B4-BE49-F238E27FC236}">
                <a16:creationId xmlns:a16="http://schemas.microsoft.com/office/drawing/2014/main" id="{2990FA51-3BC5-8B5F-4922-A3EFDBE7D39F}"/>
              </a:ext>
            </a:extLst>
          </p:cNvPr>
          <p:cNvSpPr>
            <a:spLocks noGrp="1"/>
          </p:cNvSpPr>
          <p:nvPr>
            <p:ph type="body" sz="quarter" idx="13" hasCustomPrompt="1"/>
          </p:nvPr>
        </p:nvSpPr>
        <p:spPr>
          <a:xfrm>
            <a:off x="407988" y="1113017"/>
            <a:ext cx="4233853" cy="1046440"/>
          </a:xfrm>
          <a:prstGeom prst="rect">
            <a:avLst/>
          </a:prstGeom>
          <a:noFill/>
        </p:spPr>
        <p:txBody>
          <a:bodyPr lIns="0" tIns="0" rIns="0" bIns="0" anchor="b" anchorCtr="0"/>
          <a:lstStyle>
            <a:lvl1pPr marL="0" indent="0">
              <a:buNone/>
              <a:defRPr sz="3400">
                <a:solidFill>
                  <a:schemeClr val="tx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0" name="Text Placeholder 15">
            <a:extLst>
              <a:ext uri="{FF2B5EF4-FFF2-40B4-BE49-F238E27FC236}">
                <a16:creationId xmlns:a16="http://schemas.microsoft.com/office/drawing/2014/main" id="{7C6416CC-D42A-F9D0-470E-9656CD4825B1}"/>
              </a:ext>
            </a:extLst>
          </p:cNvPr>
          <p:cNvSpPr>
            <a:spLocks noGrp="1"/>
          </p:cNvSpPr>
          <p:nvPr>
            <p:ph type="body" sz="quarter" idx="14" hasCustomPrompt="1"/>
          </p:nvPr>
        </p:nvSpPr>
        <p:spPr>
          <a:xfrm>
            <a:off x="407988" y="2159779"/>
            <a:ext cx="4233853" cy="307777"/>
          </a:xfrm>
          <a:prstGeom prst="rect">
            <a:avLst/>
          </a:prstGeom>
        </p:spPr>
        <p:txBody>
          <a:bodyPr lIns="0" tIns="0" rIns="0" bIns="0"/>
          <a:lstStyle>
            <a:lvl1pPr>
              <a:defRPr lang="en-US" sz="2000" b="1" i="0" u="none" strike="noStrike" kern="1200" cap="none" dirty="0" smtClean="0">
                <a:solidFill>
                  <a:schemeClr val="tx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grpSp>
        <p:nvGrpSpPr>
          <p:cNvPr id="11" name="Group 10">
            <a:extLst>
              <a:ext uri="{FF2B5EF4-FFF2-40B4-BE49-F238E27FC236}">
                <a16:creationId xmlns:a16="http://schemas.microsoft.com/office/drawing/2014/main" id="{5A012F14-CC53-BA2E-43A9-50DD92B9262B}"/>
              </a:ext>
            </a:extLst>
          </p:cNvPr>
          <p:cNvGrpSpPr/>
          <p:nvPr userDrawn="1"/>
        </p:nvGrpSpPr>
        <p:grpSpPr>
          <a:xfrm>
            <a:off x="407988" y="404813"/>
            <a:ext cx="7879692" cy="2916619"/>
            <a:chOff x="509383" y="279643"/>
            <a:chExt cx="12206605" cy="4518199"/>
          </a:xfrm>
        </p:grpSpPr>
        <p:sp>
          <p:nvSpPr>
            <p:cNvPr id="12" name="bg object 18">
              <a:extLst>
                <a:ext uri="{FF2B5EF4-FFF2-40B4-BE49-F238E27FC236}">
                  <a16:creationId xmlns:a16="http://schemas.microsoft.com/office/drawing/2014/main" id="{F4DE6A1B-8C6A-BB82-E709-6A2A45FA1D05}"/>
                </a:ext>
              </a:extLst>
            </p:cNvPr>
            <p:cNvSpPr/>
            <p:nvPr userDrawn="1"/>
          </p:nvSpPr>
          <p:spPr>
            <a:xfrm>
              <a:off x="509383" y="4797842"/>
              <a:ext cx="12206605" cy="0"/>
            </a:xfrm>
            <a:custGeom>
              <a:avLst/>
              <a:gdLst/>
              <a:ahLst/>
              <a:cxnLst/>
              <a:rect l="l" t="t" r="r" b="b"/>
              <a:pathLst>
                <a:path w="12206605">
                  <a:moveTo>
                    <a:pt x="0" y="0"/>
                  </a:moveTo>
                  <a:lnTo>
                    <a:pt x="12206570" y="0"/>
                  </a:lnTo>
                </a:path>
              </a:pathLst>
            </a:custGeom>
            <a:ln w="14837">
              <a:solidFill>
                <a:srgbClr val="FFFFFF"/>
              </a:solidFill>
            </a:ln>
          </p:spPr>
          <p:txBody>
            <a:bodyPr wrap="square" lIns="0" tIns="0" rIns="0" bIns="0" rtlCol="0"/>
            <a:lstStyle/>
            <a:p>
              <a:endParaRPr/>
            </a:p>
          </p:txBody>
        </p:sp>
        <p:sp>
          <p:nvSpPr>
            <p:cNvPr id="14" name="bg object 19">
              <a:extLst>
                <a:ext uri="{FF2B5EF4-FFF2-40B4-BE49-F238E27FC236}">
                  <a16:creationId xmlns:a16="http://schemas.microsoft.com/office/drawing/2014/main" id="{3D7CFF59-CCAF-2434-5D7E-E1CA4FB1EB7E}"/>
                </a:ext>
              </a:extLst>
            </p:cNvPr>
            <p:cNvSpPr/>
            <p:nvPr userDrawn="1"/>
          </p:nvSpPr>
          <p:spPr>
            <a:xfrm>
              <a:off x="9171428" y="279643"/>
              <a:ext cx="0" cy="4516755"/>
            </a:xfrm>
            <a:custGeom>
              <a:avLst/>
              <a:gdLst/>
              <a:ahLst/>
              <a:cxnLst/>
              <a:rect l="l" t="t" r="r" b="b"/>
              <a:pathLst>
                <a:path h="4516755">
                  <a:moveTo>
                    <a:pt x="0" y="4516647"/>
                  </a:moveTo>
                  <a:lnTo>
                    <a:pt x="0" y="0"/>
                  </a:lnTo>
                </a:path>
              </a:pathLst>
            </a:custGeom>
            <a:ln w="14837">
              <a:solidFill>
                <a:srgbClr val="FFFFFF"/>
              </a:solidFill>
            </a:ln>
          </p:spPr>
          <p:txBody>
            <a:bodyPr wrap="square" lIns="0" tIns="0" rIns="0" bIns="0" rtlCol="0"/>
            <a:lstStyle/>
            <a:p>
              <a:endParaRPr/>
            </a:p>
          </p:txBody>
        </p:sp>
      </p:grpSp>
    </p:spTree>
    <p:extLst>
      <p:ext uri="{BB962C8B-B14F-4D97-AF65-F5344CB8AC3E}">
        <p14:creationId xmlns:p14="http://schemas.microsoft.com/office/powerpoint/2010/main" val="1871745967"/>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Índice - High Grade - Mais de 40">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10" name="Espaço Reservado para Número de Slide 5">
            <a:extLst>
              <a:ext uri="{FF2B5EF4-FFF2-40B4-BE49-F238E27FC236}">
                <a16:creationId xmlns:a16="http://schemas.microsoft.com/office/drawing/2014/main" id="{1C9AF77E-9895-4AC7-A1DF-EE12ACB0EE6B}"/>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12" name="Text Placeholder 3">
            <a:extLst>
              <a:ext uri="{FF2B5EF4-FFF2-40B4-BE49-F238E27FC236}">
                <a16:creationId xmlns:a16="http://schemas.microsoft.com/office/drawing/2014/main" id="{050BAD04-1FFE-3E42-A1B1-BDD8FE7DA82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en-US" err="1"/>
              <a:t>Índice</a:t>
            </a:r>
            <a:r>
              <a:rPr lang="en-US"/>
              <a:t> - </a:t>
            </a:r>
            <a:r>
              <a:rPr lang="en-US" err="1"/>
              <a:t>Padrão</a:t>
            </a:r>
            <a:endParaRPr lang="en-US"/>
          </a:p>
        </p:txBody>
      </p:sp>
      <p:sp>
        <p:nvSpPr>
          <p:cNvPr id="14" name="Text Placeholder 10">
            <a:extLst>
              <a:ext uri="{FF2B5EF4-FFF2-40B4-BE49-F238E27FC236}">
                <a16:creationId xmlns:a16="http://schemas.microsoft.com/office/drawing/2014/main" id="{27D03C84-7D32-1C70-A8E9-63EA0F348C1F}"/>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marL="0" indent="0">
              <a:lnSpc>
                <a:spcPct val="100000"/>
              </a:lnSpc>
              <a:spcBef>
                <a:spcPts val="0"/>
              </a:spcBef>
              <a:defRPr sz="900" baseline="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9D8C61F7-2206-D64F-31E1-979FA329DE03}"/>
              </a:ext>
            </a:extLst>
          </p:cNvPr>
          <p:cNvSpPr>
            <a:spLocks noGrp="1"/>
          </p:cNvSpPr>
          <p:nvPr>
            <p:ph type="body" sz="quarter" idx="15" hasCustomPrompt="1"/>
          </p:nvPr>
        </p:nvSpPr>
        <p:spPr>
          <a:xfrm>
            <a:off x="334963" y="1268414"/>
            <a:ext cx="11522075" cy="5076824"/>
          </a:xfrm>
          <a:prstGeom prst="rect">
            <a:avLst/>
          </a:prstGeom>
        </p:spPr>
        <p:txBody>
          <a:bodyPr wrap="square" lIns="0" tIns="0" rIns="0" bIns="0" numCol="2">
            <a:noAutofit/>
          </a:bodyPr>
          <a:lstStyle>
            <a:lvl1pPr marL="36000" indent="0">
              <a:lnSpc>
                <a:spcPct val="100000"/>
              </a:lnSpc>
              <a:spcBef>
                <a:spcPts val="0"/>
              </a:spcBef>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endParaRPr lang="en-US"/>
          </a:p>
          <a:p>
            <a:pPr lvl="0"/>
            <a:endParaRPr lang="en-US"/>
          </a:p>
          <a:p>
            <a:pPr marL="342900" marR="0" lvl="0" indent="-342900" defTabSz="914400" eaLnBrk="1" fontAlgn="auto" latinLnBrk="0" hangingPunct="1">
              <a:lnSpc>
                <a:spcPct val="100000"/>
              </a:lnSpc>
              <a:spcBef>
                <a:spcPts val="0"/>
              </a:spcBef>
              <a:spcAft>
                <a:spcPts val="0"/>
              </a:spcAft>
              <a:buClrTx/>
              <a:buSzTx/>
              <a:buFontTx/>
              <a:buAutoNum type="arabicPeriod"/>
              <a:tabLst/>
              <a:defRPr/>
            </a:pPr>
            <a:endParaRPr lang="en-US"/>
          </a:p>
          <a:p>
            <a:pPr lvl="0"/>
            <a:endParaRPr lang="en-US"/>
          </a:p>
        </p:txBody>
      </p:sp>
      <p:sp>
        <p:nvSpPr>
          <p:cNvPr id="4" name="Picture 8">
            <a:extLst>
              <a:ext uri="{FF2B5EF4-FFF2-40B4-BE49-F238E27FC236}">
                <a16:creationId xmlns:a16="http://schemas.microsoft.com/office/drawing/2014/main" id="{A5790082-B3AF-5DC7-AEAB-0F53AA8F9D33}"/>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4"/>
              </a:solidFill>
            </a:endParaRPr>
          </a:p>
        </p:txBody>
      </p:sp>
    </p:spTree>
    <p:extLst>
      <p:ext uri="{BB962C8B-B14F-4D97-AF65-F5344CB8AC3E}">
        <p14:creationId xmlns:p14="http://schemas.microsoft.com/office/powerpoint/2010/main" val="3816570111"/>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Índice - High Grade - 10 títulos">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93" name="Espaço Reservado para Número de Slide 5">
            <a:extLst>
              <a:ext uri="{FF2B5EF4-FFF2-40B4-BE49-F238E27FC236}">
                <a16:creationId xmlns:a16="http://schemas.microsoft.com/office/drawing/2014/main" id="{8B43B5D6-9411-2916-3463-C0BBC4CE3A66}"/>
              </a:ext>
            </a:extLst>
          </p:cNvPr>
          <p:cNvSpPr>
            <a:spLocks noGrp="1"/>
          </p:cNvSpPr>
          <p:nvPr>
            <p:ph type="sldNum" sz="quarter" idx="12"/>
          </p:nvPr>
        </p:nvSpPr>
        <p:spPr>
          <a:xfrm>
            <a:off x="11561763" y="6480822"/>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95" name="Text Placeholder 3">
            <a:extLst>
              <a:ext uri="{FF2B5EF4-FFF2-40B4-BE49-F238E27FC236}">
                <a16:creationId xmlns:a16="http://schemas.microsoft.com/office/drawing/2014/main" id="{1F9E0DEB-08E9-5248-44F9-9916F0925C87}"/>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pt-BR"/>
              <a:t>Índice | Até 10 títulos</a:t>
            </a:r>
            <a:endParaRPr lang="en-US"/>
          </a:p>
        </p:txBody>
      </p:sp>
      <p:sp>
        <p:nvSpPr>
          <p:cNvPr id="96" name="Text Placeholder 10">
            <a:extLst>
              <a:ext uri="{FF2B5EF4-FFF2-40B4-BE49-F238E27FC236}">
                <a16:creationId xmlns:a16="http://schemas.microsoft.com/office/drawing/2014/main" id="{86EE135B-8461-A8E5-B808-1CCC5F3ABF32}"/>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marL="0" indent="0">
              <a:lnSpc>
                <a:spcPct val="100000"/>
              </a:lnSpc>
              <a:spcBef>
                <a:spcPts val="0"/>
              </a:spcBef>
              <a:defRPr sz="900" baseline="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7" name="Text Placeholder 21">
            <a:extLst>
              <a:ext uri="{FF2B5EF4-FFF2-40B4-BE49-F238E27FC236}">
                <a16:creationId xmlns:a16="http://schemas.microsoft.com/office/drawing/2014/main" id="{C68EECD8-4868-C403-065A-798C94914B21}"/>
              </a:ext>
            </a:extLst>
          </p:cNvPr>
          <p:cNvSpPr>
            <a:spLocks noGrp="1"/>
          </p:cNvSpPr>
          <p:nvPr>
            <p:ph type="body" sz="quarter" idx="17" hasCustomPrompt="1"/>
          </p:nvPr>
        </p:nvSpPr>
        <p:spPr>
          <a:xfrm>
            <a:off x="1217549" y="1340437"/>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98" name="Text Placeholder 21">
            <a:extLst>
              <a:ext uri="{FF2B5EF4-FFF2-40B4-BE49-F238E27FC236}">
                <a16:creationId xmlns:a16="http://schemas.microsoft.com/office/drawing/2014/main" id="{377F7479-B5E7-D307-06B9-71E3BA37F3EF}"/>
              </a:ext>
            </a:extLst>
          </p:cNvPr>
          <p:cNvSpPr>
            <a:spLocks noGrp="1"/>
          </p:cNvSpPr>
          <p:nvPr>
            <p:ph type="body" sz="quarter" idx="19" hasCustomPrompt="1"/>
          </p:nvPr>
        </p:nvSpPr>
        <p:spPr>
          <a:xfrm>
            <a:off x="1217549" y="2266421"/>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99" name="Text Placeholder 21">
            <a:extLst>
              <a:ext uri="{FF2B5EF4-FFF2-40B4-BE49-F238E27FC236}">
                <a16:creationId xmlns:a16="http://schemas.microsoft.com/office/drawing/2014/main" id="{A9CB3A34-F081-C677-A00F-67C1873C062A}"/>
              </a:ext>
            </a:extLst>
          </p:cNvPr>
          <p:cNvSpPr>
            <a:spLocks noGrp="1"/>
          </p:cNvSpPr>
          <p:nvPr>
            <p:ph type="body" sz="quarter" idx="21" hasCustomPrompt="1"/>
          </p:nvPr>
        </p:nvSpPr>
        <p:spPr>
          <a:xfrm>
            <a:off x="1217549" y="3279695"/>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0" name="Text Placeholder 21">
            <a:extLst>
              <a:ext uri="{FF2B5EF4-FFF2-40B4-BE49-F238E27FC236}">
                <a16:creationId xmlns:a16="http://schemas.microsoft.com/office/drawing/2014/main" id="{66627ED0-3A46-8737-6897-D3BDDB091302}"/>
              </a:ext>
            </a:extLst>
          </p:cNvPr>
          <p:cNvSpPr>
            <a:spLocks noGrp="1"/>
          </p:cNvSpPr>
          <p:nvPr>
            <p:ph type="body" sz="quarter" idx="23" hasCustomPrompt="1"/>
          </p:nvPr>
        </p:nvSpPr>
        <p:spPr>
          <a:xfrm>
            <a:off x="1217549" y="4298020"/>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1" name="Text Placeholder 21">
            <a:extLst>
              <a:ext uri="{FF2B5EF4-FFF2-40B4-BE49-F238E27FC236}">
                <a16:creationId xmlns:a16="http://schemas.microsoft.com/office/drawing/2014/main" id="{4A98C90D-F543-2D3A-9F32-FF02504B384D}"/>
              </a:ext>
            </a:extLst>
          </p:cNvPr>
          <p:cNvSpPr>
            <a:spLocks noGrp="1"/>
          </p:cNvSpPr>
          <p:nvPr>
            <p:ph type="body" sz="quarter" idx="25" hasCustomPrompt="1"/>
          </p:nvPr>
        </p:nvSpPr>
        <p:spPr>
          <a:xfrm>
            <a:off x="6978587" y="1338594"/>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2" name="Text Placeholder 21">
            <a:extLst>
              <a:ext uri="{FF2B5EF4-FFF2-40B4-BE49-F238E27FC236}">
                <a16:creationId xmlns:a16="http://schemas.microsoft.com/office/drawing/2014/main" id="{02D303FD-4338-9202-3742-445CFAC544F9}"/>
              </a:ext>
            </a:extLst>
          </p:cNvPr>
          <p:cNvSpPr>
            <a:spLocks noGrp="1"/>
          </p:cNvSpPr>
          <p:nvPr>
            <p:ph type="body" sz="quarter" idx="27" hasCustomPrompt="1"/>
          </p:nvPr>
        </p:nvSpPr>
        <p:spPr>
          <a:xfrm>
            <a:off x="6978587" y="2264578"/>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3" name="Text Placeholder 21">
            <a:extLst>
              <a:ext uri="{FF2B5EF4-FFF2-40B4-BE49-F238E27FC236}">
                <a16:creationId xmlns:a16="http://schemas.microsoft.com/office/drawing/2014/main" id="{DAB51C54-4BA1-024C-8F1D-E61343BFAC42}"/>
              </a:ext>
            </a:extLst>
          </p:cNvPr>
          <p:cNvSpPr>
            <a:spLocks noGrp="1"/>
          </p:cNvSpPr>
          <p:nvPr>
            <p:ph type="body" sz="quarter" idx="29" hasCustomPrompt="1"/>
          </p:nvPr>
        </p:nvSpPr>
        <p:spPr>
          <a:xfrm>
            <a:off x="6978587" y="3274846"/>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4" name="Text Placeholder 21">
            <a:extLst>
              <a:ext uri="{FF2B5EF4-FFF2-40B4-BE49-F238E27FC236}">
                <a16:creationId xmlns:a16="http://schemas.microsoft.com/office/drawing/2014/main" id="{31C27C31-0117-4C41-7DD9-9A95AE01F9D5}"/>
              </a:ext>
            </a:extLst>
          </p:cNvPr>
          <p:cNvSpPr>
            <a:spLocks noGrp="1"/>
          </p:cNvSpPr>
          <p:nvPr>
            <p:ph type="body" sz="quarter" idx="31" hasCustomPrompt="1"/>
          </p:nvPr>
        </p:nvSpPr>
        <p:spPr>
          <a:xfrm>
            <a:off x="6978587" y="4296177"/>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5" name="Text Placeholder 21">
            <a:extLst>
              <a:ext uri="{FF2B5EF4-FFF2-40B4-BE49-F238E27FC236}">
                <a16:creationId xmlns:a16="http://schemas.microsoft.com/office/drawing/2014/main" id="{305C7304-230E-F6CE-A76D-99DF1E692F08}"/>
              </a:ext>
            </a:extLst>
          </p:cNvPr>
          <p:cNvSpPr>
            <a:spLocks noGrp="1"/>
          </p:cNvSpPr>
          <p:nvPr>
            <p:ph type="body" sz="quarter" idx="18" hasCustomPrompt="1"/>
          </p:nvPr>
        </p:nvSpPr>
        <p:spPr>
          <a:xfrm>
            <a:off x="334964" y="1319509"/>
            <a:ext cx="666897" cy="492443"/>
          </a:xfrm>
          <a:prstGeom prst="rect">
            <a:avLst/>
          </a:prstGeom>
          <a:noFill/>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a:t>
            </a:r>
            <a:endParaRPr lang="pt-BR"/>
          </a:p>
        </p:txBody>
      </p:sp>
      <p:sp>
        <p:nvSpPr>
          <p:cNvPr id="106" name="Text Placeholder 21">
            <a:extLst>
              <a:ext uri="{FF2B5EF4-FFF2-40B4-BE49-F238E27FC236}">
                <a16:creationId xmlns:a16="http://schemas.microsoft.com/office/drawing/2014/main" id="{646BD931-2CC9-4B26-938C-C6A9327B317A}"/>
              </a:ext>
            </a:extLst>
          </p:cNvPr>
          <p:cNvSpPr>
            <a:spLocks noGrp="1"/>
          </p:cNvSpPr>
          <p:nvPr>
            <p:ph type="body" sz="quarter" idx="20" hasCustomPrompt="1"/>
          </p:nvPr>
        </p:nvSpPr>
        <p:spPr>
          <a:xfrm>
            <a:off x="334964" y="2240644"/>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2.</a:t>
            </a:r>
            <a:endParaRPr lang="pt-BR"/>
          </a:p>
        </p:txBody>
      </p:sp>
      <p:sp>
        <p:nvSpPr>
          <p:cNvPr id="107" name="Text Placeholder 21">
            <a:extLst>
              <a:ext uri="{FF2B5EF4-FFF2-40B4-BE49-F238E27FC236}">
                <a16:creationId xmlns:a16="http://schemas.microsoft.com/office/drawing/2014/main" id="{7EF60F9A-51DE-3649-80E7-711C186485AA}"/>
              </a:ext>
            </a:extLst>
          </p:cNvPr>
          <p:cNvSpPr>
            <a:spLocks noGrp="1"/>
          </p:cNvSpPr>
          <p:nvPr>
            <p:ph type="body" sz="quarter" idx="22" hasCustomPrompt="1"/>
          </p:nvPr>
        </p:nvSpPr>
        <p:spPr>
          <a:xfrm>
            <a:off x="334964" y="3250912"/>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3.</a:t>
            </a:r>
            <a:endParaRPr lang="pt-BR"/>
          </a:p>
        </p:txBody>
      </p:sp>
      <p:sp>
        <p:nvSpPr>
          <p:cNvPr id="108" name="Text Placeholder 21">
            <a:extLst>
              <a:ext uri="{FF2B5EF4-FFF2-40B4-BE49-F238E27FC236}">
                <a16:creationId xmlns:a16="http://schemas.microsoft.com/office/drawing/2014/main" id="{454FB385-5582-984D-3BEC-2409DCFBBEA7}"/>
              </a:ext>
            </a:extLst>
          </p:cNvPr>
          <p:cNvSpPr>
            <a:spLocks noGrp="1"/>
          </p:cNvSpPr>
          <p:nvPr>
            <p:ph type="body" sz="quarter" idx="24" hasCustomPrompt="1"/>
          </p:nvPr>
        </p:nvSpPr>
        <p:spPr>
          <a:xfrm>
            <a:off x="334964" y="4269237"/>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4.</a:t>
            </a:r>
            <a:endParaRPr lang="pt-BR"/>
          </a:p>
        </p:txBody>
      </p:sp>
      <p:sp>
        <p:nvSpPr>
          <p:cNvPr id="109" name="Text Placeholder 21">
            <a:extLst>
              <a:ext uri="{FF2B5EF4-FFF2-40B4-BE49-F238E27FC236}">
                <a16:creationId xmlns:a16="http://schemas.microsoft.com/office/drawing/2014/main" id="{48AFB4A3-A713-3B36-5C4C-116B17982407}"/>
              </a:ext>
            </a:extLst>
          </p:cNvPr>
          <p:cNvSpPr>
            <a:spLocks noGrp="1"/>
          </p:cNvSpPr>
          <p:nvPr>
            <p:ph type="body" sz="quarter" idx="26" hasCustomPrompt="1"/>
          </p:nvPr>
        </p:nvSpPr>
        <p:spPr>
          <a:xfrm>
            <a:off x="6096002" y="1319509"/>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6.</a:t>
            </a:r>
            <a:endParaRPr lang="pt-BR"/>
          </a:p>
        </p:txBody>
      </p:sp>
      <p:sp>
        <p:nvSpPr>
          <p:cNvPr id="110" name="Text Placeholder 21">
            <a:extLst>
              <a:ext uri="{FF2B5EF4-FFF2-40B4-BE49-F238E27FC236}">
                <a16:creationId xmlns:a16="http://schemas.microsoft.com/office/drawing/2014/main" id="{455A5A6A-C346-A345-7676-47650852DEC5}"/>
              </a:ext>
            </a:extLst>
          </p:cNvPr>
          <p:cNvSpPr>
            <a:spLocks noGrp="1"/>
          </p:cNvSpPr>
          <p:nvPr>
            <p:ph type="body" sz="quarter" idx="28" hasCustomPrompt="1"/>
          </p:nvPr>
        </p:nvSpPr>
        <p:spPr>
          <a:xfrm>
            <a:off x="6096002" y="2240644"/>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7.</a:t>
            </a:r>
            <a:endParaRPr lang="pt-BR"/>
          </a:p>
        </p:txBody>
      </p:sp>
      <p:sp>
        <p:nvSpPr>
          <p:cNvPr id="111" name="Text Placeholder 21">
            <a:extLst>
              <a:ext uri="{FF2B5EF4-FFF2-40B4-BE49-F238E27FC236}">
                <a16:creationId xmlns:a16="http://schemas.microsoft.com/office/drawing/2014/main" id="{C9036724-53EE-61EA-4F36-0647670CC647}"/>
              </a:ext>
            </a:extLst>
          </p:cNvPr>
          <p:cNvSpPr>
            <a:spLocks noGrp="1"/>
          </p:cNvSpPr>
          <p:nvPr>
            <p:ph type="body" sz="quarter" idx="30" hasCustomPrompt="1"/>
          </p:nvPr>
        </p:nvSpPr>
        <p:spPr>
          <a:xfrm>
            <a:off x="6096002" y="3250912"/>
            <a:ext cx="666897" cy="492443"/>
          </a:xfrm>
          <a:prstGeom prst="rect">
            <a:avLst/>
          </a:prstGeom>
          <a:noFill/>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8.</a:t>
            </a:r>
            <a:endParaRPr lang="pt-BR"/>
          </a:p>
        </p:txBody>
      </p:sp>
      <p:sp>
        <p:nvSpPr>
          <p:cNvPr id="112" name="Text Placeholder 21">
            <a:extLst>
              <a:ext uri="{FF2B5EF4-FFF2-40B4-BE49-F238E27FC236}">
                <a16:creationId xmlns:a16="http://schemas.microsoft.com/office/drawing/2014/main" id="{59FC8DE1-DA8C-E6FC-0074-C1233AE33862}"/>
              </a:ext>
            </a:extLst>
          </p:cNvPr>
          <p:cNvSpPr>
            <a:spLocks noGrp="1"/>
          </p:cNvSpPr>
          <p:nvPr>
            <p:ph type="body" sz="quarter" idx="32" hasCustomPrompt="1"/>
          </p:nvPr>
        </p:nvSpPr>
        <p:spPr>
          <a:xfrm>
            <a:off x="6096002" y="4269237"/>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9.</a:t>
            </a:r>
            <a:endParaRPr lang="pt-BR"/>
          </a:p>
        </p:txBody>
      </p:sp>
      <p:sp>
        <p:nvSpPr>
          <p:cNvPr id="113" name="Text Placeholder 21">
            <a:extLst>
              <a:ext uri="{FF2B5EF4-FFF2-40B4-BE49-F238E27FC236}">
                <a16:creationId xmlns:a16="http://schemas.microsoft.com/office/drawing/2014/main" id="{CD7EC131-607A-502B-D5DB-EACD3848C447}"/>
              </a:ext>
            </a:extLst>
          </p:cNvPr>
          <p:cNvSpPr>
            <a:spLocks noGrp="1"/>
          </p:cNvSpPr>
          <p:nvPr>
            <p:ph type="body" sz="quarter" idx="33" hasCustomPrompt="1"/>
          </p:nvPr>
        </p:nvSpPr>
        <p:spPr>
          <a:xfrm>
            <a:off x="1217549" y="5311941"/>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14" name="Text Placeholder 21">
            <a:extLst>
              <a:ext uri="{FF2B5EF4-FFF2-40B4-BE49-F238E27FC236}">
                <a16:creationId xmlns:a16="http://schemas.microsoft.com/office/drawing/2014/main" id="{39366CD8-736E-E9F0-1631-408CE9342B73}"/>
              </a:ext>
            </a:extLst>
          </p:cNvPr>
          <p:cNvSpPr>
            <a:spLocks noGrp="1"/>
          </p:cNvSpPr>
          <p:nvPr>
            <p:ph type="body" sz="quarter" idx="34" hasCustomPrompt="1"/>
          </p:nvPr>
        </p:nvSpPr>
        <p:spPr>
          <a:xfrm>
            <a:off x="6978587" y="5310098"/>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15" name="Text Placeholder 21">
            <a:extLst>
              <a:ext uri="{FF2B5EF4-FFF2-40B4-BE49-F238E27FC236}">
                <a16:creationId xmlns:a16="http://schemas.microsoft.com/office/drawing/2014/main" id="{A36BD412-4DD9-0776-5A73-B5939ACF9185}"/>
              </a:ext>
            </a:extLst>
          </p:cNvPr>
          <p:cNvSpPr>
            <a:spLocks noGrp="1"/>
          </p:cNvSpPr>
          <p:nvPr>
            <p:ph type="body" sz="quarter" idx="35" hasCustomPrompt="1"/>
          </p:nvPr>
        </p:nvSpPr>
        <p:spPr>
          <a:xfrm>
            <a:off x="334964" y="5283158"/>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5.</a:t>
            </a:r>
            <a:endParaRPr lang="pt-BR"/>
          </a:p>
        </p:txBody>
      </p:sp>
      <p:sp>
        <p:nvSpPr>
          <p:cNvPr id="116" name="Text Placeholder 21">
            <a:extLst>
              <a:ext uri="{FF2B5EF4-FFF2-40B4-BE49-F238E27FC236}">
                <a16:creationId xmlns:a16="http://schemas.microsoft.com/office/drawing/2014/main" id="{0D56432C-F90B-BE78-9849-16EDFA25EDF3}"/>
              </a:ext>
            </a:extLst>
          </p:cNvPr>
          <p:cNvSpPr>
            <a:spLocks noGrp="1"/>
          </p:cNvSpPr>
          <p:nvPr>
            <p:ph type="body" sz="quarter" idx="36" hasCustomPrompt="1"/>
          </p:nvPr>
        </p:nvSpPr>
        <p:spPr>
          <a:xfrm>
            <a:off x="6096002" y="5283158"/>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10.</a:t>
            </a:r>
            <a:endParaRPr lang="pt-BR"/>
          </a:p>
        </p:txBody>
      </p:sp>
      <p:sp>
        <p:nvSpPr>
          <p:cNvPr id="3" name="Picture 8">
            <a:extLst>
              <a:ext uri="{FF2B5EF4-FFF2-40B4-BE49-F238E27FC236}">
                <a16:creationId xmlns:a16="http://schemas.microsoft.com/office/drawing/2014/main" id="{13E1FCE5-3B0A-A220-D717-0F7086E423DA}"/>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4"/>
              </a:solidFill>
            </a:endParaRPr>
          </a:p>
        </p:txBody>
      </p:sp>
    </p:spTree>
    <p:extLst>
      <p:ext uri="{BB962C8B-B14F-4D97-AF65-F5344CB8AC3E}">
        <p14:creationId xmlns:p14="http://schemas.microsoft.com/office/powerpoint/2010/main" val="1723148835"/>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Índice - High Grade - 14 títulos">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93" name="Espaço Reservado para Número de Slide 5">
            <a:extLst>
              <a:ext uri="{FF2B5EF4-FFF2-40B4-BE49-F238E27FC236}">
                <a16:creationId xmlns:a16="http://schemas.microsoft.com/office/drawing/2014/main" id="{8B43B5D6-9411-2916-3463-C0BBC4CE3A66}"/>
              </a:ext>
            </a:extLst>
          </p:cNvPr>
          <p:cNvSpPr>
            <a:spLocks noGrp="1"/>
          </p:cNvSpPr>
          <p:nvPr>
            <p:ph type="sldNum" sz="quarter" idx="12"/>
          </p:nvPr>
        </p:nvSpPr>
        <p:spPr>
          <a:xfrm>
            <a:off x="11542617"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95" name="Text Placeholder 3">
            <a:extLst>
              <a:ext uri="{FF2B5EF4-FFF2-40B4-BE49-F238E27FC236}">
                <a16:creationId xmlns:a16="http://schemas.microsoft.com/office/drawing/2014/main" id="{1F9E0DEB-08E9-5248-44F9-9916F0925C87}"/>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pt-BR"/>
              <a:t>Índice | Até 14 títulos</a:t>
            </a:r>
            <a:endParaRPr lang="en-US"/>
          </a:p>
        </p:txBody>
      </p:sp>
      <p:sp>
        <p:nvSpPr>
          <p:cNvPr id="96" name="Text Placeholder 10">
            <a:extLst>
              <a:ext uri="{FF2B5EF4-FFF2-40B4-BE49-F238E27FC236}">
                <a16:creationId xmlns:a16="http://schemas.microsoft.com/office/drawing/2014/main" id="{86EE135B-8461-A8E5-B808-1CCC5F3ABF32}"/>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marL="0" indent="0">
              <a:lnSpc>
                <a:spcPct val="100000"/>
              </a:lnSpc>
              <a:spcBef>
                <a:spcPts val="0"/>
              </a:spcBef>
              <a:defRPr sz="900" baseline="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7" name="Text Placeholder 21">
            <a:extLst>
              <a:ext uri="{FF2B5EF4-FFF2-40B4-BE49-F238E27FC236}">
                <a16:creationId xmlns:a16="http://schemas.microsoft.com/office/drawing/2014/main" id="{C68EECD8-4868-C403-065A-798C94914B21}"/>
              </a:ext>
            </a:extLst>
          </p:cNvPr>
          <p:cNvSpPr>
            <a:spLocks noGrp="1"/>
          </p:cNvSpPr>
          <p:nvPr>
            <p:ph type="body" sz="quarter" idx="17" hasCustomPrompt="1"/>
          </p:nvPr>
        </p:nvSpPr>
        <p:spPr>
          <a:xfrm>
            <a:off x="1112441" y="1294749"/>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98" name="Text Placeholder 21">
            <a:extLst>
              <a:ext uri="{FF2B5EF4-FFF2-40B4-BE49-F238E27FC236}">
                <a16:creationId xmlns:a16="http://schemas.microsoft.com/office/drawing/2014/main" id="{377F7479-B5E7-D307-06B9-71E3BA37F3EF}"/>
              </a:ext>
            </a:extLst>
          </p:cNvPr>
          <p:cNvSpPr>
            <a:spLocks noGrp="1"/>
          </p:cNvSpPr>
          <p:nvPr>
            <p:ph type="body" sz="quarter" idx="19" hasCustomPrompt="1"/>
          </p:nvPr>
        </p:nvSpPr>
        <p:spPr>
          <a:xfrm>
            <a:off x="1112441" y="2053172"/>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99" name="Text Placeholder 21">
            <a:extLst>
              <a:ext uri="{FF2B5EF4-FFF2-40B4-BE49-F238E27FC236}">
                <a16:creationId xmlns:a16="http://schemas.microsoft.com/office/drawing/2014/main" id="{A9CB3A34-F081-C677-A00F-67C1873C062A}"/>
              </a:ext>
            </a:extLst>
          </p:cNvPr>
          <p:cNvSpPr>
            <a:spLocks noGrp="1"/>
          </p:cNvSpPr>
          <p:nvPr>
            <p:ph type="body" sz="quarter" idx="21" hasCustomPrompt="1"/>
          </p:nvPr>
        </p:nvSpPr>
        <p:spPr>
          <a:xfrm>
            <a:off x="1112441" y="2813030"/>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0" name="Text Placeholder 21">
            <a:extLst>
              <a:ext uri="{FF2B5EF4-FFF2-40B4-BE49-F238E27FC236}">
                <a16:creationId xmlns:a16="http://schemas.microsoft.com/office/drawing/2014/main" id="{66627ED0-3A46-8737-6897-D3BDDB091302}"/>
              </a:ext>
            </a:extLst>
          </p:cNvPr>
          <p:cNvSpPr>
            <a:spLocks noGrp="1"/>
          </p:cNvSpPr>
          <p:nvPr>
            <p:ph type="body" sz="quarter" idx="23" hasCustomPrompt="1"/>
          </p:nvPr>
        </p:nvSpPr>
        <p:spPr>
          <a:xfrm>
            <a:off x="1112441" y="3578536"/>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1" name="Text Placeholder 21">
            <a:extLst>
              <a:ext uri="{FF2B5EF4-FFF2-40B4-BE49-F238E27FC236}">
                <a16:creationId xmlns:a16="http://schemas.microsoft.com/office/drawing/2014/main" id="{4A98C90D-F543-2D3A-9F32-FF02504B384D}"/>
              </a:ext>
            </a:extLst>
          </p:cNvPr>
          <p:cNvSpPr>
            <a:spLocks noGrp="1"/>
          </p:cNvSpPr>
          <p:nvPr>
            <p:ph type="body" sz="quarter" idx="25" hasCustomPrompt="1"/>
          </p:nvPr>
        </p:nvSpPr>
        <p:spPr>
          <a:xfrm>
            <a:off x="6873479" y="1298388"/>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2" name="Text Placeholder 21">
            <a:extLst>
              <a:ext uri="{FF2B5EF4-FFF2-40B4-BE49-F238E27FC236}">
                <a16:creationId xmlns:a16="http://schemas.microsoft.com/office/drawing/2014/main" id="{02D303FD-4338-9202-3742-445CFAC544F9}"/>
              </a:ext>
            </a:extLst>
          </p:cNvPr>
          <p:cNvSpPr>
            <a:spLocks noGrp="1"/>
          </p:cNvSpPr>
          <p:nvPr>
            <p:ph type="body" sz="quarter" idx="27" hasCustomPrompt="1"/>
          </p:nvPr>
        </p:nvSpPr>
        <p:spPr>
          <a:xfrm>
            <a:off x="6873479" y="2051616"/>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3" name="Text Placeholder 21">
            <a:extLst>
              <a:ext uri="{FF2B5EF4-FFF2-40B4-BE49-F238E27FC236}">
                <a16:creationId xmlns:a16="http://schemas.microsoft.com/office/drawing/2014/main" id="{DAB51C54-4BA1-024C-8F1D-E61343BFAC42}"/>
              </a:ext>
            </a:extLst>
          </p:cNvPr>
          <p:cNvSpPr>
            <a:spLocks noGrp="1"/>
          </p:cNvSpPr>
          <p:nvPr>
            <p:ph type="body" sz="quarter" idx="29" hasCustomPrompt="1"/>
          </p:nvPr>
        </p:nvSpPr>
        <p:spPr>
          <a:xfrm>
            <a:off x="6873479" y="2808937"/>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4" name="Text Placeholder 21">
            <a:extLst>
              <a:ext uri="{FF2B5EF4-FFF2-40B4-BE49-F238E27FC236}">
                <a16:creationId xmlns:a16="http://schemas.microsoft.com/office/drawing/2014/main" id="{31C27C31-0117-4C41-7DD9-9A95AE01F9D5}"/>
              </a:ext>
            </a:extLst>
          </p:cNvPr>
          <p:cNvSpPr>
            <a:spLocks noGrp="1"/>
          </p:cNvSpPr>
          <p:nvPr>
            <p:ph type="body" sz="quarter" idx="31" hasCustomPrompt="1"/>
          </p:nvPr>
        </p:nvSpPr>
        <p:spPr>
          <a:xfrm>
            <a:off x="6873479" y="3576980"/>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5" name="Text Placeholder 21">
            <a:extLst>
              <a:ext uri="{FF2B5EF4-FFF2-40B4-BE49-F238E27FC236}">
                <a16:creationId xmlns:a16="http://schemas.microsoft.com/office/drawing/2014/main" id="{305C7304-230E-F6CE-A76D-99DF1E692F08}"/>
              </a:ext>
            </a:extLst>
          </p:cNvPr>
          <p:cNvSpPr>
            <a:spLocks noGrp="1"/>
          </p:cNvSpPr>
          <p:nvPr>
            <p:ph type="body" sz="quarter" idx="18" hasCustomPrompt="1"/>
          </p:nvPr>
        </p:nvSpPr>
        <p:spPr>
          <a:xfrm>
            <a:off x="334965" y="1272292"/>
            <a:ext cx="562844" cy="492443"/>
          </a:xfrm>
          <a:prstGeom prst="rect">
            <a:avLst/>
          </a:prstGeom>
          <a:noFill/>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a:t>
            </a:r>
            <a:endParaRPr lang="pt-BR"/>
          </a:p>
        </p:txBody>
      </p:sp>
      <p:sp>
        <p:nvSpPr>
          <p:cNvPr id="106" name="Text Placeholder 21">
            <a:extLst>
              <a:ext uri="{FF2B5EF4-FFF2-40B4-BE49-F238E27FC236}">
                <a16:creationId xmlns:a16="http://schemas.microsoft.com/office/drawing/2014/main" id="{646BD931-2CC9-4B26-938C-C6A9327B317A}"/>
              </a:ext>
            </a:extLst>
          </p:cNvPr>
          <p:cNvSpPr>
            <a:spLocks noGrp="1"/>
          </p:cNvSpPr>
          <p:nvPr>
            <p:ph type="body" sz="quarter" idx="20" hasCustomPrompt="1"/>
          </p:nvPr>
        </p:nvSpPr>
        <p:spPr>
          <a:xfrm>
            <a:off x="334965" y="2021813"/>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2.</a:t>
            </a:r>
            <a:endParaRPr lang="pt-BR"/>
          </a:p>
        </p:txBody>
      </p:sp>
      <p:sp>
        <p:nvSpPr>
          <p:cNvPr id="107" name="Text Placeholder 21">
            <a:extLst>
              <a:ext uri="{FF2B5EF4-FFF2-40B4-BE49-F238E27FC236}">
                <a16:creationId xmlns:a16="http://schemas.microsoft.com/office/drawing/2014/main" id="{7EF60F9A-51DE-3649-80E7-711C186485AA}"/>
              </a:ext>
            </a:extLst>
          </p:cNvPr>
          <p:cNvSpPr>
            <a:spLocks noGrp="1"/>
          </p:cNvSpPr>
          <p:nvPr>
            <p:ph type="body" sz="quarter" idx="22" hasCustomPrompt="1"/>
          </p:nvPr>
        </p:nvSpPr>
        <p:spPr>
          <a:xfrm>
            <a:off x="334965" y="2779134"/>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3.</a:t>
            </a:r>
            <a:endParaRPr lang="pt-BR"/>
          </a:p>
        </p:txBody>
      </p:sp>
      <p:sp>
        <p:nvSpPr>
          <p:cNvPr id="108" name="Text Placeholder 21">
            <a:extLst>
              <a:ext uri="{FF2B5EF4-FFF2-40B4-BE49-F238E27FC236}">
                <a16:creationId xmlns:a16="http://schemas.microsoft.com/office/drawing/2014/main" id="{454FB385-5582-984D-3BEC-2409DCFBBEA7}"/>
              </a:ext>
            </a:extLst>
          </p:cNvPr>
          <p:cNvSpPr>
            <a:spLocks noGrp="1"/>
          </p:cNvSpPr>
          <p:nvPr>
            <p:ph type="body" sz="quarter" idx="24" hasCustomPrompt="1"/>
          </p:nvPr>
        </p:nvSpPr>
        <p:spPr>
          <a:xfrm>
            <a:off x="334965" y="3544640"/>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4.</a:t>
            </a:r>
            <a:endParaRPr lang="pt-BR"/>
          </a:p>
        </p:txBody>
      </p:sp>
      <p:sp>
        <p:nvSpPr>
          <p:cNvPr id="109" name="Text Placeholder 21">
            <a:extLst>
              <a:ext uri="{FF2B5EF4-FFF2-40B4-BE49-F238E27FC236}">
                <a16:creationId xmlns:a16="http://schemas.microsoft.com/office/drawing/2014/main" id="{48AFB4A3-A713-3B36-5C4C-116B17982407}"/>
              </a:ext>
            </a:extLst>
          </p:cNvPr>
          <p:cNvSpPr>
            <a:spLocks noGrp="1"/>
          </p:cNvSpPr>
          <p:nvPr>
            <p:ph type="body" sz="quarter" idx="26" hasCustomPrompt="1"/>
          </p:nvPr>
        </p:nvSpPr>
        <p:spPr>
          <a:xfrm>
            <a:off x="6096003" y="1277486"/>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8.</a:t>
            </a:r>
            <a:endParaRPr lang="pt-BR"/>
          </a:p>
        </p:txBody>
      </p:sp>
      <p:sp>
        <p:nvSpPr>
          <p:cNvPr id="110" name="Text Placeholder 21">
            <a:extLst>
              <a:ext uri="{FF2B5EF4-FFF2-40B4-BE49-F238E27FC236}">
                <a16:creationId xmlns:a16="http://schemas.microsoft.com/office/drawing/2014/main" id="{455A5A6A-C346-A345-7676-47650852DEC5}"/>
              </a:ext>
            </a:extLst>
          </p:cNvPr>
          <p:cNvSpPr>
            <a:spLocks noGrp="1"/>
          </p:cNvSpPr>
          <p:nvPr>
            <p:ph type="body" sz="quarter" idx="28" hasCustomPrompt="1"/>
          </p:nvPr>
        </p:nvSpPr>
        <p:spPr>
          <a:xfrm>
            <a:off x="6096003" y="2021813"/>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9.</a:t>
            </a:r>
            <a:endParaRPr lang="pt-BR"/>
          </a:p>
        </p:txBody>
      </p:sp>
      <p:sp>
        <p:nvSpPr>
          <p:cNvPr id="111" name="Text Placeholder 21">
            <a:extLst>
              <a:ext uri="{FF2B5EF4-FFF2-40B4-BE49-F238E27FC236}">
                <a16:creationId xmlns:a16="http://schemas.microsoft.com/office/drawing/2014/main" id="{C9036724-53EE-61EA-4F36-0647670CC647}"/>
              </a:ext>
            </a:extLst>
          </p:cNvPr>
          <p:cNvSpPr>
            <a:spLocks noGrp="1"/>
          </p:cNvSpPr>
          <p:nvPr>
            <p:ph type="body" sz="quarter" idx="30" hasCustomPrompt="1"/>
          </p:nvPr>
        </p:nvSpPr>
        <p:spPr>
          <a:xfrm>
            <a:off x="6096003" y="2779134"/>
            <a:ext cx="562844" cy="492443"/>
          </a:xfrm>
          <a:prstGeom prst="rect">
            <a:avLst/>
          </a:prstGeom>
          <a:noFill/>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10.</a:t>
            </a:r>
            <a:endParaRPr lang="pt-BR"/>
          </a:p>
        </p:txBody>
      </p:sp>
      <p:sp>
        <p:nvSpPr>
          <p:cNvPr id="112" name="Text Placeholder 21">
            <a:extLst>
              <a:ext uri="{FF2B5EF4-FFF2-40B4-BE49-F238E27FC236}">
                <a16:creationId xmlns:a16="http://schemas.microsoft.com/office/drawing/2014/main" id="{59FC8DE1-DA8C-E6FC-0074-C1233AE33862}"/>
              </a:ext>
            </a:extLst>
          </p:cNvPr>
          <p:cNvSpPr>
            <a:spLocks noGrp="1"/>
          </p:cNvSpPr>
          <p:nvPr>
            <p:ph type="body" sz="quarter" idx="32" hasCustomPrompt="1"/>
          </p:nvPr>
        </p:nvSpPr>
        <p:spPr>
          <a:xfrm>
            <a:off x="6096003" y="3544640"/>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11.</a:t>
            </a:r>
            <a:endParaRPr lang="pt-BR"/>
          </a:p>
        </p:txBody>
      </p:sp>
      <p:sp>
        <p:nvSpPr>
          <p:cNvPr id="113" name="Text Placeholder 21">
            <a:extLst>
              <a:ext uri="{FF2B5EF4-FFF2-40B4-BE49-F238E27FC236}">
                <a16:creationId xmlns:a16="http://schemas.microsoft.com/office/drawing/2014/main" id="{CD7EC131-607A-502B-D5DB-EACD3848C447}"/>
              </a:ext>
            </a:extLst>
          </p:cNvPr>
          <p:cNvSpPr>
            <a:spLocks noGrp="1"/>
          </p:cNvSpPr>
          <p:nvPr>
            <p:ph type="body" sz="quarter" idx="33" hasCustomPrompt="1"/>
          </p:nvPr>
        </p:nvSpPr>
        <p:spPr>
          <a:xfrm>
            <a:off x="1112441" y="4354249"/>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14" name="Text Placeholder 21">
            <a:extLst>
              <a:ext uri="{FF2B5EF4-FFF2-40B4-BE49-F238E27FC236}">
                <a16:creationId xmlns:a16="http://schemas.microsoft.com/office/drawing/2014/main" id="{39366CD8-736E-E9F0-1631-408CE9342B73}"/>
              </a:ext>
            </a:extLst>
          </p:cNvPr>
          <p:cNvSpPr>
            <a:spLocks noGrp="1"/>
          </p:cNvSpPr>
          <p:nvPr>
            <p:ph type="body" sz="quarter" idx="34" hasCustomPrompt="1"/>
          </p:nvPr>
        </p:nvSpPr>
        <p:spPr>
          <a:xfrm>
            <a:off x="6873479" y="4352693"/>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15" name="Text Placeholder 21">
            <a:extLst>
              <a:ext uri="{FF2B5EF4-FFF2-40B4-BE49-F238E27FC236}">
                <a16:creationId xmlns:a16="http://schemas.microsoft.com/office/drawing/2014/main" id="{A36BD412-4DD9-0776-5A73-B5939ACF9185}"/>
              </a:ext>
            </a:extLst>
          </p:cNvPr>
          <p:cNvSpPr>
            <a:spLocks noGrp="1"/>
          </p:cNvSpPr>
          <p:nvPr>
            <p:ph type="body" sz="quarter" idx="35" hasCustomPrompt="1"/>
          </p:nvPr>
        </p:nvSpPr>
        <p:spPr>
          <a:xfrm>
            <a:off x="334965" y="4320353"/>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5.</a:t>
            </a:r>
            <a:endParaRPr lang="pt-BR"/>
          </a:p>
        </p:txBody>
      </p:sp>
      <p:sp>
        <p:nvSpPr>
          <p:cNvPr id="116" name="Text Placeholder 21">
            <a:extLst>
              <a:ext uri="{FF2B5EF4-FFF2-40B4-BE49-F238E27FC236}">
                <a16:creationId xmlns:a16="http://schemas.microsoft.com/office/drawing/2014/main" id="{0D56432C-F90B-BE78-9849-16EDFA25EDF3}"/>
              </a:ext>
            </a:extLst>
          </p:cNvPr>
          <p:cNvSpPr>
            <a:spLocks noGrp="1"/>
          </p:cNvSpPr>
          <p:nvPr>
            <p:ph type="body" sz="quarter" idx="36" hasCustomPrompt="1"/>
          </p:nvPr>
        </p:nvSpPr>
        <p:spPr>
          <a:xfrm>
            <a:off x="6096003" y="4320353"/>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12.</a:t>
            </a:r>
            <a:endParaRPr lang="pt-BR"/>
          </a:p>
        </p:txBody>
      </p:sp>
      <p:sp>
        <p:nvSpPr>
          <p:cNvPr id="26" name="Text Placeholder 21">
            <a:extLst>
              <a:ext uri="{FF2B5EF4-FFF2-40B4-BE49-F238E27FC236}">
                <a16:creationId xmlns:a16="http://schemas.microsoft.com/office/drawing/2014/main" id="{C5B1F338-8D07-6165-2984-C97D76B836F9}"/>
              </a:ext>
            </a:extLst>
          </p:cNvPr>
          <p:cNvSpPr>
            <a:spLocks noGrp="1"/>
          </p:cNvSpPr>
          <p:nvPr>
            <p:ph type="body" sz="quarter" idx="37" hasCustomPrompt="1"/>
          </p:nvPr>
        </p:nvSpPr>
        <p:spPr>
          <a:xfrm>
            <a:off x="1112441" y="5133711"/>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27" name="Text Placeholder 21">
            <a:extLst>
              <a:ext uri="{FF2B5EF4-FFF2-40B4-BE49-F238E27FC236}">
                <a16:creationId xmlns:a16="http://schemas.microsoft.com/office/drawing/2014/main" id="{6AC2D12D-986D-3DD5-FBFC-D384978B998E}"/>
              </a:ext>
            </a:extLst>
          </p:cNvPr>
          <p:cNvSpPr>
            <a:spLocks noGrp="1"/>
          </p:cNvSpPr>
          <p:nvPr>
            <p:ph type="body" sz="quarter" idx="38" hasCustomPrompt="1"/>
          </p:nvPr>
        </p:nvSpPr>
        <p:spPr>
          <a:xfrm>
            <a:off x="6873479" y="5132155"/>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28" name="Text Placeholder 21">
            <a:extLst>
              <a:ext uri="{FF2B5EF4-FFF2-40B4-BE49-F238E27FC236}">
                <a16:creationId xmlns:a16="http://schemas.microsoft.com/office/drawing/2014/main" id="{91E97FC2-9348-4E3B-00E5-76B9F5F34636}"/>
              </a:ext>
            </a:extLst>
          </p:cNvPr>
          <p:cNvSpPr>
            <a:spLocks noGrp="1"/>
          </p:cNvSpPr>
          <p:nvPr>
            <p:ph type="body" sz="quarter" idx="39" hasCustomPrompt="1"/>
          </p:nvPr>
        </p:nvSpPr>
        <p:spPr>
          <a:xfrm>
            <a:off x="334965" y="5099815"/>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6.</a:t>
            </a:r>
            <a:endParaRPr lang="pt-BR"/>
          </a:p>
        </p:txBody>
      </p:sp>
      <p:sp>
        <p:nvSpPr>
          <p:cNvPr id="29" name="Text Placeholder 21">
            <a:extLst>
              <a:ext uri="{FF2B5EF4-FFF2-40B4-BE49-F238E27FC236}">
                <a16:creationId xmlns:a16="http://schemas.microsoft.com/office/drawing/2014/main" id="{10FCC27C-9F7B-60DD-448A-FA5C70190D61}"/>
              </a:ext>
            </a:extLst>
          </p:cNvPr>
          <p:cNvSpPr>
            <a:spLocks noGrp="1"/>
          </p:cNvSpPr>
          <p:nvPr>
            <p:ph type="body" sz="quarter" idx="40" hasCustomPrompt="1"/>
          </p:nvPr>
        </p:nvSpPr>
        <p:spPr>
          <a:xfrm>
            <a:off x="6096003" y="5099815"/>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13.</a:t>
            </a:r>
            <a:endParaRPr lang="pt-BR"/>
          </a:p>
        </p:txBody>
      </p:sp>
      <p:sp>
        <p:nvSpPr>
          <p:cNvPr id="30" name="Text Placeholder 21">
            <a:extLst>
              <a:ext uri="{FF2B5EF4-FFF2-40B4-BE49-F238E27FC236}">
                <a16:creationId xmlns:a16="http://schemas.microsoft.com/office/drawing/2014/main" id="{647A3C75-F52C-9572-4AC8-DF3C9EC74895}"/>
              </a:ext>
            </a:extLst>
          </p:cNvPr>
          <p:cNvSpPr>
            <a:spLocks noGrp="1"/>
          </p:cNvSpPr>
          <p:nvPr>
            <p:ph type="body" sz="quarter" idx="41" hasCustomPrompt="1"/>
          </p:nvPr>
        </p:nvSpPr>
        <p:spPr>
          <a:xfrm>
            <a:off x="1112441" y="5909424"/>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31" name="Text Placeholder 21">
            <a:extLst>
              <a:ext uri="{FF2B5EF4-FFF2-40B4-BE49-F238E27FC236}">
                <a16:creationId xmlns:a16="http://schemas.microsoft.com/office/drawing/2014/main" id="{CF181672-FCCE-ED51-44CD-B257A5102052}"/>
              </a:ext>
            </a:extLst>
          </p:cNvPr>
          <p:cNvSpPr>
            <a:spLocks noGrp="1"/>
          </p:cNvSpPr>
          <p:nvPr>
            <p:ph type="body" sz="quarter" idx="42" hasCustomPrompt="1"/>
          </p:nvPr>
        </p:nvSpPr>
        <p:spPr>
          <a:xfrm>
            <a:off x="6873479" y="5907868"/>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32" name="Text Placeholder 21">
            <a:extLst>
              <a:ext uri="{FF2B5EF4-FFF2-40B4-BE49-F238E27FC236}">
                <a16:creationId xmlns:a16="http://schemas.microsoft.com/office/drawing/2014/main" id="{C4E37429-91F7-9872-16AB-E9D998B9B034}"/>
              </a:ext>
            </a:extLst>
          </p:cNvPr>
          <p:cNvSpPr>
            <a:spLocks noGrp="1"/>
          </p:cNvSpPr>
          <p:nvPr>
            <p:ph type="body" sz="quarter" idx="43" hasCustomPrompt="1"/>
          </p:nvPr>
        </p:nvSpPr>
        <p:spPr>
          <a:xfrm>
            <a:off x="334965" y="5875528"/>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7.</a:t>
            </a:r>
            <a:endParaRPr lang="pt-BR"/>
          </a:p>
        </p:txBody>
      </p:sp>
      <p:sp>
        <p:nvSpPr>
          <p:cNvPr id="33" name="Text Placeholder 21">
            <a:extLst>
              <a:ext uri="{FF2B5EF4-FFF2-40B4-BE49-F238E27FC236}">
                <a16:creationId xmlns:a16="http://schemas.microsoft.com/office/drawing/2014/main" id="{996E1AEB-6FC0-93DB-7162-B62353FB6F67}"/>
              </a:ext>
            </a:extLst>
          </p:cNvPr>
          <p:cNvSpPr>
            <a:spLocks noGrp="1"/>
          </p:cNvSpPr>
          <p:nvPr>
            <p:ph type="body" sz="quarter" idx="44" hasCustomPrompt="1"/>
          </p:nvPr>
        </p:nvSpPr>
        <p:spPr>
          <a:xfrm>
            <a:off x="6096003" y="5875528"/>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14.</a:t>
            </a:r>
            <a:endParaRPr lang="pt-BR"/>
          </a:p>
        </p:txBody>
      </p:sp>
      <p:sp>
        <p:nvSpPr>
          <p:cNvPr id="2" name="Picture 8">
            <a:extLst>
              <a:ext uri="{FF2B5EF4-FFF2-40B4-BE49-F238E27FC236}">
                <a16:creationId xmlns:a16="http://schemas.microsoft.com/office/drawing/2014/main" id="{1352B972-1623-C7B4-AF77-24C25FC1A7A7}"/>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4"/>
              </a:solidFill>
            </a:endParaRPr>
          </a:p>
        </p:txBody>
      </p:sp>
    </p:spTree>
    <p:extLst>
      <p:ext uri="{BB962C8B-B14F-4D97-AF65-F5344CB8AC3E}">
        <p14:creationId xmlns:p14="http://schemas.microsoft.com/office/powerpoint/2010/main" val="2387871607"/>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978317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Blan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965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3770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Content">
    <p:bg>
      <p:bgPr>
        <a:gradFill>
          <a:gsLst>
            <a:gs pos="100000">
              <a:schemeClr val="tx1"/>
            </a:gs>
            <a:gs pos="0">
              <a:schemeClr val="tx1">
                <a:lumMod val="95000"/>
                <a:lumOff val="5000"/>
              </a:schemeClr>
            </a:gs>
          </a:gsLst>
          <a:lin ang="7200000" scaled="0"/>
        </a:gradFill>
        <a:effectLst/>
      </p:bgPr>
    </p:bg>
    <p:spTree>
      <p:nvGrpSpPr>
        <p:cNvPr id="1" name=""/>
        <p:cNvGrpSpPr/>
        <p:nvPr/>
      </p:nvGrpSpPr>
      <p:grpSpPr>
        <a:xfrm>
          <a:off x="0" y="0"/>
          <a:ext cx="0" cy="0"/>
          <a:chOff x="0" y="0"/>
          <a:chExt cx="0" cy="0"/>
        </a:xfrm>
      </p:grpSpPr>
      <p:sp>
        <p:nvSpPr>
          <p:cNvPr id="7" name="object 5">
            <a:extLst>
              <a:ext uri="{FF2B5EF4-FFF2-40B4-BE49-F238E27FC236}">
                <a16:creationId xmlns:a16="http://schemas.microsoft.com/office/drawing/2014/main" id="{E48CEA9B-7AE1-C9CB-91D5-73FE3580D72F}"/>
              </a:ext>
            </a:extLst>
          </p:cNvPr>
          <p:cNvSpPr/>
          <p:nvPr userDrawn="1"/>
        </p:nvSpPr>
        <p:spPr>
          <a:xfrm flipV="1">
            <a:off x="334963" y="87564"/>
            <a:ext cx="11520864" cy="25642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defTabSz="554492">
              <a:buClrTx/>
              <a:defRPr/>
            </a:pPr>
            <a:endParaRPr sz="1092">
              <a:solidFill>
                <a:sysClr val="windowText" lastClr="000000"/>
              </a:solidFill>
            </a:endParaRPr>
          </a:p>
        </p:txBody>
      </p:sp>
      <p:sp>
        <p:nvSpPr>
          <p:cNvPr id="8" name="Picture 8">
            <a:extLst>
              <a:ext uri="{FF2B5EF4-FFF2-40B4-BE49-F238E27FC236}">
                <a16:creationId xmlns:a16="http://schemas.microsoft.com/office/drawing/2014/main" id="{3F134C83-D46A-88D2-FB6A-3AF20F41AFB2}"/>
              </a:ext>
            </a:extLst>
          </p:cNvPr>
          <p:cNvSpPr/>
          <p:nvPr/>
        </p:nvSpPr>
        <p:spPr>
          <a:xfrm>
            <a:off x="11100750" y="513297"/>
            <a:ext cx="755077" cy="256427"/>
          </a:xfrm>
          <a:custGeom>
            <a:avLst/>
            <a:gdLst>
              <a:gd name="connsiteX0" fmla="*/ 729170 w 755077"/>
              <a:gd name="connsiteY0" fmla="*/ 141860 h 256427"/>
              <a:gd name="connsiteX1" fmla="*/ 755078 w 755077"/>
              <a:gd name="connsiteY1" fmla="*/ 82229 h 256427"/>
              <a:gd name="connsiteX2" fmla="*/ 729170 w 755077"/>
              <a:gd name="connsiteY2" fmla="*/ 22599 h 256427"/>
              <a:gd name="connsiteX3" fmla="*/ 662720 w 755077"/>
              <a:gd name="connsiteY3" fmla="*/ 0 h 256427"/>
              <a:gd name="connsiteX4" fmla="*/ 596270 w 755077"/>
              <a:gd name="connsiteY4" fmla="*/ 22599 h 256427"/>
              <a:gd name="connsiteX5" fmla="*/ 570363 w 755077"/>
              <a:gd name="connsiteY5" fmla="*/ 82229 h 256427"/>
              <a:gd name="connsiteX6" fmla="*/ 596270 w 755077"/>
              <a:gd name="connsiteY6" fmla="*/ 141860 h 256427"/>
              <a:gd name="connsiteX7" fmla="*/ 662720 w 755077"/>
              <a:gd name="connsiteY7" fmla="*/ 164459 h 256427"/>
              <a:gd name="connsiteX8" fmla="*/ 729170 w 755077"/>
              <a:gd name="connsiteY8" fmla="*/ 141860 h 256427"/>
              <a:gd name="connsiteX9" fmla="*/ 596089 w 755077"/>
              <a:gd name="connsiteY9" fmla="*/ 82229 h 256427"/>
              <a:gd name="connsiteX10" fmla="*/ 613852 w 755077"/>
              <a:gd name="connsiteY10" fmla="*/ 41282 h 256427"/>
              <a:gd name="connsiteX11" fmla="*/ 662720 w 755077"/>
              <a:gd name="connsiteY11" fmla="*/ 25357 h 256427"/>
              <a:gd name="connsiteX12" fmla="*/ 711588 w 755077"/>
              <a:gd name="connsiteY12" fmla="*/ 41282 h 256427"/>
              <a:gd name="connsiteX13" fmla="*/ 729351 w 755077"/>
              <a:gd name="connsiteY13" fmla="*/ 82229 h 256427"/>
              <a:gd name="connsiteX14" fmla="*/ 711588 w 755077"/>
              <a:gd name="connsiteY14" fmla="*/ 123177 h 256427"/>
              <a:gd name="connsiteX15" fmla="*/ 662720 w 755077"/>
              <a:gd name="connsiteY15" fmla="*/ 139093 h 256427"/>
              <a:gd name="connsiteX16" fmla="*/ 613852 w 755077"/>
              <a:gd name="connsiteY16" fmla="*/ 123177 h 256427"/>
              <a:gd name="connsiteX17" fmla="*/ 596089 w 755077"/>
              <a:gd name="connsiteY17" fmla="*/ 82229 h 256427"/>
              <a:gd name="connsiteX18" fmla="*/ 234957 w 755077"/>
              <a:gd name="connsiteY18" fmla="*/ 204267 h 256427"/>
              <a:gd name="connsiteX19" fmla="*/ 246049 w 755077"/>
              <a:gd name="connsiteY19" fmla="*/ 201210 h 256427"/>
              <a:gd name="connsiteX20" fmla="*/ 257882 w 755077"/>
              <a:gd name="connsiteY20" fmla="*/ 204791 h 256427"/>
              <a:gd name="connsiteX21" fmla="*/ 264390 w 755077"/>
              <a:gd name="connsiteY21" fmla="*/ 214748 h 256427"/>
              <a:gd name="connsiteX22" fmla="*/ 271993 w 755077"/>
              <a:gd name="connsiteY22" fmla="*/ 214748 h 256427"/>
              <a:gd name="connsiteX23" fmla="*/ 263387 w 755077"/>
              <a:gd name="connsiteY23" fmla="*/ 199718 h 256427"/>
              <a:gd name="connsiteX24" fmla="*/ 246401 w 755077"/>
              <a:gd name="connsiteY24" fmla="*/ 194211 h 256427"/>
              <a:gd name="connsiteX25" fmla="*/ 231025 w 755077"/>
              <a:gd name="connsiteY25" fmla="*/ 198099 h 256427"/>
              <a:gd name="connsiteX26" fmla="*/ 220810 w 755077"/>
              <a:gd name="connsiteY26" fmla="*/ 209069 h 256427"/>
              <a:gd name="connsiteX27" fmla="*/ 217231 w 755077"/>
              <a:gd name="connsiteY27" fmla="*/ 225319 h 256427"/>
              <a:gd name="connsiteX28" fmla="*/ 220810 w 755077"/>
              <a:gd name="connsiteY28" fmla="*/ 241615 h 256427"/>
              <a:gd name="connsiteX29" fmla="*/ 231025 w 755077"/>
              <a:gd name="connsiteY29" fmla="*/ 252539 h 256427"/>
              <a:gd name="connsiteX30" fmla="*/ 246401 w 755077"/>
              <a:gd name="connsiteY30" fmla="*/ 256428 h 256427"/>
              <a:gd name="connsiteX31" fmla="*/ 263387 w 755077"/>
              <a:gd name="connsiteY31" fmla="*/ 250920 h 256427"/>
              <a:gd name="connsiteX32" fmla="*/ 271902 w 755077"/>
              <a:gd name="connsiteY32" fmla="*/ 235891 h 256427"/>
              <a:gd name="connsiteX33" fmla="*/ 264300 w 755077"/>
              <a:gd name="connsiteY33" fmla="*/ 235891 h 256427"/>
              <a:gd name="connsiteX34" fmla="*/ 257837 w 755077"/>
              <a:gd name="connsiteY34" fmla="*/ 245892 h 256427"/>
              <a:gd name="connsiteX35" fmla="*/ 246049 w 755077"/>
              <a:gd name="connsiteY35" fmla="*/ 249428 h 256427"/>
              <a:gd name="connsiteX36" fmla="*/ 234957 w 755077"/>
              <a:gd name="connsiteY36" fmla="*/ 246372 h 256427"/>
              <a:gd name="connsiteX37" fmla="*/ 227581 w 755077"/>
              <a:gd name="connsiteY37" fmla="*/ 237808 h 256427"/>
              <a:gd name="connsiteX38" fmla="*/ 225005 w 755077"/>
              <a:gd name="connsiteY38" fmla="*/ 225310 h 256427"/>
              <a:gd name="connsiteX39" fmla="*/ 227581 w 755077"/>
              <a:gd name="connsiteY39" fmla="*/ 212776 h 256427"/>
              <a:gd name="connsiteX40" fmla="*/ 234957 w 755077"/>
              <a:gd name="connsiteY40" fmla="*/ 204258 h 256427"/>
              <a:gd name="connsiteX41" fmla="*/ 330858 w 755077"/>
              <a:gd name="connsiteY41" fmla="*/ 194744 h 256427"/>
              <a:gd name="connsiteX42" fmla="*/ 307536 w 755077"/>
              <a:gd name="connsiteY42" fmla="*/ 255903 h 256427"/>
              <a:gd name="connsiteX43" fmla="*/ 315392 w 755077"/>
              <a:gd name="connsiteY43" fmla="*/ 255903 h 256427"/>
              <a:gd name="connsiteX44" fmla="*/ 321855 w 755077"/>
              <a:gd name="connsiteY44" fmla="*/ 239390 h 256427"/>
              <a:gd name="connsiteX45" fmla="*/ 348495 w 755077"/>
              <a:gd name="connsiteY45" fmla="*/ 239390 h 256427"/>
              <a:gd name="connsiteX46" fmla="*/ 354958 w 755077"/>
              <a:gd name="connsiteY46" fmla="*/ 255903 h 256427"/>
              <a:gd name="connsiteX47" fmla="*/ 363076 w 755077"/>
              <a:gd name="connsiteY47" fmla="*/ 255903 h 256427"/>
              <a:gd name="connsiteX48" fmla="*/ 339844 w 755077"/>
              <a:gd name="connsiteY48" fmla="*/ 194744 h 256427"/>
              <a:gd name="connsiteX49" fmla="*/ 330849 w 755077"/>
              <a:gd name="connsiteY49" fmla="*/ 194744 h 256427"/>
              <a:gd name="connsiteX50" fmla="*/ 324133 w 755077"/>
              <a:gd name="connsiteY50" fmla="*/ 232490 h 256427"/>
              <a:gd name="connsiteX51" fmla="*/ 335134 w 755077"/>
              <a:gd name="connsiteY51" fmla="*/ 203046 h 256427"/>
              <a:gd name="connsiteX52" fmla="*/ 346226 w 755077"/>
              <a:gd name="connsiteY52" fmla="*/ 232490 h 256427"/>
              <a:gd name="connsiteX53" fmla="*/ 324124 w 755077"/>
              <a:gd name="connsiteY53" fmla="*/ 232490 h 256427"/>
              <a:gd name="connsiteX54" fmla="*/ 715231 w 755077"/>
              <a:gd name="connsiteY54" fmla="*/ 194744 h 256427"/>
              <a:gd name="connsiteX55" fmla="*/ 707638 w 755077"/>
              <a:gd name="connsiteY55" fmla="*/ 194744 h 256427"/>
              <a:gd name="connsiteX56" fmla="*/ 707638 w 755077"/>
              <a:gd name="connsiteY56" fmla="*/ 255903 h 256427"/>
              <a:gd name="connsiteX57" fmla="*/ 743100 w 755077"/>
              <a:gd name="connsiteY57" fmla="*/ 255903 h 256427"/>
              <a:gd name="connsiteX58" fmla="*/ 743100 w 755077"/>
              <a:gd name="connsiteY58" fmla="*/ 248913 h 256427"/>
              <a:gd name="connsiteX59" fmla="*/ 715240 w 755077"/>
              <a:gd name="connsiteY59" fmla="*/ 248913 h 256427"/>
              <a:gd name="connsiteX60" fmla="*/ 715240 w 755077"/>
              <a:gd name="connsiteY60" fmla="*/ 194744 h 256427"/>
              <a:gd name="connsiteX61" fmla="*/ 247423 w 755077"/>
              <a:gd name="connsiteY61" fmla="*/ 2089 h 256427"/>
              <a:gd name="connsiteX62" fmla="*/ 222392 w 755077"/>
              <a:gd name="connsiteY62" fmla="*/ 2089 h 256427"/>
              <a:gd name="connsiteX63" fmla="*/ 222392 w 755077"/>
              <a:gd name="connsiteY63" fmla="*/ 162361 h 256427"/>
              <a:gd name="connsiteX64" fmla="*/ 247423 w 755077"/>
              <a:gd name="connsiteY64" fmla="*/ 162361 h 256427"/>
              <a:gd name="connsiteX65" fmla="*/ 247423 w 755077"/>
              <a:gd name="connsiteY65" fmla="*/ 2089 h 256427"/>
              <a:gd name="connsiteX66" fmla="*/ 79458 w 755077"/>
              <a:gd name="connsiteY66" fmla="*/ 61810 h 256427"/>
              <a:gd name="connsiteX67" fmla="*/ 79458 w 755077"/>
              <a:gd name="connsiteY67" fmla="*/ 162370 h 256427"/>
              <a:gd name="connsiteX68" fmla="*/ 105230 w 755077"/>
              <a:gd name="connsiteY68" fmla="*/ 162370 h 256427"/>
              <a:gd name="connsiteX69" fmla="*/ 105212 w 755077"/>
              <a:gd name="connsiteY69" fmla="*/ 61810 h 256427"/>
              <a:gd name="connsiteX70" fmla="*/ 93786 w 755077"/>
              <a:gd name="connsiteY70" fmla="*/ 28296 h 256427"/>
              <a:gd name="connsiteX71" fmla="*/ 92330 w 755077"/>
              <a:gd name="connsiteY71" fmla="*/ 26415 h 256427"/>
              <a:gd name="connsiteX72" fmla="*/ 90875 w 755077"/>
              <a:gd name="connsiteY72" fmla="*/ 28296 h 256427"/>
              <a:gd name="connsiteX73" fmla="*/ 79449 w 755077"/>
              <a:gd name="connsiteY73" fmla="*/ 61810 h 256427"/>
              <a:gd name="connsiteX74" fmla="*/ 46608 w 755077"/>
              <a:gd name="connsiteY74" fmla="*/ 2089 h 256427"/>
              <a:gd name="connsiteX75" fmla="*/ 0 w 755077"/>
              <a:gd name="connsiteY75" fmla="*/ 2089 h 256427"/>
              <a:gd name="connsiteX76" fmla="*/ 0 w 755077"/>
              <a:gd name="connsiteY76" fmla="*/ 26415 h 256427"/>
              <a:gd name="connsiteX77" fmla="*/ 92330 w 755077"/>
              <a:gd name="connsiteY77" fmla="*/ 26415 h 256427"/>
              <a:gd name="connsiteX78" fmla="*/ 90043 w 755077"/>
              <a:gd name="connsiteY78" fmla="*/ 23458 h 256427"/>
              <a:gd name="connsiteX79" fmla="*/ 46608 w 755077"/>
              <a:gd name="connsiteY79" fmla="*/ 2089 h 256427"/>
              <a:gd name="connsiteX80" fmla="*/ 94618 w 755077"/>
              <a:gd name="connsiteY80" fmla="*/ 23458 h 256427"/>
              <a:gd name="connsiteX81" fmla="*/ 92330 w 755077"/>
              <a:gd name="connsiteY81" fmla="*/ 26415 h 256427"/>
              <a:gd name="connsiteX82" fmla="*/ 184661 w 755077"/>
              <a:gd name="connsiteY82" fmla="*/ 26415 h 256427"/>
              <a:gd name="connsiteX83" fmla="*/ 184661 w 755077"/>
              <a:gd name="connsiteY83" fmla="*/ 2089 h 256427"/>
              <a:gd name="connsiteX84" fmla="*/ 138053 w 755077"/>
              <a:gd name="connsiteY84" fmla="*/ 2089 h 256427"/>
              <a:gd name="connsiteX85" fmla="*/ 94608 w 755077"/>
              <a:gd name="connsiteY85" fmla="*/ 23458 h 256427"/>
              <a:gd name="connsiteX86" fmla="*/ 507601 w 755077"/>
              <a:gd name="connsiteY86" fmla="*/ 162361 h 256427"/>
              <a:gd name="connsiteX87" fmla="*/ 532631 w 755077"/>
              <a:gd name="connsiteY87" fmla="*/ 162361 h 256427"/>
              <a:gd name="connsiteX88" fmla="*/ 532631 w 755077"/>
              <a:gd name="connsiteY88" fmla="*/ 2089 h 256427"/>
              <a:gd name="connsiteX89" fmla="*/ 507601 w 755077"/>
              <a:gd name="connsiteY89" fmla="*/ 2089 h 256427"/>
              <a:gd name="connsiteX90" fmla="*/ 507601 w 755077"/>
              <a:gd name="connsiteY90" fmla="*/ 162361 h 256427"/>
              <a:gd name="connsiteX91" fmla="*/ 488238 w 755077"/>
              <a:gd name="connsiteY91" fmla="*/ 255903 h 256427"/>
              <a:gd name="connsiteX92" fmla="*/ 495840 w 755077"/>
              <a:gd name="connsiteY92" fmla="*/ 255903 h 256427"/>
              <a:gd name="connsiteX93" fmla="*/ 495840 w 755077"/>
              <a:gd name="connsiteY93" fmla="*/ 194744 h 256427"/>
              <a:gd name="connsiteX94" fmla="*/ 488238 w 755077"/>
              <a:gd name="connsiteY94" fmla="*/ 194744 h 256427"/>
              <a:gd name="connsiteX95" fmla="*/ 488238 w 755077"/>
              <a:gd name="connsiteY95" fmla="*/ 255903 h 256427"/>
              <a:gd name="connsiteX96" fmla="*/ 537151 w 755077"/>
              <a:gd name="connsiteY96" fmla="*/ 201735 h 256427"/>
              <a:gd name="connsiteX97" fmla="*/ 556975 w 755077"/>
              <a:gd name="connsiteY97" fmla="*/ 201735 h 256427"/>
              <a:gd name="connsiteX98" fmla="*/ 556975 w 755077"/>
              <a:gd name="connsiteY98" fmla="*/ 255903 h 256427"/>
              <a:gd name="connsiteX99" fmla="*/ 564577 w 755077"/>
              <a:gd name="connsiteY99" fmla="*/ 255903 h 256427"/>
              <a:gd name="connsiteX100" fmla="*/ 564577 w 755077"/>
              <a:gd name="connsiteY100" fmla="*/ 201735 h 256427"/>
              <a:gd name="connsiteX101" fmla="*/ 584401 w 755077"/>
              <a:gd name="connsiteY101" fmla="*/ 201735 h 256427"/>
              <a:gd name="connsiteX102" fmla="*/ 584401 w 755077"/>
              <a:gd name="connsiteY102" fmla="*/ 194744 h 256427"/>
              <a:gd name="connsiteX103" fmla="*/ 537151 w 755077"/>
              <a:gd name="connsiteY103" fmla="*/ 194744 h 256427"/>
              <a:gd name="connsiteX104" fmla="*/ 537151 w 755077"/>
              <a:gd name="connsiteY104" fmla="*/ 201735 h 256427"/>
              <a:gd name="connsiteX105" fmla="*/ 283346 w 755077"/>
              <a:gd name="connsiteY105" fmla="*/ 2089 h 256427"/>
              <a:gd name="connsiteX106" fmla="*/ 340377 w 755077"/>
              <a:gd name="connsiteY106" fmla="*/ 138134 h 256427"/>
              <a:gd name="connsiteX107" fmla="*/ 376047 w 755077"/>
              <a:gd name="connsiteY107" fmla="*/ 164450 h 256427"/>
              <a:gd name="connsiteX108" fmla="*/ 377512 w 755077"/>
              <a:gd name="connsiteY108" fmla="*/ 164450 h 256427"/>
              <a:gd name="connsiteX109" fmla="*/ 312237 w 755077"/>
              <a:gd name="connsiteY109" fmla="*/ 2089 h 256427"/>
              <a:gd name="connsiteX110" fmla="*/ 283346 w 755077"/>
              <a:gd name="connsiteY110" fmla="*/ 2089 h 256427"/>
              <a:gd name="connsiteX111" fmla="*/ 437309 w 755077"/>
              <a:gd name="connsiteY111" fmla="*/ 197059 h 256427"/>
              <a:gd name="connsiteX112" fmla="*/ 426651 w 755077"/>
              <a:gd name="connsiteY112" fmla="*/ 194744 h 256427"/>
              <a:gd name="connsiteX113" fmla="*/ 403157 w 755077"/>
              <a:gd name="connsiteY113" fmla="*/ 194744 h 256427"/>
              <a:gd name="connsiteX114" fmla="*/ 403157 w 755077"/>
              <a:gd name="connsiteY114" fmla="*/ 255903 h 256427"/>
              <a:gd name="connsiteX115" fmla="*/ 410759 w 755077"/>
              <a:gd name="connsiteY115" fmla="*/ 255903 h 256427"/>
              <a:gd name="connsiteX116" fmla="*/ 410759 w 755077"/>
              <a:gd name="connsiteY116" fmla="*/ 232400 h 256427"/>
              <a:gd name="connsiteX117" fmla="*/ 426660 w 755077"/>
              <a:gd name="connsiteY117" fmla="*/ 232400 h 256427"/>
              <a:gd name="connsiteX118" fmla="*/ 437273 w 755077"/>
              <a:gd name="connsiteY118" fmla="*/ 230085 h 256427"/>
              <a:gd name="connsiteX119" fmla="*/ 444387 w 755077"/>
              <a:gd name="connsiteY119" fmla="*/ 223492 h 256427"/>
              <a:gd name="connsiteX120" fmla="*/ 446918 w 755077"/>
              <a:gd name="connsiteY120" fmla="*/ 213536 h 256427"/>
              <a:gd name="connsiteX121" fmla="*/ 444432 w 755077"/>
              <a:gd name="connsiteY121" fmla="*/ 203616 h 256427"/>
              <a:gd name="connsiteX122" fmla="*/ 437318 w 755077"/>
              <a:gd name="connsiteY122" fmla="*/ 197059 h 256427"/>
              <a:gd name="connsiteX123" fmla="*/ 435564 w 755077"/>
              <a:gd name="connsiteY123" fmla="*/ 222181 h 256427"/>
              <a:gd name="connsiteX124" fmla="*/ 425955 w 755077"/>
              <a:gd name="connsiteY124" fmla="*/ 225419 h 256427"/>
              <a:gd name="connsiteX125" fmla="*/ 410759 w 755077"/>
              <a:gd name="connsiteY125" fmla="*/ 225419 h 256427"/>
              <a:gd name="connsiteX126" fmla="*/ 410759 w 755077"/>
              <a:gd name="connsiteY126" fmla="*/ 201744 h 256427"/>
              <a:gd name="connsiteX127" fmla="*/ 426045 w 755077"/>
              <a:gd name="connsiteY127" fmla="*/ 201744 h 256427"/>
              <a:gd name="connsiteX128" fmla="*/ 435609 w 755077"/>
              <a:gd name="connsiteY128" fmla="*/ 204936 h 256427"/>
              <a:gd name="connsiteX129" fmla="*/ 439144 w 755077"/>
              <a:gd name="connsiteY129" fmla="*/ 213545 h 256427"/>
              <a:gd name="connsiteX130" fmla="*/ 435564 w 755077"/>
              <a:gd name="connsiteY130" fmla="*/ 222190 h 256427"/>
              <a:gd name="connsiteX131" fmla="*/ 377503 w 755077"/>
              <a:gd name="connsiteY131" fmla="*/ 164459 h 256427"/>
              <a:gd name="connsiteX132" fmla="*/ 378967 w 755077"/>
              <a:gd name="connsiteY132" fmla="*/ 164459 h 256427"/>
              <a:gd name="connsiteX133" fmla="*/ 414637 w 755077"/>
              <a:gd name="connsiteY133" fmla="*/ 138143 h 256427"/>
              <a:gd name="connsiteX134" fmla="*/ 471668 w 755077"/>
              <a:gd name="connsiteY134" fmla="*/ 2098 h 256427"/>
              <a:gd name="connsiteX135" fmla="*/ 442778 w 755077"/>
              <a:gd name="connsiteY135" fmla="*/ 2098 h 256427"/>
              <a:gd name="connsiteX136" fmla="*/ 377503 w 755077"/>
              <a:gd name="connsiteY136" fmla="*/ 164468 h 256427"/>
              <a:gd name="connsiteX137" fmla="*/ 635303 w 755077"/>
              <a:gd name="connsiteY137" fmla="*/ 194744 h 256427"/>
              <a:gd name="connsiteX138" fmla="*/ 611981 w 755077"/>
              <a:gd name="connsiteY138" fmla="*/ 255903 h 256427"/>
              <a:gd name="connsiteX139" fmla="*/ 619845 w 755077"/>
              <a:gd name="connsiteY139" fmla="*/ 255903 h 256427"/>
              <a:gd name="connsiteX140" fmla="*/ 626309 w 755077"/>
              <a:gd name="connsiteY140" fmla="*/ 239390 h 256427"/>
              <a:gd name="connsiteX141" fmla="*/ 652948 w 755077"/>
              <a:gd name="connsiteY141" fmla="*/ 239390 h 256427"/>
              <a:gd name="connsiteX142" fmla="*/ 659412 w 755077"/>
              <a:gd name="connsiteY142" fmla="*/ 255903 h 256427"/>
              <a:gd name="connsiteX143" fmla="*/ 667529 w 755077"/>
              <a:gd name="connsiteY143" fmla="*/ 255903 h 256427"/>
              <a:gd name="connsiteX144" fmla="*/ 644298 w 755077"/>
              <a:gd name="connsiteY144" fmla="*/ 194744 h 256427"/>
              <a:gd name="connsiteX145" fmla="*/ 635303 w 755077"/>
              <a:gd name="connsiteY145" fmla="*/ 194744 h 256427"/>
              <a:gd name="connsiteX146" fmla="*/ 628578 w 755077"/>
              <a:gd name="connsiteY146" fmla="*/ 232490 h 256427"/>
              <a:gd name="connsiteX147" fmla="*/ 639579 w 755077"/>
              <a:gd name="connsiteY147" fmla="*/ 203046 h 256427"/>
              <a:gd name="connsiteX148" fmla="*/ 650670 w 755077"/>
              <a:gd name="connsiteY148" fmla="*/ 232490 h 256427"/>
              <a:gd name="connsiteX149" fmla="*/ 628569 w 755077"/>
              <a:gd name="connsiteY149" fmla="*/ 232490 h 256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55077" h="256427">
                <a:moveTo>
                  <a:pt x="729170" y="141860"/>
                </a:moveTo>
                <a:cubicBezTo>
                  <a:pt x="745876" y="127092"/>
                  <a:pt x="755078" y="105913"/>
                  <a:pt x="755078" y="82229"/>
                </a:cubicBezTo>
                <a:cubicBezTo>
                  <a:pt x="755078" y="58545"/>
                  <a:pt x="745876" y="37366"/>
                  <a:pt x="729170" y="22599"/>
                </a:cubicBezTo>
                <a:cubicBezTo>
                  <a:pt x="712447" y="7813"/>
                  <a:pt x="689468" y="0"/>
                  <a:pt x="662720" y="0"/>
                </a:cubicBezTo>
                <a:cubicBezTo>
                  <a:pt x="635972" y="0"/>
                  <a:pt x="612993" y="7813"/>
                  <a:pt x="596270" y="22599"/>
                </a:cubicBezTo>
                <a:cubicBezTo>
                  <a:pt x="579565" y="37366"/>
                  <a:pt x="570363" y="58545"/>
                  <a:pt x="570363" y="82229"/>
                </a:cubicBezTo>
                <a:cubicBezTo>
                  <a:pt x="570363" y="105913"/>
                  <a:pt x="579565" y="127092"/>
                  <a:pt x="596270" y="141860"/>
                </a:cubicBezTo>
                <a:cubicBezTo>
                  <a:pt x="612993" y="156645"/>
                  <a:pt x="635972" y="164459"/>
                  <a:pt x="662720" y="164459"/>
                </a:cubicBezTo>
                <a:cubicBezTo>
                  <a:pt x="689468" y="164459"/>
                  <a:pt x="712447" y="156645"/>
                  <a:pt x="729170" y="141860"/>
                </a:cubicBezTo>
                <a:close/>
                <a:moveTo>
                  <a:pt x="596089" y="82229"/>
                </a:moveTo>
                <a:cubicBezTo>
                  <a:pt x="596089" y="65554"/>
                  <a:pt x="602227" y="51401"/>
                  <a:pt x="613852" y="41282"/>
                </a:cubicBezTo>
                <a:cubicBezTo>
                  <a:pt x="625821" y="30864"/>
                  <a:pt x="642716" y="25357"/>
                  <a:pt x="662720" y="25357"/>
                </a:cubicBezTo>
                <a:cubicBezTo>
                  <a:pt x="682725" y="25357"/>
                  <a:pt x="699620" y="30864"/>
                  <a:pt x="711588" y="41282"/>
                </a:cubicBezTo>
                <a:cubicBezTo>
                  <a:pt x="723204" y="51392"/>
                  <a:pt x="729351" y="65554"/>
                  <a:pt x="729351" y="82229"/>
                </a:cubicBezTo>
                <a:cubicBezTo>
                  <a:pt x="729351" y="98905"/>
                  <a:pt x="723213" y="113057"/>
                  <a:pt x="711588" y="123177"/>
                </a:cubicBezTo>
                <a:cubicBezTo>
                  <a:pt x="699620" y="133594"/>
                  <a:pt x="682725" y="139093"/>
                  <a:pt x="662720" y="139093"/>
                </a:cubicBezTo>
                <a:cubicBezTo>
                  <a:pt x="642716" y="139093"/>
                  <a:pt x="625812" y="133585"/>
                  <a:pt x="613852" y="123177"/>
                </a:cubicBezTo>
                <a:cubicBezTo>
                  <a:pt x="602236" y="113057"/>
                  <a:pt x="596089" y="98905"/>
                  <a:pt x="596089" y="82229"/>
                </a:cubicBezTo>
                <a:close/>
                <a:moveTo>
                  <a:pt x="234957" y="204267"/>
                </a:moveTo>
                <a:cubicBezTo>
                  <a:pt x="238157" y="202232"/>
                  <a:pt x="241855" y="201210"/>
                  <a:pt x="246049" y="201210"/>
                </a:cubicBezTo>
                <a:cubicBezTo>
                  <a:pt x="250704" y="201210"/>
                  <a:pt x="254655" y="202404"/>
                  <a:pt x="257882" y="204791"/>
                </a:cubicBezTo>
                <a:cubicBezTo>
                  <a:pt x="261109" y="207179"/>
                  <a:pt x="263278" y="210497"/>
                  <a:pt x="264390" y="214748"/>
                </a:cubicBezTo>
                <a:lnTo>
                  <a:pt x="271993" y="214748"/>
                </a:lnTo>
                <a:cubicBezTo>
                  <a:pt x="270826" y="208399"/>
                  <a:pt x="267961" y="203389"/>
                  <a:pt x="263387" y="199718"/>
                </a:cubicBezTo>
                <a:cubicBezTo>
                  <a:pt x="258813" y="196046"/>
                  <a:pt x="253154" y="194211"/>
                  <a:pt x="246401" y="194211"/>
                </a:cubicBezTo>
                <a:cubicBezTo>
                  <a:pt x="240580" y="194211"/>
                  <a:pt x="235454" y="195504"/>
                  <a:pt x="231025" y="198099"/>
                </a:cubicBezTo>
                <a:cubicBezTo>
                  <a:pt x="226605" y="200695"/>
                  <a:pt x="223197" y="204348"/>
                  <a:pt x="220810" y="209069"/>
                </a:cubicBezTo>
                <a:cubicBezTo>
                  <a:pt x="218424" y="213789"/>
                  <a:pt x="217231" y="219206"/>
                  <a:pt x="217231" y="225319"/>
                </a:cubicBezTo>
                <a:cubicBezTo>
                  <a:pt x="217231" y="231432"/>
                  <a:pt x="218424" y="236921"/>
                  <a:pt x="220810" y="241615"/>
                </a:cubicBezTo>
                <a:cubicBezTo>
                  <a:pt x="223197" y="246308"/>
                  <a:pt x="226605" y="249944"/>
                  <a:pt x="231025" y="252539"/>
                </a:cubicBezTo>
                <a:cubicBezTo>
                  <a:pt x="235445" y="255134"/>
                  <a:pt x="240571" y="256428"/>
                  <a:pt x="246401" y="256428"/>
                </a:cubicBezTo>
                <a:cubicBezTo>
                  <a:pt x="253217" y="256428"/>
                  <a:pt x="258876" y="254592"/>
                  <a:pt x="263387" y="250920"/>
                </a:cubicBezTo>
                <a:cubicBezTo>
                  <a:pt x="267898" y="247249"/>
                  <a:pt x="270736" y="242239"/>
                  <a:pt x="271902" y="235891"/>
                </a:cubicBezTo>
                <a:lnTo>
                  <a:pt x="264300" y="235891"/>
                </a:lnTo>
                <a:cubicBezTo>
                  <a:pt x="263134" y="240204"/>
                  <a:pt x="260982" y="243532"/>
                  <a:pt x="257837" y="245892"/>
                </a:cubicBezTo>
                <a:cubicBezTo>
                  <a:pt x="254691" y="248253"/>
                  <a:pt x="250759" y="249428"/>
                  <a:pt x="246049" y="249428"/>
                </a:cubicBezTo>
                <a:cubicBezTo>
                  <a:pt x="241855" y="249428"/>
                  <a:pt x="238157" y="248406"/>
                  <a:pt x="234957" y="246372"/>
                </a:cubicBezTo>
                <a:cubicBezTo>
                  <a:pt x="231757" y="244337"/>
                  <a:pt x="229289" y="241479"/>
                  <a:pt x="227581" y="237808"/>
                </a:cubicBezTo>
                <a:cubicBezTo>
                  <a:pt x="225863" y="234136"/>
                  <a:pt x="225005" y="229976"/>
                  <a:pt x="225005" y="225310"/>
                </a:cubicBezTo>
                <a:cubicBezTo>
                  <a:pt x="225005" y="220644"/>
                  <a:pt x="225863" y="216412"/>
                  <a:pt x="227581" y="212776"/>
                </a:cubicBezTo>
                <a:cubicBezTo>
                  <a:pt x="229299" y="209141"/>
                  <a:pt x="231757" y="206301"/>
                  <a:pt x="234957" y="204258"/>
                </a:cubicBezTo>
                <a:close/>
                <a:moveTo>
                  <a:pt x="330858" y="194744"/>
                </a:moveTo>
                <a:lnTo>
                  <a:pt x="307536" y="255903"/>
                </a:lnTo>
                <a:lnTo>
                  <a:pt x="315392" y="255903"/>
                </a:lnTo>
                <a:lnTo>
                  <a:pt x="321855" y="239390"/>
                </a:lnTo>
                <a:lnTo>
                  <a:pt x="348495" y="239390"/>
                </a:lnTo>
                <a:lnTo>
                  <a:pt x="354958" y="255903"/>
                </a:lnTo>
                <a:lnTo>
                  <a:pt x="363076" y="255903"/>
                </a:lnTo>
                <a:lnTo>
                  <a:pt x="339844" y="194744"/>
                </a:lnTo>
                <a:lnTo>
                  <a:pt x="330849" y="194744"/>
                </a:lnTo>
                <a:close/>
                <a:moveTo>
                  <a:pt x="324133" y="232490"/>
                </a:moveTo>
                <a:lnTo>
                  <a:pt x="335134" y="203046"/>
                </a:lnTo>
                <a:lnTo>
                  <a:pt x="346226" y="232490"/>
                </a:lnTo>
                <a:lnTo>
                  <a:pt x="324124" y="232490"/>
                </a:lnTo>
                <a:close/>
                <a:moveTo>
                  <a:pt x="715231" y="194744"/>
                </a:moveTo>
                <a:lnTo>
                  <a:pt x="707638" y="194744"/>
                </a:lnTo>
                <a:lnTo>
                  <a:pt x="707638" y="255903"/>
                </a:lnTo>
                <a:lnTo>
                  <a:pt x="743100" y="255903"/>
                </a:lnTo>
                <a:lnTo>
                  <a:pt x="743100" y="248913"/>
                </a:lnTo>
                <a:lnTo>
                  <a:pt x="715240" y="248913"/>
                </a:lnTo>
                <a:lnTo>
                  <a:pt x="715240" y="194744"/>
                </a:lnTo>
                <a:close/>
                <a:moveTo>
                  <a:pt x="247423" y="2089"/>
                </a:moveTo>
                <a:lnTo>
                  <a:pt x="222392" y="2089"/>
                </a:lnTo>
                <a:lnTo>
                  <a:pt x="222392" y="162361"/>
                </a:lnTo>
                <a:lnTo>
                  <a:pt x="247423" y="162361"/>
                </a:lnTo>
                <a:lnTo>
                  <a:pt x="247423" y="2089"/>
                </a:lnTo>
                <a:close/>
                <a:moveTo>
                  <a:pt x="79458" y="61810"/>
                </a:moveTo>
                <a:lnTo>
                  <a:pt x="79458" y="162370"/>
                </a:lnTo>
                <a:cubicBezTo>
                  <a:pt x="79458" y="162370"/>
                  <a:pt x="105230" y="162370"/>
                  <a:pt x="105230" y="162370"/>
                </a:cubicBezTo>
                <a:lnTo>
                  <a:pt x="105212" y="61810"/>
                </a:lnTo>
                <a:cubicBezTo>
                  <a:pt x="105212" y="49575"/>
                  <a:pt x="101262" y="37981"/>
                  <a:pt x="93786" y="28296"/>
                </a:cubicBezTo>
                <a:lnTo>
                  <a:pt x="92330" y="26415"/>
                </a:lnTo>
                <a:lnTo>
                  <a:pt x="90875" y="28296"/>
                </a:lnTo>
                <a:cubicBezTo>
                  <a:pt x="83399" y="37981"/>
                  <a:pt x="79449" y="49566"/>
                  <a:pt x="79449" y="61810"/>
                </a:cubicBezTo>
                <a:close/>
                <a:moveTo>
                  <a:pt x="46608" y="2089"/>
                </a:moveTo>
                <a:lnTo>
                  <a:pt x="0" y="2089"/>
                </a:lnTo>
                <a:lnTo>
                  <a:pt x="0" y="26415"/>
                </a:lnTo>
                <a:lnTo>
                  <a:pt x="92330" y="26415"/>
                </a:lnTo>
                <a:lnTo>
                  <a:pt x="90043" y="23458"/>
                </a:lnTo>
                <a:cubicBezTo>
                  <a:pt x="79558" y="9884"/>
                  <a:pt x="63720" y="2089"/>
                  <a:pt x="46608" y="2089"/>
                </a:cubicBezTo>
                <a:close/>
                <a:moveTo>
                  <a:pt x="94618" y="23458"/>
                </a:moveTo>
                <a:lnTo>
                  <a:pt x="92330" y="26415"/>
                </a:lnTo>
                <a:lnTo>
                  <a:pt x="184661" y="26415"/>
                </a:lnTo>
                <a:lnTo>
                  <a:pt x="184661" y="2089"/>
                </a:lnTo>
                <a:lnTo>
                  <a:pt x="138053" y="2089"/>
                </a:lnTo>
                <a:cubicBezTo>
                  <a:pt x="120932" y="2089"/>
                  <a:pt x="105103" y="9875"/>
                  <a:pt x="94608" y="23458"/>
                </a:cubicBezTo>
                <a:close/>
                <a:moveTo>
                  <a:pt x="507601" y="162361"/>
                </a:moveTo>
                <a:lnTo>
                  <a:pt x="532631" y="162361"/>
                </a:lnTo>
                <a:lnTo>
                  <a:pt x="532631" y="2089"/>
                </a:lnTo>
                <a:lnTo>
                  <a:pt x="507601" y="2089"/>
                </a:lnTo>
                <a:lnTo>
                  <a:pt x="507601" y="162361"/>
                </a:lnTo>
                <a:close/>
                <a:moveTo>
                  <a:pt x="488238" y="255903"/>
                </a:moveTo>
                <a:lnTo>
                  <a:pt x="495840" y="255903"/>
                </a:lnTo>
                <a:lnTo>
                  <a:pt x="495840" y="194744"/>
                </a:lnTo>
                <a:lnTo>
                  <a:pt x="488238" y="194744"/>
                </a:lnTo>
                <a:lnTo>
                  <a:pt x="488238" y="255903"/>
                </a:lnTo>
                <a:close/>
                <a:moveTo>
                  <a:pt x="537151" y="201735"/>
                </a:moveTo>
                <a:lnTo>
                  <a:pt x="556975" y="201735"/>
                </a:lnTo>
                <a:lnTo>
                  <a:pt x="556975" y="255903"/>
                </a:lnTo>
                <a:lnTo>
                  <a:pt x="564577" y="255903"/>
                </a:lnTo>
                <a:lnTo>
                  <a:pt x="564577" y="201735"/>
                </a:lnTo>
                <a:lnTo>
                  <a:pt x="584401" y="201735"/>
                </a:lnTo>
                <a:lnTo>
                  <a:pt x="584401" y="194744"/>
                </a:lnTo>
                <a:lnTo>
                  <a:pt x="537151" y="194744"/>
                </a:lnTo>
                <a:lnTo>
                  <a:pt x="537151" y="201735"/>
                </a:lnTo>
                <a:close/>
                <a:moveTo>
                  <a:pt x="283346" y="2089"/>
                </a:moveTo>
                <a:cubicBezTo>
                  <a:pt x="283346" y="2089"/>
                  <a:pt x="330958" y="115571"/>
                  <a:pt x="340377" y="138134"/>
                </a:cubicBezTo>
                <a:cubicBezTo>
                  <a:pt x="351360" y="164450"/>
                  <a:pt x="369195" y="164450"/>
                  <a:pt x="376047" y="164450"/>
                </a:cubicBezTo>
                <a:lnTo>
                  <a:pt x="377512" y="164450"/>
                </a:lnTo>
                <a:lnTo>
                  <a:pt x="312237" y="2089"/>
                </a:lnTo>
                <a:lnTo>
                  <a:pt x="283346" y="2089"/>
                </a:lnTo>
                <a:close/>
                <a:moveTo>
                  <a:pt x="437309" y="197059"/>
                </a:moveTo>
                <a:cubicBezTo>
                  <a:pt x="434217" y="195513"/>
                  <a:pt x="430674" y="194744"/>
                  <a:pt x="426651" y="194744"/>
                </a:cubicBezTo>
                <a:lnTo>
                  <a:pt x="403157" y="194744"/>
                </a:lnTo>
                <a:lnTo>
                  <a:pt x="403157" y="255903"/>
                </a:lnTo>
                <a:lnTo>
                  <a:pt x="410759" y="255903"/>
                </a:lnTo>
                <a:lnTo>
                  <a:pt x="410759" y="232400"/>
                </a:lnTo>
                <a:lnTo>
                  <a:pt x="426660" y="232400"/>
                </a:lnTo>
                <a:cubicBezTo>
                  <a:pt x="430674" y="232400"/>
                  <a:pt x="434217" y="231631"/>
                  <a:pt x="437273" y="230085"/>
                </a:cubicBezTo>
                <a:cubicBezTo>
                  <a:pt x="440328" y="228538"/>
                  <a:pt x="442696" y="226341"/>
                  <a:pt x="444387" y="223492"/>
                </a:cubicBezTo>
                <a:cubicBezTo>
                  <a:pt x="446077" y="220635"/>
                  <a:pt x="446918" y="217316"/>
                  <a:pt x="446918" y="213536"/>
                </a:cubicBezTo>
                <a:cubicBezTo>
                  <a:pt x="446918" y="209756"/>
                  <a:pt x="446086" y="206446"/>
                  <a:pt x="444432" y="203616"/>
                </a:cubicBezTo>
                <a:cubicBezTo>
                  <a:pt x="442769" y="200794"/>
                  <a:pt x="440400" y="198606"/>
                  <a:pt x="437318" y="197059"/>
                </a:cubicBezTo>
                <a:close/>
                <a:moveTo>
                  <a:pt x="435564" y="222181"/>
                </a:moveTo>
                <a:cubicBezTo>
                  <a:pt x="433178" y="224333"/>
                  <a:pt x="429978" y="225419"/>
                  <a:pt x="425955" y="225419"/>
                </a:cubicBezTo>
                <a:lnTo>
                  <a:pt x="410759" y="225419"/>
                </a:lnTo>
                <a:lnTo>
                  <a:pt x="410759" y="201744"/>
                </a:lnTo>
                <a:lnTo>
                  <a:pt x="426045" y="201744"/>
                </a:lnTo>
                <a:cubicBezTo>
                  <a:pt x="430059" y="201744"/>
                  <a:pt x="433250" y="202811"/>
                  <a:pt x="435609" y="204936"/>
                </a:cubicBezTo>
                <a:cubicBezTo>
                  <a:pt x="437969" y="207061"/>
                  <a:pt x="439144" y="209928"/>
                  <a:pt x="439144" y="213545"/>
                </a:cubicBezTo>
                <a:cubicBezTo>
                  <a:pt x="439144" y="217162"/>
                  <a:pt x="437951" y="220038"/>
                  <a:pt x="435564" y="222190"/>
                </a:cubicBezTo>
                <a:close/>
                <a:moveTo>
                  <a:pt x="377503" y="164459"/>
                </a:moveTo>
                <a:lnTo>
                  <a:pt x="378967" y="164459"/>
                </a:lnTo>
                <a:cubicBezTo>
                  <a:pt x="385828" y="164459"/>
                  <a:pt x="403663" y="164459"/>
                  <a:pt x="414637" y="138143"/>
                </a:cubicBezTo>
                <a:cubicBezTo>
                  <a:pt x="424048" y="115580"/>
                  <a:pt x="471668" y="2098"/>
                  <a:pt x="471668" y="2098"/>
                </a:cubicBezTo>
                <a:lnTo>
                  <a:pt x="442778" y="2098"/>
                </a:lnTo>
                <a:lnTo>
                  <a:pt x="377503" y="164468"/>
                </a:lnTo>
                <a:close/>
                <a:moveTo>
                  <a:pt x="635303" y="194744"/>
                </a:moveTo>
                <a:lnTo>
                  <a:pt x="611981" y="255903"/>
                </a:lnTo>
                <a:lnTo>
                  <a:pt x="619845" y="255903"/>
                </a:lnTo>
                <a:lnTo>
                  <a:pt x="626309" y="239390"/>
                </a:lnTo>
                <a:lnTo>
                  <a:pt x="652948" y="239390"/>
                </a:lnTo>
                <a:lnTo>
                  <a:pt x="659412" y="255903"/>
                </a:lnTo>
                <a:lnTo>
                  <a:pt x="667529" y="255903"/>
                </a:lnTo>
                <a:lnTo>
                  <a:pt x="644298" y="194744"/>
                </a:lnTo>
                <a:lnTo>
                  <a:pt x="635303" y="194744"/>
                </a:lnTo>
                <a:close/>
                <a:moveTo>
                  <a:pt x="628578" y="232490"/>
                </a:moveTo>
                <a:lnTo>
                  <a:pt x="639579" y="203046"/>
                </a:lnTo>
                <a:lnTo>
                  <a:pt x="650670" y="232490"/>
                </a:lnTo>
                <a:lnTo>
                  <a:pt x="628569" y="232490"/>
                </a:lnTo>
                <a:close/>
              </a:path>
            </a:pathLst>
          </a:custGeom>
          <a:solidFill>
            <a:schemeClr val="bg1"/>
          </a:solidFill>
          <a:ln w="1049" cap="flat">
            <a:noFill/>
            <a:prstDash val="solid"/>
            <a:miter/>
          </a:ln>
        </p:spPr>
        <p:txBody>
          <a:bodyPr rtlCol="0" anchor="ctr"/>
          <a:lstStyle/>
          <a:p>
            <a:endParaRPr lang="pt-BR"/>
          </a:p>
        </p:txBody>
      </p:sp>
      <p:sp>
        <p:nvSpPr>
          <p:cNvPr id="9" name="object 5">
            <a:extLst>
              <a:ext uri="{FF2B5EF4-FFF2-40B4-BE49-F238E27FC236}">
                <a16:creationId xmlns:a16="http://schemas.microsoft.com/office/drawing/2014/main" id="{6343AC24-3D20-1E58-EEA1-00E726405F33}"/>
              </a:ext>
            </a:extLst>
          </p:cNvPr>
          <p:cNvSpPr/>
          <p:nvPr userDrawn="1"/>
        </p:nvSpPr>
        <p:spPr>
          <a:xfrm flipV="1">
            <a:off x="334962" y="6294310"/>
            <a:ext cx="11097267" cy="25642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defTabSz="554492">
              <a:buClrTx/>
              <a:defRPr/>
            </a:pPr>
            <a:endParaRPr sz="1092">
              <a:solidFill>
                <a:sysClr val="windowText" lastClr="000000"/>
              </a:solidFill>
            </a:endParaRPr>
          </a:p>
        </p:txBody>
      </p:sp>
      <p:sp>
        <p:nvSpPr>
          <p:cNvPr id="10" name="Espaço Reservado para Número de Slide 5">
            <a:extLst>
              <a:ext uri="{FF2B5EF4-FFF2-40B4-BE49-F238E27FC236}">
                <a16:creationId xmlns:a16="http://schemas.microsoft.com/office/drawing/2014/main" id="{94531090-414D-3695-0E2D-BB1269270B55}"/>
              </a:ext>
            </a:extLst>
          </p:cNvPr>
          <p:cNvSpPr>
            <a:spLocks noGrp="1"/>
          </p:cNvSpPr>
          <p:nvPr>
            <p:ph type="sldNum" sz="quarter" idx="12"/>
          </p:nvPr>
        </p:nvSpPr>
        <p:spPr>
          <a:xfrm>
            <a:off x="11561763" y="647363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2939306574"/>
      </p:ext>
    </p:extLst>
  </p:cSld>
  <p:clrMapOvr>
    <a:masterClrMapping/>
  </p:clrMapOvr>
  <p:extLst>
    <p:ext uri="{DCECCB84-F9BA-43D5-87BE-67443E8EF086}">
      <p15:sldGuideLst xmlns:p15="http://schemas.microsoft.com/office/powerpoint/2012/main">
        <p15:guide id="1" orient="horz" pos="4065" userDrawn="1">
          <p15:clr>
            <a:srgbClr val="FBAE40"/>
          </p15:clr>
        </p15:guide>
        <p15:guide id="2" pos="211" userDrawn="1">
          <p15:clr>
            <a:srgbClr val="FBAE40"/>
          </p15:clr>
        </p15:guide>
        <p15:guide id="3" orient="horz" pos="482" userDrawn="1">
          <p15:clr>
            <a:srgbClr val="FBAE40"/>
          </p15:clr>
        </p15:guide>
        <p15:guide id="4" pos="7469"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8961792"/>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Capa 01 - Foto">
    <p:bg>
      <p:bgPr>
        <a:solidFill>
          <a:schemeClr val="tx1"/>
        </a:solidFill>
        <a:effectLst/>
      </p:bgPr>
    </p:bg>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A68C5C04-9F9C-AD5B-8544-86BD159ED555}"/>
              </a:ext>
            </a:extLst>
          </p:cNvPr>
          <p:cNvSpPr>
            <a:spLocks noGrp="1"/>
          </p:cNvSpPr>
          <p:nvPr>
            <p:ph type="pic" sz="quarter" idx="27"/>
          </p:nvPr>
        </p:nvSpPr>
        <p:spPr>
          <a:xfrm>
            <a:off x="0" y="0"/>
            <a:ext cx="12192000" cy="6858000"/>
          </a:xfrm>
          <a:prstGeom prst="rect">
            <a:avLst/>
          </a:prstGeom>
        </p:spPr>
        <p:txBody>
          <a:bodyPr lIns="0" tIns="0" rIns="0" bIns="972000" anchor="ctr" anchorCtr="0">
            <a:noAutofit/>
          </a:bodyPr>
          <a:lstStyle>
            <a:lvl1pPr algn="ctr">
              <a:defRPr sz="2400">
                <a:solidFill>
                  <a:schemeClr val="bg2">
                    <a:lumMod val="90000"/>
                  </a:schemeClr>
                </a:solidFill>
              </a:defRPr>
            </a:lvl1pPr>
          </a:lstStyle>
          <a:p>
            <a:endParaRPr lang="pt-BR"/>
          </a:p>
        </p:txBody>
      </p:sp>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183916" y="304605"/>
            <a:ext cx="1715687" cy="742966"/>
          </a:xfrm>
          <a:prstGeom prst="rect">
            <a:avLst/>
          </a:prstGeom>
        </p:spPr>
      </p:pic>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407989" y="1113018"/>
            <a:ext cx="4233853" cy="1046440"/>
          </a:xfrm>
          <a:prstGeom prst="rect">
            <a:avLst/>
          </a:prstGeom>
          <a:noFill/>
        </p:spPr>
        <p:txBody>
          <a:bodyPr lIns="0" tIns="0" rIns="0" bIns="0" anchor="b" anchorCtr="0"/>
          <a:lstStyle>
            <a:lvl1pPr marL="0" indent="0">
              <a:buNone/>
              <a:defRPr sz="3400">
                <a:solidFill>
                  <a:schemeClr val="bg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6" name="Text Placeholder 15">
            <a:extLst>
              <a:ext uri="{FF2B5EF4-FFF2-40B4-BE49-F238E27FC236}">
                <a16:creationId xmlns:a16="http://schemas.microsoft.com/office/drawing/2014/main" id="{73AE31B1-0E8A-430C-61E0-A4A65D4D936A}"/>
              </a:ext>
            </a:extLst>
          </p:cNvPr>
          <p:cNvSpPr>
            <a:spLocks noGrp="1"/>
          </p:cNvSpPr>
          <p:nvPr>
            <p:ph type="body" sz="quarter" idx="14" hasCustomPrompt="1"/>
          </p:nvPr>
        </p:nvSpPr>
        <p:spPr>
          <a:xfrm>
            <a:off x="407989" y="2159780"/>
            <a:ext cx="4233853" cy="307777"/>
          </a:xfrm>
          <a:prstGeom prst="rect">
            <a:avLst/>
          </a:prstGeom>
        </p:spPr>
        <p:txBody>
          <a:bodyPr lIns="0" tIns="0" rIns="0" bIns="0"/>
          <a:lstStyle>
            <a:lvl1pPr>
              <a:defRPr lang="en-US" sz="2000" b="1" i="0" u="none" strike="noStrike" kern="1200" cap="none" dirty="0" smtClean="0">
                <a:solidFill>
                  <a:schemeClr val="bg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9410331" y="6296541"/>
            <a:ext cx="2364803" cy="184666"/>
          </a:xfrm>
          <a:prstGeom prst="rect">
            <a:avLst/>
          </a:prstGeom>
        </p:spPr>
        <p:txBody>
          <a:bodyPr lIns="0" tIns="0" rIns="0" bIns="0">
            <a:noAutofit/>
          </a:bodyPr>
          <a:lstStyle>
            <a:lvl1pPr marL="0" marR="1868" algn="r"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9410331" y="6089649"/>
            <a:ext cx="2364803" cy="184666"/>
          </a:xfrm>
          <a:prstGeom prst="rect">
            <a:avLst/>
          </a:prstGeom>
        </p:spPr>
        <p:txBody>
          <a:bodyPr lIns="0" tIns="0" rIns="0" bIns="0"/>
          <a:lstStyle>
            <a:lvl1pPr marL="0" marR="3081" algn="r"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grpSp>
        <p:nvGrpSpPr>
          <p:cNvPr id="7" name="Group 6">
            <a:extLst>
              <a:ext uri="{FF2B5EF4-FFF2-40B4-BE49-F238E27FC236}">
                <a16:creationId xmlns:a16="http://schemas.microsoft.com/office/drawing/2014/main" id="{2CE84738-3A6C-EB34-89AF-461737E8A924}"/>
              </a:ext>
            </a:extLst>
          </p:cNvPr>
          <p:cNvGrpSpPr/>
          <p:nvPr userDrawn="1"/>
        </p:nvGrpSpPr>
        <p:grpSpPr>
          <a:xfrm>
            <a:off x="407988" y="404814"/>
            <a:ext cx="7879692" cy="2916619"/>
            <a:chOff x="509383" y="279643"/>
            <a:chExt cx="12206605" cy="4518199"/>
          </a:xfrm>
        </p:grpSpPr>
        <p:sp>
          <p:nvSpPr>
            <p:cNvPr id="5" name="bg object 18">
              <a:extLst>
                <a:ext uri="{FF2B5EF4-FFF2-40B4-BE49-F238E27FC236}">
                  <a16:creationId xmlns:a16="http://schemas.microsoft.com/office/drawing/2014/main" id="{FD4C2CB9-FBAE-882A-315C-DB4F669495DE}"/>
                </a:ext>
              </a:extLst>
            </p:cNvPr>
            <p:cNvSpPr/>
            <p:nvPr userDrawn="1"/>
          </p:nvSpPr>
          <p:spPr>
            <a:xfrm>
              <a:off x="509383" y="4797842"/>
              <a:ext cx="12206605" cy="0"/>
            </a:xfrm>
            <a:custGeom>
              <a:avLst/>
              <a:gdLst/>
              <a:ahLst/>
              <a:cxnLst/>
              <a:rect l="l" t="t" r="r" b="b"/>
              <a:pathLst>
                <a:path w="12206605">
                  <a:moveTo>
                    <a:pt x="0" y="0"/>
                  </a:moveTo>
                  <a:lnTo>
                    <a:pt x="12206570" y="0"/>
                  </a:lnTo>
                </a:path>
              </a:pathLst>
            </a:custGeom>
            <a:ln w="14837">
              <a:solidFill>
                <a:srgbClr val="FFFFFF"/>
              </a:solidFill>
            </a:ln>
          </p:spPr>
          <p:txBody>
            <a:bodyPr wrap="square" lIns="0" tIns="0" rIns="0" bIns="0" rtlCol="0"/>
            <a:lstStyle/>
            <a:p>
              <a:endParaRPr sz="849"/>
            </a:p>
          </p:txBody>
        </p:sp>
        <p:sp>
          <p:nvSpPr>
            <p:cNvPr id="6" name="bg object 19">
              <a:extLst>
                <a:ext uri="{FF2B5EF4-FFF2-40B4-BE49-F238E27FC236}">
                  <a16:creationId xmlns:a16="http://schemas.microsoft.com/office/drawing/2014/main" id="{EA389DAE-FA1D-8A30-5126-218E3FFA5A53}"/>
                </a:ext>
              </a:extLst>
            </p:cNvPr>
            <p:cNvSpPr/>
            <p:nvPr userDrawn="1"/>
          </p:nvSpPr>
          <p:spPr>
            <a:xfrm>
              <a:off x="9171428" y="279643"/>
              <a:ext cx="0" cy="4516755"/>
            </a:xfrm>
            <a:custGeom>
              <a:avLst/>
              <a:gdLst/>
              <a:ahLst/>
              <a:cxnLst/>
              <a:rect l="l" t="t" r="r" b="b"/>
              <a:pathLst>
                <a:path h="4516755">
                  <a:moveTo>
                    <a:pt x="0" y="4516647"/>
                  </a:moveTo>
                  <a:lnTo>
                    <a:pt x="0" y="0"/>
                  </a:lnTo>
                </a:path>
              </a:pathLst>
            </a:custGeom>
            <a:ln w="14837">
              <a:solidFill>
                <a:srgbClr val="FFFFFF"/>
              </a:solidFill>
            </a:ln>
          </p:spPr>
          <p:txBody>
            <a:bodyPr wrap="square" lIns="0" tIns="0" rIns="0" bIns="0" rtlCol="0"/>
            <a:lstStyle/>
            <a:p>
              <a:endParaRPr sz="849"/>
            </a:p>
          </p:txBody>
        </p:sp>
      </p:gr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407988" y="5927209"/>
            <a:ext cx="6115360" cy="553998"/>
          </a:xfrm>
          <a:prstGeom prst="rect">
            <a:avLst/>
          </a:prstGeom>
        </p:spPr>
        <p:txBody>
          <a:bodyPr lIns="0" tIns="0" rIns="0" bIns="0"/>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TIVIO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CRÉDITO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ESTRUTURADO</a:t>
            </a:r>
          </a:p>
        </p:txBody>
      </p:sp>
    </p:spTree>
    <p:extLst>
      <p:ext uri="{BB962C8B-B14F-4D97-AF65-F5344CB8AC3E}">
        <p14:creationId xmlns:p14="http://schemas.microsoft.com/office/powerpoint/2010/main" val="1289175004"/>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apa 01 - High Grade">
    <p:bg>
      <p:bgPr>
        <a:gradFill>
          <a:gsLst>
            <a:gs pos="0">
              <a:schemeClr val="accent1">
                <a:lumMod val="20000"/>
                <a:lumOff val="80000"/>
              </a:schemeClr>
            </a:gs>
            <a:gs pos="100000">
              <a:schemeClr val="accent1">
                <a:lumMod val="60000"/>
                <a:lumOff val="40000"/>
              </a:schemeClr>
            </a:gs>
          </a:gsLst>
          <a:lin ang="54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183916" y="304605"/>
            <a:ext cx="1715687" cy="742966"/>
          </a:xfrm>
          <a:prstGeom prst="rect">
            <a:avLst/>
          </a:prstGeom>
        </p:spPr>
      </p:pic>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9410331" y="6296541"/>
            <a:ext cx="2364803" cy="184666"/>
          </a:xfrm>
          <a:prstGeom prst="rect">
            <a:avLst/>
          </a:prstGeom>
        </p:spPr>
        <p:txBody>
          <a:bodyPr lIns="0" tIns="0" rIns="0" bIns="0">
            <a:noAutofit/>
          </a:bodyPr>
          <a:lstStyle>
            <a:lvl1pPr marL="0" marR="1868" algn="r"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9410331" y="6089649"/>
            <a:ext cx="2364803" cy="184666"/>
          </a:xfrm>
          <a:prstGeom prst="rect">
            <a:avLst/>
          </a:prstGeom>
        </p:spPr>
        <p:txBody>
          <a:bodyPr lIns="0" tIns="0" rIns="0" bIns="0"/>
          <a:lstStyle>
            <a:lvl1pPr marL="0" marR="3081" algn="r"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407988" y="5927209"/>
            <a:ext cx="6115360" cy="553998"/>
          </a:xfrm>
          <a:prstGeom prst="rect">
            <a:avLst/>
          </a:prstGeom>
        </p:spPr>
        <p:txBody>
          <a:bodyPr lIns="0" tIns="0" rIns="0" bIns="0"/>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TIVIO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CRÉDITO </a:t>
            </a:r>
          </a:p>
        </p:txBody>
      </p:sp>
      <p:sp>
        <p:nvSpPr>
          <p:cNvPr id="9" name="Text Placeholder 3">
            <a:extLst>
              <a:ext uri="{FF2B5EF4-FFF2-40B4-BE49-F238E27FC236}">
                <a16:creationId xmlns:a16="http://schemas.microsoft.com/office/drawing/2014/main" id="{0BEB6966-A6DD-A413-E366-E85415CA7CC6}"/>
              </a:ext>
            </a:extLst>
          </p:cNvPr>
          <p:cNvSpPr>
            <a:spLocks noGrp="1"/>
          </p:cNvSpPr>
          <p:nvPr>
            <p:ph type="body" sz="quarter" idx="13" hasCustomPrompt="1"/>
          </p:nvPr>
        </p:nvSpPr>
        <p:spPr>
          <a:xfrm>
            <a:off x="407989" y="1113018"/>
            <a:ext cx="4233853" cy="1046440"/>
          </a:xfrm>
          <a:prstGeom prst="rect">
            <a:avLst/>
          </a:prstGeom>
          <a:noFill/>
        </p:spPr>
        <p:txBody>
          <a:bodyPr lIns="0" tIns="0" rIns="0" bIns="0" anchor="b" anchorCtr="0"/>
          <a:lstStyle>
            <a:lvl1pPr marL="0" indent="0">
              <a:buNone/>
              <a:defRPr sz="3400">
                <a:solidFill>
                  <a:schemeClr val="tx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0" name="Text Placeholder 15">
            <a:extLst>
              <a:ext uri="{FF2B5EF4-FFF2-40B4-BE49-F238E27FC236}">
                <a16:creationId xmlns:a16="http://schemas.microsoft.com/office/drawing/2014/main" id="{016B9899-7AA6-E693-2E4C-ADF3DFB28367}"/>
              </a:ext>
            </a:extLst>
          </p:cNvPr>
          <p:cNvSpPr>
            <a:spLocks noGrp="1"/>
          </p:cNvSpPr>
          <p:nvPr>
            <p:ph type="body" sz="quarter" idx="14" hasCustomPrompt="1"/>
          </p:nvPr>
        </p:nvSpPr>
        <p:spPr>
          <a:xfrm>
            <a:off x="407989" y="2159780"/>
            <a:ext cx="4233853" cy="307777"/>
          </a:xfrm>
          <a:prstGeom prst="rect">
            <a:avLst/>
          </a:prstGeom>
        </p:spPr>
        <p:txBody>
          <a:bodyPr lIns="0" tIns="0" rIns="0" bIns="0"/>
          <a:lstStyle>
            <a:lvl1pPr>
              <a:defRPr lang="en-US" sz="2000" b="1" i="0" u="none" strike="noStrike" kern="1200" cap="none" dirty="0" smtClean="0">
                <a:solidFill>
                  <a:schemeClr val="tx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grpSp>
        <p:nvGrpSpPr>
          <p:cNvPr id="11" name="Group 10">
            <a:extLst>
              <a:ext uri="{FF2B5EF4-FFF2-40B4-BE49-F238E27FC236}">
                <a16:creationId xmlns:a16="http://schemas.microsoft.com/office/drawing/2014/main" id="{5A247925-BD97-745B-F253-B805E96FFFA0}"/>
              </a:ext>
            </a:extLst>
          </p:cNvPr>
          <p:cNvGrpSpPr/>
          <p:nvPr userDrawn="1"/>
        </p:nvGrpSpPr>
        <p:grpSpPr>
          <a:xfrm>
            <a:off x="407988" y="404814"/>
            <a:ext cx="7879692" cy="2916619"/>
            <a:chOff x="509383" y="279643"/>
            <a:chExt cx="12206605" cy="4518199"/>
          </a:xfrm>
        </p:grpSpPr>
        <p:sp>
          <p:nvSpPr>
            <p:cNvPr id="12" name="bg object 18">
              <a:extLst>
                <a:ext uri="{FF2B5EF4-FFF2-40B4-BE49-F238E27FC236}">
                  <a16:creationId xmlns:a16="http://schemas.microsoft.com/office/drawing/2014/main" id="{BCEFB5ED-6BF7-6136-2220-F968C5DEF09D}"/>
                </a:ext>
              </a:extLst>
            </p:cNvPr>
            <p:cNvSpPr/>
            <p:nvPr userDrawn="1"/>
          </p:nvSpPr>
          <p:spPr>
            <a:xfrm>
              <a:off x="509383" y="4797842"/>
              <a:ext cx="12206605" cy="0"/>
            </a:xfrm>
            <a:custGeom>
              <a:avLst/>
              <a:gdLst/>
              <a:ahLst/>
              <a:cxnLst/>
              <a:rect l="l" t="t" r="r" b="b"/>
              <a:pathLst>
                <a:path w="12206605">
                  <a:moveTo>
                    <a:pt x="0" y="0"/>
                  </a:moveTo>
                  <a:lnTo>
                    <a:pt x="12206570" y="0"/>
                  </a:lnTo>
                </a:path>
              </a:pathLst>
            </a:custGeom>
            <a:ln w="14837">
              <a:solidFill>
                <a:schemeClr val="tx1"/>
              </a:solidFill>
            </a:ln>
          </p:spPr>
          <p:txBody>
            <a:bodyPr wrap="square" lIns="0" tIns="0" rIns="0" bIns="0" rtlCol="0"/>
            <a:lstStyle/>
            <a:p>
              <a:endParaRPr sz="849"/>
            </a:p>
          </p:txBody>
        </p:sp>
        <p:sp>
          <p:nvSpPr>
            <p:cNvPr id="14" name="bg object 19">
              <a:extLst>
                <a:ext uri="{FF2B5EF4-FFF2-40B4-BE49-F238E27FC236}">
                  <a16:creationId xmlns:a16="http://schemas.microsoft.com/office/drawing/2014/main" id="{40A1F716-1324-ACB0-605C-A36B2A57B93A}"/>
                </a:ext>
              </a:extLst>
            </p:cNvPr>
            <p:cNvSpPr/>
            <p:nvPr userDrawn="1"/>
          </p:nvSpPr>
          <p:spPr>
            <a:xfrm>
              <a:off x="9171428" y="279643"/>
              <a:ext cx="0" cy="4516755"/>
            </a:xfrm>
            <a:custGeom>
              <a:avLst/>
              <a:gdLst/>
              <a:ahLst/>
              <a:cxnLst/>
              <a:rect l="l" t="t" r="r" b="b"/>
              <a:pathLst>
                <a:path h="4516755">
                  <a:moveTo>
                    <a:pt x="0" y="4516647"/>
                  </a:moveTo>
                  <a:lnTo>
                    <a:pt x="0" y="0"/>
                  </a:lnTo>
                </a:path>
              </a:pathLst>
            </a:custGeom>
            <a:ln w="14837">
              <a:solidFill>
                <a:schemeClr val="tx1"/>
              </a:solidFill>
            </a:ln>
          </p:spPr>
          <p:txBody>
            <a:bodyPr wrap="square" lIns="0" tIns="0" rIns="0" bIns="0" rtlCol="0"/>
            <a:lstStyle/>
            <a:p>
              <a:endParaRPr sz="849"/>
            </a:p>
          </p:txBody>
        </p:sp>
      </p:grpSp>
    </p:spTree>
    <p:extLst>
      <p:ext uri="{BB962C8B-B14F-4D97-AF65-F5344CB8AC3E}">
        <p14:creationId xmlns:p14="http://schemas.microsoft.com/office/powerpoint/2010/main" val="2675174746"/>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apa 01 - High Yield">
    <p:bg>
      <p:bgPr>
        <a:gradFill>
          <a:gsLst>
            <a:gs pos="0">
              <a:srgbClr val="3C4A60"/>
            </a:gs>
            <a:gs pos="100000">
              <a:srgbClr val="759DB4"/>
            </a:gs>
          </a:gsLst>
          <a:lin ang="54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17364209-1E38-0B40-9231-C88F3267BC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183916" y="304605"/>
            <a:ext cx="1715687" cy="742966"/>
          </a:xfrm>
          <a:prstGeom prst="rect">
            <a:avLst/>
          </a:prstGeom>
        </p:spPr>
      </p:pic>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9410331" y="6296541"/>
            <a:ext cx="2364803" cy="184666"/>
          </a:xfrm>
          <a:prstGeom prst="rect">
            <a:avLst/>
          </a:prstGeom>
        </p:spPr>
        <p:txBody>
          <a:bodyPr lIns="0" tIns="0" rIns="0" bIns="0">
            <a:noAutofit/>
          </a:bodyPr>
          <a:lstStyle>
            <a:lvl1pPr marL="0" marR="1868" algn="r"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9410331" y="6089649"/>
            <a:ext cx="2364803" cy="184666"/>
          </a:xfrm>
          <a:prstGeom prst="rect">
            <a:avLst/>
          </a:prstGeom>
        </p:spPr>
        <p:txBody>
          <a:bodyPr lIns="0" tIns="0" rIns="0" bIns="0"/>
          <a:lstStyle>
            <a:lvl1pPr marL="0" marR="3081" algn="r"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407988" y="5927209"/>
            <a:ext cx="6115360" cy="553998"/>
          </a:xfrm>
          <a:prstGeom prst="rect">
            <a:avLst/>
          </a:prstGeom>
        </p:spPr>
        <p:txBody>
          <a:bodyPr lIns="0" tIns="0" rIns="0" bIns="0"/>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TIVIO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CRÉDITO</a:t>
            </a:r>
          </a:p>
        </p:txBody>
      </p:sp>
      <p:sp>
        <p:nvSpPr>
          <p:cNvPr id="9" name="Text Placeholder 3">
            <a:extLst>
              <a:ext uri="{FF2B5EF4-FFF2-40B4-BE49-F238E27FC236}">
                <a16:creationId xmlns:a16="http://schemas.microsoft.com/office/drawing/2014/main" id="{2990FA51-3BC5-8B5F-4922-A3EFDBE7D39F}"/>
              </a:ext>
            </a:extLst>
          </p:cNvPr>
          <p:cNvSpPr>
            <a:spLocks noGrp="1"/>
          </p:cNvSpPr>
          <p:nvPr>
            <p:ph type="body" sz="quarter" idx="13" hasCustomPrompt="1"/>
          </p:nvPr>
        </p:nvSpPr>
        <p:spPr>
          <a:xfrm>
            <a:off x="407989" y="1113018"/>
            <a:ext cx="4233853" cy="1046440"/>
          </a:xfrm>
          <a:prstGeom prst="rect">
            <a:avLst/>
          </a:prstGeom>
          <a:noFill/>
        </p:spPr>
        <p:txBody>
          <a:bodyPr lIns="0" tIns="0" rIns="0" bIns="0" anchor="b" anchorCtr="0"/>
          <a:lstStyle>
            <a:lvl1pPr marL="0" indent="0">
              <a:buNone/>
              <a:defRPr sz="3400">
                <a:solidFill>
                  <a:schemeClr val="tx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0" name="Text Placeholder 15">
            <a:extLst>
              <a:ext uri="{FF2B5EF4-FFF2-40B4-BE49-F238E27FC236}">
                <a16:creationId xmlns:a16="http://schemas.microsoft.com/office/drawing/2014/main" id="{7C6416CC-D42A-F9D0-470E-9656CD4825B1}"/>
              </a:ext>
            </a:extLst>
          </p:cNvPr>
          <p:cNvSpPr>
            <a:spLocks noGrp="1"/>
          </p:cNvSpPr>
          <p:nvPr>
            <p:ph type="body" sz="quarter" idx="14" hasCustomPrompt="1"/>
          </p:nvPr>
        </p:nvSpPr>
        <p:spPr>
          <a:xfrm>
            <a:off x="407989" y="2159780"/>
            <a:ext cx="4233853" cy="307777"/>
          </a:xfrm>
          <a:prstGeom prst="rect">
            <a:avLst/>
          </a:prstGeom>
        </p:spPr>
        <p:txBody>
          <a:bodyPr lIns="0" tIns="0" rIns="0" bIns="0"/>
          <a:lstStyle>
            <a:lvl1pPr>
              <a:defRPr lang="en-US" sz="2000" b="1" i="0" u="none" strike="noStrike" kern="1200" cap="none" dirty="0" smtClean="0">
                <a:solidFill>
                  <a:schemeClr val="tx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grpSp>
        <p:nvGrpSpPr>
          <p:cNvPr id="11" name="Group 10">
            <a:extLst>
              <a:ext uri="{FF2B5EF4-FFF2-40B4-BE49-F238E27FC236}">
                <a16:creationId xmlns:a16="http://schemas.microsoft.com/office/drawing/2014/main" id="{5A012F14-CC53-BA2E-43A9-50DD92B9262B}"/>
              </a:ext>
            </a:extLst>
          </p:cNvPr>
          <p:cNvGrpSpPr/>
          <p:nvPr userDrawn="1"/>
        </p:nvGrpSpPr>
        <p:grpSpPr>
          <a:xfrm>
            <a:off x="407988" y="404814"/>
            <a:ext cx="7879692" cy="2916619"/>
            <a:chOff x="509383" y="279643"/>
            <a:chExt cx="12206605" cy="4518199"/>
          </a:xfrm>
        </p:grpSpPr>
        <p:sp>
          <p:nvSpPr>
            <p:cNvPr id="12" name="bg object 18">
              <a:extLst>
                <a:ext uri="{FF2B5EF4-FFF2-40B4-BE49-F238E27FC236}">
                  <a16:creationId xmlns:a16="http://schemas.microsoft.com/office/drawing/2014/main" id="{F4DE6A1B-8C6A-BB82-E709-6A2A45FA1D05}"/>
                </a:ext>
              </a:extLst>
            </p:cNvPr>
            <p:cNvSpPr/>
            <p:nvPr userDrawn="1"/>
          </p:nvSpPr>
          <p:spPr>
            <a:xfrm>
              <a:off x="509383" y="4797842"/>
              <a:ext cx="12206605" cy="0"/>
            </a:xfrm>
            <a:custGeom>
              <a:avLst/>
              <a:gdLst/>
              <a:ahLst/>
              <a:cxnLst/>
              <a:rect l="l" t="t" r="r" b="b"/>
              <a:pathLst>
                <a:path w="12206605">
                  <a:moveTo>
                    <a:pt x="0" y="0"/>
                  </a:moveTo>
                  <a:lnTo>
                    <a:pt x="12206570" y="0"/>
                  </a:lnTo>
                </a:path>
              </a:pathLst>
            </a:custGeom>
            <a:ln w="14837">
              <a:solidFill>
                <a:srgbClr val="FFFFFF"/>
              </a:solidFill>
            </a:ln>
          </p:spPr>
          <p:txBody>
            <a:bodyPr wrap="square" lIns="0" tIns="0" rIns="0" bIns="0" rtlCol="0"/>
            <a:lstStyle/>
            <a:p>
              <a:endParaRPr sz="849"/>
            </a:p>
          </p:txBody>
        </p:sp>
        <p:sp>
          <p:nvSpPr>
            <p:cNvPr id="14" name="bg object 19">
              <a:extLst>
                <a:ext uri="{FF2B5EF4-FFF2-40B4-BE49-F238E27FC236}">
                  <a16:creationId xmlns:a16="http://schemas.microsoft.com/office/drawing/2014/main" id="{3D7CFF59-CCAF-2434-5D7E-E1CA4FB1EB7E}"/>
                </a:ext>
              </a:extLst>
            </p:cNvPr>
            <p:cNvSpPr/>
            <p:nvPr userDrawn="1"/>
          </p:nvSpPr>
          <p:spPr>
            <a:xfrm>
              <a:off x="9171428" y="279643"/>
              <a:ext cx="0" cy="4516755"/>
            </a:xfrm>
            <a:custGeom>
              <a:avLst/>
              <a:gdLst/>
              <a:ahLst/>
              <a:cxnLst/>
              <a:rect l="l" t="t" r="r" b="b"/>
              <a:pathLst>
                <a:path h="4516755">
                  <a:moveTo>
                    <a:pt x="0" y="4516647"/>
                  </a:moveTo>
                  <a:lnTo>
                    <a:pt x="0" y="0"/>
                  </a:lnTo>
                </a:path>
              </a:pathLst>
            </a:custGeom>
            <a:ln w="14837">
              <a:solidFill>
                <a:srgbClr val="FFFFFF"/>
              </a:solidFill>
            </a:ln>
          </p:spPr>
          <p:txBody>
            <a:bodyPr wrap="square" lIns="0" tIns="0" rIns="0" bIns="0" rtlCol="0"/>
            <a:lstStyle/>
            <a:p>
              <a:endParaRPr sz="849"/>
            </a:p>
          </p:txBody>
        </p:sp>
      </p:grpSp>
    </p:spTree>
    <p:extLst>
      <p:ext uri="{BB962C8B-B14F-4D97-AF65-F5344CB8AC3E}">
        <p14:creationId xmlns:p14="http://schemas.microsoft.com/office/powerpoint/2010/main" val="2634513272"/>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Índice - High Grade - Mais de 40">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10" name="Espaço Reservado para Número de Slide 5">
            <a:extLst>
              <a:ext uri="{FF2B5EF4-FFF2-40B4-BE49-F238E27FC236}">
                <a16:creationId xmlns:a16="http://schemas.microsoft.com/office/drawing/2014/main" id="{1C9AF77E-9895-4AC7-A1DF-EE12ACB0EE6B}"/>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12" name="Text Placeholder 3">
            <a:extLst>
              <a:ext uri="{FF2B5EF4-FFF2-40B4-BE49-F238E27FC236}">
                <a16:creationId xmlns:a16="http://schemas.microsoft.com/office/drawing/2014/main" id="{050BAD04-1FFE-3E42-A1B1-BDD8FE7DA82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en-US" err="1"/>
              <a:t>Índice</a:t>
            </a:r>
            <a:r>
              <a:rPr lang="en-US"/>
              <a:t> - </a:t>
            </a:r>
            <a:r>
              <a:rPr lang="en-US" err="1"/>
              <a:t>Padrão</a:t>
            </a:r>
            <a:endParaRPr lang="en-US"/>
          </a:p>
        </p:txBody>
      </p:sp>
      <p:sp>
        <p:nvSpPr>
          <p:cNvPr id="14" name="Text Placeholder 10">
            <a:extLst>
              <a:ext uri="{FF2B5EF4-FFF2-40B4-BE49-F238E27FC236}">
                <a16:creationId xmlns:a16="http://schemas.microsoft.com/office/drawing/2014/main" id="{27D03C84-7D32-1C70-A8E9-63EA0F348C1F}"/>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marL="0" indent="0">
              <a:lnSpc>
                <a:spcPct val="100000"/>
              </a:lnSpc>
              <a:spcBef>
                <a:spcPts val="0"/>
              </a:spcBef>
              <a:defRPr sz="900" baseline="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9D8C61F7-2206-D64F-31E1-979FA329DE03}"/>
              </a:ext>
            </a:extLst>
          </p:cNvPr>
          <p:cNvSpPr>
            <a:spLocks noGrp="1"/>
          </p:cNvSpPr>
          <p:nvPr>
            <p:ph type="body" sz="quarter" idx="15" hasCustomPrompt="1"/>
          </p:nvPr>
        </p:nvSpPr>
        <p:spPr>
          <a:xfrm>
            <a:off x="334964" y="1268415"/>
            <a:ext cx="11522075" cy="5076824"/>
          </a:xfrm>
          <a:prstGeom prst="rect">
            <a:avLst/>
          </a:prstGeom>
        </p:spPr>
        <p:txBody>
          <a:bodyPr wrap="square" lIns="0" tIns="0" rIns="0" bIns="0" numCol="2">
            <a:noAutofit/>
          </a:bodyPr>
          <a:lstStyle>
            <a:lvl1pPr marL="35998" indent="0">
              <a:lnSpc>
                <a:spcPct val="100000"/>
              </a:lnSpc>
              <a:spcBef>
                <a:spcPts val="0"/>
              </a:spcBef>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r>
              <a:rPr lang="en-US" err="1"/>
              <a:t>Título</a:t>
            </a: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endParaRPr lang="en-US"/>
          </a:p>
          <a:p>
            <a:pPr lvl="0"/>
            <a:endParaRPr lang="en-US"/>
          </a:p>
          <a:p>
            <a:pPr marL="342884" marR="0" lvl="0" indent="-342884" defTabSz="914358" eaLnBrk="1" fontAlgn="auto" latinLnBrk="0" hangingPunct="1">
              <a:lnSpc>
                <a:spcPct val="100000"/>
              </a:lnSpc>
              <a:spcBef>
                <a:spcPts val="0"/>
              </a:spcBef>
              <a:spcAft>
                <a:spcPts val="0"/>
              </a:spcAft>
              <a:buClrTx/>
              <a:buSzTx/>
              <a:buFontTx/>
              <a:buAutoNum type="arabicPeriod"/>
              <a:tabLst/>
              <a:defRPr/>
            </a:pPr>
            <a:endParaRPr lang="en-US"/>
          </a:p>
          <a:p>
            <a:pPr lvl="0"/>
            <a:endParaRPr lang="en-US"/>
          </a:p>
        </p:txBody>
      </p:sp>
      <p:sp>
        <p:nvSpPr>
          <p:cNvPr id="4" name="Picture 8">
            <a:extLst>
              <a:ext uri="{FF2B5EF4-FFF2-40B4-BE49-F238E27FC236}">
                <a16:creationId xmlns:a16="http://schemas.microsoft.com/office/drawing/2014/main" id="{A5790082-B3AF-5DC7-AEAB-0F53AA8F9D33}"/>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accent4"/>
              </a:solidFill>
            </a:endParaRPr>
          </a:p>
        </p:txBody>
      </p:sp>
    </p:spTree>
    <p:extLst>
      <p:ext uri="{BB962C8B-B14F-4D97-AF65-F5344CB8AC3E}">
        <p14:creationId xmlns:p14="http://schemas.microsoft.com/office/powerpoint/2010/main" val="88654224"/>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Índice - High Grade - 10 títulos">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93" name="Espaço Reservado para Número de Slide 5">
            <a:extLst>
              <a:ext uri="{FF2B5EF4-FFF2-40B4-BE49-F238E27FC236}">
                <a16:creationId xmlns:a16="http://schemas.microsoft.com/office/drawing/2014/main" id="{8B43B5D6-9411-2916-3463-C0BBC4CE3A66}"/>
              </a:ext>
            </a:extLst>
          </p:cNvPr>
          <p:cNvSpPr>
            <a:spLocks noGrp="1"/>
          </p:cNvSpPr>
          <p:nvPr>
            <p:ph type="sldNum" sz="quarter" idx="12"/>
          </p:nvPr>
        </p:nvSpPr>
        <p:spPr>
          <a:xfrm>
            <a:off x="11561763" y="6480823"/>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95" name="Text Placeholder 3">
            <a:extLst>
              <a:ext uri="{FF2B5EF4-FFF2-40B4-BE49-F238E27FC236}">
                <a16:creationId xmlns:a16="http://schemas.microsoft.com/office/drawing/2014/main" id="{1F9E0DEB-08E9-5248-44F9-9916F0925C87}"/>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pt-BR"/>
              <a:t>Índice | Até 10 títulos</a:t>
            </a:r>
            <a:endParaRPr lang="en-US"/>
          </a:p>
        </p:txBody>
      </p:sp>
      <p:sp>
        <p:nvSpPr>
          <p:cNvPr id="96" name="Text Placeholder 10">
            <a:extLst>
              <a:ext uri="{FF2B5EF4-FFF2-40B4-BE49-F238E27FC236}">
                <a16:creationId xmlns:a16="http://schemas.microsoft.com/office/drawing/2014/main" id="{86EE135B-8461-A8E5-B808-1CCC5F3ABF32}"/>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marL="0" indent="0">
              <a:lnSpc>
                <a:spcPct val="100000"/>
              </a:lnSpc>
              <a:spcBef>
                <a:spcPts val="0"/>
              </a:spcBef>
              <a:defRPr sz="900" baseline="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7" name="Text Placeholder 21">
            <a:extLst>
              <a:ext uri="{FF2B5EF4-FFF2-40B4-BE49-F238E27FC236}">
                <a16:creationId xmlns:a16="http://schemas.microsoft.com/office/drawing/2014/main" id="{C68EECD8-4868-C403-065A-798C94914B21}"/>
              </a:ext>
            </a:extLst>
          </p:cNvPr>
          <p:cNvSpPr>
            <a:spLocks noGrp="1"/>
          </p:cNvSpPr>
          <p:nvPr>
            <p:ph type="body" sz="quarter" idx="17" hasCustomPrompt="1"/>
          </p:nvPr>
        </p:nvSpPr>
        <p:spPr>
          <a:xfrm>
            <a:off x="1217550" y="1340437"/>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98" name="Text Placeholder 21">
            <a:extLst>
              <a:ext uri="{FF2B5EF4-FFF2-40B4-BE49-F238E27FC236}">
                <a16:creationId xmlns:a16="http://schemas.microsoft.com/office/drawing/2014/main" id="{377F7479-B5E7-D307-06B9-71E3BA37F3EF}"/>
              </a:ext>
            </a:extLst>
          </p:cNvPr>
          <p:cNvSpPr>
            <a:spLocks noGrp="1"/>
          </p:cNvSpPr>
          <p:nvPr>
            <p:ph type="body" sz="quarter" idx="19" hasCustomPrompt="1"/>
          </p:nvPr>
        </p:nvSpPr>
        <p:spPr>
          <a:xfrm>
            <a:off x="1217550" y="2266421"/>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99" name="Text Placeholder 21">
            <a:extLst>
              <a:ext uri="{FF2B5EF4-FFF2-40B4-BE49-F238E27FC236}">
                <a16:creationId xmlns:a16="http://schemas.microsoft.com/office/drawing/2014/main" id="{A9CB3A34-F081-C677-A00F-67C1873C062A}"/>
              </a:ext>
            </a:extLst>
          </p:cNvPr>
          <p:cNvSpPr>
            <a:spLocks noGrp="1"/>
          </p:cNvSpPr>
          <p:nvPr>
            <p:ph type="body" sz="quarter" idx="21" hasCustomPrompt="1"/>
          </p:nvPr>
        </p:nvSpPr>
        <p:spPr>
          <a:xfrm>
            <a:off x="1217550" y="3279695"/>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0" name="Text Placeholder 21">
            <a:extLst>
              <a:ext uri="{FF2B5EF4-FFF2-40B4-BE49-F238E27FC236}">
                <a16:creationId xmlns:a16="http://schemas.microsoft.com/office/drawing/2014/main" id="{66627ED0-3A46-8737-6897-D3BDDB091302}"/>
              </a:ext>
            </a:extLst>
          </p:cNvPr>
          <p:cNvSpPr>
            <a:spLocks noGrp="1"/>
          </p:cNvSpPr>
          <p:nvPr>
            <p:ph type="body" sz="quarter" idx="23" hasCustomPrompt="1"/>
          </p:nvPr>
        </p:nvSpPr>
        <p:spPr>
          <a:xfrm>
            <a:off x="1217550" y="4298020"/>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1" name="Text Placeholder 21">
            <a:extLst>
              <a:ext uri="{FF2B5EF4-FFF2-40B4-BE49-F238E27FC236}">
                <a16:creationId xmlns:a16="http://schemas.microsoft.com/office/drawing/2014/main" id="{4A98C90D-F543-2D3A-9F32-FF02504B384D}"/>
              </a:ext>
            </a:extLst>
          </p:cNvPr>
          <p:cNvSpPr>
            <a:spLocks noGrp="1"/>
          </p:cNvSpPr>
          <p:nvPr>
            <p:ph type="body" sz="quarter" idx="25" hasCustomPrompt="1"/>
          </p:nvPr>
        </p:nvSpPr>
        <p:spPr>
          <a:xfrm>
            <a:off x="6978588" y="1338594"/>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2" name="Text Placeholder 21">
            <a:extLst>
              <a:ext uri="{FF2B5EF4-FFF2-40B4-BE49-F238E27FC236}">
                <a16:creationId xmlns:a16="http://schemas.microsoft.com/office/drawing/2014/main" id="{02D303FD-4338-9202-3742-445CFAC544F9}"/>
              </a:ext>
            </a:extLst>
          </p:cNvPr>
          <p:cNvSpPr>
            <a:spLocks noGrp="1"/>
          </p:cNvSpPr>
          <p:nvPr>
            <p:ph type="body" sz="quarter" idx="27" hasCustomPrompt="1"/>
          </p:nvPr>
        </p:nvSpPr>
        <p:spPr>
          <a:xfrm>
            <a:off x="6978588" y="2264578"/>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3" name="Text Placeholder 21">
            <a:extLst>
              <a:ext uri="{FF2B5EF4-FFF2-40B4-BE49-F238E27FC236}">
                <a16:creationId xmlns:a16="http://schemas.microsoft.com/office/drawing/2014/main" id="{DAB51C54-4BA1-024C-8F1D-E61343BFAC42}"/>
              </a:ext>
            </a:extLst>
          </p:cNvPr>
          <p:cNvSpPr>
            <a:spLocks noGrp="1"/>
          </p:cNvSpPr>
          <p:nvPr>
            <p:ph type="body" sz="quarter" idx="29" hasCustomPrompt="1"/>
          </p:nvPr>
        </p:nvSpPr>
        <p:spPr>
          <a:xfrm>
            <a:off x="6978588" y="3274846"/>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4" name="Text Placeholder 21">
            <a:extLst>
              <a:ext uri="{FF2B5EF4-FFF2-40B4-BE49-F238E27FC236}">
                <a16:creationId xmlns:a16="http://schemas.microsoft.com/office/drawing/2014/main" id="{31C27C31-0117-4C41-7DD9-9A95AE01F9D5}"/>
              </a:ext>
            </a:extLst>
          </p:cNvPr>
          <p:cNvSpPr>
            <a:spLocks noGrp="1"/>
          </p:cNvSpPr>
          <p:nvPr>
            <p:ph type="body" sz="quarter" idx="31" hasCustomPrompt="1"/>
          </p:nvPr>
        </p:nvSpPr>
        <p:spPr>
          <a:xfrm>
            <a:off x="6978588" y="4296177"/>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5" name="Text Placeholder 21">
            <a:extLst>
              <a:ext uri="{FF2B5EF4-FFF2-40B4-BE49-F238E27FC236}">
                <a16:creationId xmlns:a16="http://schemas.microsoft.com/office/drawing/2014/main" id="{305C7304-230E-F6CE-A76D-99DF1E692F08}"/>
              </a:ext>
            </a:extLst>
          </p:cNvPr>
          <p:cNvSpPr>
            <a:spLocks noGrp="1"/>
          </p:cNvSpPr>
          <p:nvPr>
            <p:ph type="body" sz="quarter" idx="18" hasCustomPrompt="1"/>
          </p:nvPr>
        </p:nvSpPr>
        <p:spPr>
          <a:xfrm>
            <a:off x="334965" y="1319510"/>
            <a:ext cx="666897" cy="492443"/>
          </a:xfrm>
          <a:prstGeom prst="rect">
            <a:avLst/>
          </a:prstGeom>
          <a:noFill/>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a:t>
            </a:r>
            <a:endParaRPr lang="pt-BR"/>
          </a:p>
        </p:txBody>
      </p:sp>
      <p:sp>
        <p:nvSpPr>
          <p:cNvPr id="106" name="Text Placeholder 21">
            <a:extLst>
              <a:ext uri="{FF2B5EF4-FFF2-40B4-BE49-F238E27FC236}">
                <a16:creationId xmlns:a16="http://schemas.microsoft.com/office/drawing/2014/main" id="{646BD931-2CC9-4B26-938C-C6A9327B317A}"/>
              </a:ext>
            </a:extLst>
          </p:cNvPr>
          <p:cNvSpPr>
            <a:spLocks noGrp="1"/>
          </p:cNvSpPr>
          <p:nvPr>
            <p:ph type="body" sz="quarter" idx="20" hasCustomPrompt="1"/>
          </p:nvPr>
        </p:nvSpPr>
        <p:spPr>
          <a:xfrm>
            <a:off x="334965" y="2240645"/>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2.</a:t>
            </a:r>
            <a:endParaRPr lang="pt-BR"/>
          </a:p>
        </p:txBody>
      </p:sp>
      <p:sp>
        <p:nvSpPr>
          <p:cNvPr id="107" name="Text Placeholder 21">
            <a:extLst>
              <a:ext uri="{FF2B5EF4-FFF2-40B4-BE49-F238E27FC236}">
                <a16:creationId xmlns:a16="http://schemas.microsoft.com/office/drawing/2014/main" id="{7EF60F9A-51DE-3649-80E7-711C186485AA}"/>
              </a:ext>
            </a:extLst>
          </p:cNvPr>
          <p:cNvSpPr>
            <a:spLocks noGrp="1"/>
          </p:cNvSpPr>
          <p:nvPr>
            <p:ph type="body" sz="quarter" idx="22" hasCustomPrompt="1"/>
          </p:nvPr>
        </p:nvSpPr>
        <p:spPr>
          <a:xfrm>
            <a:off x="334965" y="3250913"/>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3.</a:t>
            </a:r>
            <a:endParaRPr lang="pt-BR"/>
          </a:p>
        </p:txBody>
      </p:sp>
      <p:sp>
        <p:nvSpPr>
          <p:cNvPr id="108" name="Text Placeholder 21">
            <a:extLst>
              <a:ext uri="{FF2B5EF4-FFF2-40B4-BE49-F238E27FC236}">
                <a16:creationId xmlns:a16="http://schemas.microsoft.com/office/drawing/2014/main" id="{454FB385-5582-984D-3BEC-2409DCFBBEA7}"/>
              </a:ext>
            </a:extLst>
          </p:cNvPr>
          <p:cNvSpPr>
            <a:spLocks noGrp="1"/>
          </p:cNvSpPr>
          <p:nvPr>
            <p:ph type="body" sz="quarter" idx="24" hasCustomPrompt="1"/>
          </p:nvPr>
        </p:nvSpPr>
        <p:spPr>
          <a:xfrm>
            <a:off x="334965" y="4269238"/>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4.</a:t>
            </a:r>
            <a:endParaRPr lang="pt-BR"/>
          </a:p>
        </p:txBody>
      </p:sp>
      <p:sp>
        <p:nvSpPr>
          <p:cNvPr id="109" name="Text Placeholder 21">
            <a:extLst>
              <a:ext uri="{FF2B5EF4-FFF2-40B4-BE49-F238E27FC236}">
                <a16:creationId xmlns:a16="http://schemas.microsoft.com/office/drawing/2014/main" id="{48AFB4A3-A713-3B36-5C4C-116B17982407}"/>
              </a:ext>
            </a:extLst>
          </p:cNvPr>
          <p:cNvSpPr>
            <a:spLocks noGrp="1"/>
          </p:cNvSpPr>
          <p:nvPr>
            <p:ph type="body" sz="quarter" idx="26" hasCustomPrompt="1"/>
          </p:nvPr>
        </p:nvSpPr>
        <p:spPr>
          <a:xfrm>
            <a:off x="6096003" y="1319510"/>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6.</a:t>
            </a:r>
            <a:endParaRPr lang="pt-BR"/>
          </a:p>
        </p:txBody>
      </p:sp>
      <p:sp>
        <p:nvSpPr>
          <p:cNvPr id="110" name="Text Placeholder 21">
            <a:extLst>
              <a:ext uri="{FF2B5EF4-FFF2-40B4-BE49-F238E27FC236}">
                <a16:creationId xmlns:a16="http://schemas.microsoft.com/office/drawing/2014/main" id="{455A5A6A-C346-A345-7676-47650852DEC5}"/>
              </a:ext>
            </a:extLst>
          </p:cNvPr>
          <p:cNvSpPr>
            <a:spLocks noGrp="1"/>
          </p:cNvSpPr>
          <p:nvPr>
            <p:ph type="body" sz="quarter" idx="28" hasCustomPrompt="1"/>
          </p:nvPr>
        </p:nvSpPr>
        <p:spPr>
          <a:xfrm>
            <a:off x="6096003" y="2240645"/>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7.</a:t>
            </a:r>
            <a:endParaRPr lang="pt-BR"/>
          </a:p>
        </p:txBody>
      </p:sp>
      <p:sp>
        <p:nvSpPr>
          <p:cNvPr id="111" name="Text Placeholder 21">
            <a:extLst>
              <a:ext uri="{FF2B5EF4-FFF2-40B4-BE49-F238E27FC236}">
                <a16:creationId xmlns:a16="http://schemas.microsoft.com/office/drawing/2014/main" id="{C9036724-53EE-61EA-4F36-0647670CC647}"/>
              </a:ext>
            </a:extLst>
          </p:cNvPr>
          <p:cNvSpPr>
            <a:spLocks noGrp="1"/>
          </p:cNvSpPr>
          <p:nvPr>
            <p:ph type="body" sz="quarter" idx="30" hasCustomPrompt="1"/>
          </p:nvPr>
        </p:nvSpPr>
        <p:spPr>
          <a:xfrm>
            <a:off x="6096003" y="3250913"/>
            <a:ext cx="666897" cy="492443"/>
          </a:xfrm>
          <a:prstGeom prst="rect">
            <a:avLst/>
          </a:prstGeom>
          <a:noFill/>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8.</a:t>
            </a:r>
            <a:endParaRPr lang="pt-BR"/>
          </a:p>
        </p:txBody>
      </p:sp>
      <p:sp>
        <p:nvSpPr>
          <p:cNvPr id="112" name="Text Placeholder 21">
            <a:extLst>
              <a:ext uri="{FF2B5EF4-FFF2-40B4-BE49-F238E27FC236}">
                <a16:creationId xmlns:a16="http://schemas.microsoft.com/office/drawing/2014/main" id="{59FC8DE1-DA8C-E6FC-0074-C1233AE33862}"/>
              </a:ext>
            </a:extLst>
          </p:cNvPr>
          <p:cNvSpPr>
            <a:spLocks noGrp="1"/>
          </p:cNvSpPr>
          <p:nvPr>
            <p:ph type="body" sz="quarter" idx="32" hasCustomPrompt="1"/>
          </p:nvPr>
        </p:nvSpPr>
        <p:spPr>
          <a:xfrm>
            <a:off x="6096003" y="4269238"/>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9.</a:t>
            </a:r>
            <a:endParaRPr lang="pt-BR"/>
          </a:p>
        </p:txBody>
      </p:sp>
      <p:sp>
        <p:nvSpPr>
          <p:cNvPr id="113" name="Text Placeholder 21">
            <a:extLst>
              <a:ext uri="{FF2B5EF4-FFF2-40B4-BE49-F238E27FC236}">
                <a16:creationId xmlns:a16="http://schemas.microsoft.com/office/drawing/2014/main" id="{CD7EC131-607A-502B-D5DB-EACD3848C447}"/>
              </a:ext>
            </a:extLst>
          </p:cNvPr>
          <p:cNvSpPr>
            <a:spLocks noGrp="1"/>
          </p:cNvSpPr>
          <p:nvPr>
            <p:ph type="body" sz="quarter" idx="33" hasCustomPrompt="1"/>
          </p:nvPr>
        </p:nvSpPr>
        <p:spPr>
          <a:xfrm>
            <a:off x="1217550" y="5311941"/>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14" name="Text Placeholder 21">
            <a:extLst>
              <a:ext uri="{FF2B5EF4-FFF2-40B4-BE49-F238E27FC236}">
                <a16:creationId xmlns:a16="http://schemas.microsoft.com/office/drawing/2014/main" id="{39366CD8-736E-E9F0-1631-408CE9342B73}"/>
              </a:ext>
            </a:extLst>
          </p:cNvPr>
          <p:cNvSpPr>
            <a:spLocks noGrp="1"/>
          </p:cNvSpPr>
          <p:nvPr>
            <p:ph type="body" sz="quarter" idx="34" hasCustomPrompt="1"/>
          </p:nvPr>
        </p:nvSpPr>
        <p:spPr>
          <a:xfrm>
            <a:off x="6978588" y="5310098"/>
            <a:ext cx="4304945"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15" name="Text Placeholder 21">
            <a:extLst>
              <a:ext uri="{FF2B5EF4-FFF2-40B4-BE49-F238E27FC236}">
                <a16:creationId xmlns:a16="http://schemas.microsoft.com/office/drawing/2014/main" id="{A36BD412-4DD9-0776-5A73-B5939ACF9185}"/>
              </a:ext>
            </a:extLst>
          </p:cNvPr>
          <p:cNvSpPr>
            <a:spLocks noGrp="1"/>
          </p:cNvSpPr>
          <p:nvPr>
            <p:ph type="body" sz="quarter" idx="35" hasCustomPrompt="1"/>
          </p:nvPr>
        </p:nvSpPr>
        <p:spPr>
          <a:xfrm>
            <a:off x="334965" y="5283159"/>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5.</a:t>
            </a:r>
            <a:endParaRPr lang="pt-BR"/>
          </a:p>
        </p:txBody>
      </p:sp>
      <p:sp>
        <p:nvSpPr>
          <p:cNvPr id="116" name="Text Placeholder 21">
            <a:extLst>
              <a:ext uri="{FF2B5EF4-FFF2-40B4-BE49-F238E27FC236}">
                <a16:creationId xmlns:a16="http://schemas.microsoft.com/office/drawing/2014/main" id="{0D56432C-F90B-BE78-9849-16EDFA25EDF3}"/>
              </a:ext>
            </a:extLst>
          </p:cNvPr>
          <p:cNvSpPr>
            <a:spLocks noGrp="1"/>
          </p:cNvSpPr>
          <p:nvPr>
            <p:ph type="body" sz="quarter" idx="36" hasCustomPrompt="1"/>
          </p:nvPr>
        </p:nvSpPr>
        <p:spPr>
          <a:xfrm>
            <a:off x="6096003" y="5283159"/>
            <a:ext cx="666897"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10.</a:t>
            </a:r>
            <a:endParaRPr lang="pt-BR"/>
          </a:p>
        </p:txBody>
      </p:sp>
      <p:sp>
        <p:nvSpPr>
          <p:cNvPr id="3" name="Picture 8">
            <a:extLst>
              <a:ext uri="{FF2B5EF4-FFF2-40B4-BE49-F238E27FC236}">
                <a16:creationId xmlns:a16="http://schemas.microsoft.com/office/drawing/2014/main" id="{13E1FCE5-3B0A-A220-D717-0F7086E423DA}"/>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accent4"/>
              </a:solidFill>
            </a:endParaRPr>
          </a:p>
        </p:txBody>
      </p:sp>
    </p:spTree>
    <p:extLst>
      <p:ext uri="{BB962C8B-B14F-4D97-AF65-F5344CB8AC3E}">
        <p14:creationId xmlns:p14="http://schemas.microsoft.com/office/powerpoint/2010/main" val="681135676"/>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Índice - High Grade - 14 títulos">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93" name="Espaço Reservado para Número de Slide 5">
            <a:extLst>
              <a:ext uri="{FF2B5EF4-FFF2-40B4-BE49-F238E27FC236}">
                <a16:creationId xmlns:a16="http://schemas.microsoft.com/office/drawing/2014/main" id="{8B43B5D6-9411-2916-3463-C0BBC4CE3A66}"/>
              </a:ext>
            </a:extLst>
          </p:cNvPr>
          <p:cNvSpPr>
            <a:spLocks noGrp="1"/>
          </p:cNvSpPr>
          <p:nvPr>
            <p:ph type="sldNum" sz="quarter" idx="12"/>
          </p:nvPr>
        </p:nvSpPr>
        <p:spPr>
          <a:xfrm>
            <a:off x="11542617"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95" name="Text Placeholder 3">
            <a:extLst>
              <a:ext uri="{FF2B5EF4-FFF2-40B4-BE49-F238E27FC236}">
                <a16:creationId xmlns:a16="http://schemas.microsoft.com/office/drawing/2014/main" id="{1F9E0DEB-08E9-5248-44F9-9916F0925C87}"/>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pt-BR"/>
              <a:t>Índice | Até 14 títulos</a:t>
            </a:r>
            <a:endParaRPr lang="en-US"/>
          </a:p>
        </p:txBody>
      </p:sp>
      <p:sp>
        <p:nvSpPr>
          <p:cNvPr id="96" name="Text Placeholder 10">
            <a:extLst>
              <a:ext uri="{FF2B5EF4-FFF2-40B4-BE49-F238E27FC236}">
                <a16:creationId xmlns:a16="http://schemas.microsoft.com/office/drawing/2014/main" id="{86EE135B-8461-A8E5-B808-1CCC5F3ABF32}"/>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marL="0" indent="0">
              <a:lnSpc>
                <a:spcPct val="100000"/>
              </a:lnSpc>
              <a:spcBef>
                <a:spcPts val="0"/>
              </a:spcBef>
              <a:defRPr sz="900" baseline="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7" name="Text Placeholder 21">
            <a:extLst>
              <a:ext uri="{FF2B5EF4-FFF2-40B4-BE49-F238E27FC236}">
                <a16:creationId xmlns:a16="http://schemas.microsoft.com/office/drawing/2014/main" id="{C68EECD8-4868-C403-065A-798C94914B21}"/>
              </a:ext>
            </a:extLst>
          </p:cNvPr>
          <p:cNvSpPr>
            <a:spLocks noGrp="1"/>
          </p:cNvSpPr>
          <p:nvPr>
            <p:ph type="body" sz="quarter" idx="17" hasCustomPrompt="1"/>
          </p:nvPr>
        </p:nvSpPr>
        <p:spPr>
          <a:xfrm>
            <a:off x="1112441" y="1294749"/>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98" name="Text Placeholder 21">
            <a:extLst>
              <a:ext uri="{FF2B5EF4-FFF2-40B4-BE49-F238E27FC236}">
                <a16:creationId xmlns:a16="http://schemas.microsoft.com/office/drawing/2014/main" id="{377F7479-B5E7-D307-06B9-71E3BA37F3EF}"/>
              </a:ext>
            </a:extLst>
          </p:cNvPr>
          <p:cNvSpPr>
            <a:spLocks noGrp="1"/>
          </p:cNvSpPr>
          <p:nvPr>
            <p:ph type="body" sz="quarter" idx="19" hasCustomPrompt="1"/>
          </p:nvPr>
        </p:nvSpPr>
        <p:spPr>
          <a:xfrm>
            <a:off x="1112441" y="2053172"/>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99" name="Text Placeholder 21">
            <a:extLst>
              <a:ext uri="{FF2B5EF4-FFF2-40B4-BE49-F238E27FC236}">
                <a16:creationId xmlns:a16="http://schemas.microsoft.com/office/drawing/2014/main" id="{A9CB3A34-F081-C677-A00F-67C1873C062A}"/>
              </a:ext>
            </a:extLst>
          </p:cNvPr>
          <p:cNvSpPr>
            <a:spLocks noGrp="1"/>
          </p:cNvSpPr>
          <p:nvPr>
            <p:ph type="body" sz="quarter" idx="21" hasCustomPrompt="1"/>
          </p:nvPr>
        </p:nvSpPr>
        <p:spPr>
          <a:xfrm>
            <a:off x="1112441" y="2813030"/>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0" name="Text Placeholder 21">
            <a:extLst>
              <a:ext uri="{FF2B5EF4-FFF2-40B4-BE49-F238E27FC236}">
                <a16:creationId xmlns:a16="http://schemas.microsoft.com/office/drawing/2014/main" id="{66627ED0-3A46-8737-6897-D3BDDB091302}"/>
              </a:ext>
            </a:extLst>
          </p:cNvPr>
          <p:cNvSpPr>
            <a:spLocks noGrp="1"/>
          </p:cNvSpPr>
          <p:nvPr>
            <p:ph type="body" sz="quarter" idx="23" hasCustomPrompt="1"/>
          </p:nvPr>
        </p:nvSpPr>
        <p:spPr>
          <a:xfrm>
            <a:off x="1112441" y="3578536"/>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1" name="Text Placeholder 21">
            <a:extLst>
              <a:ext uri="{FF2B5EF4-FFF2-40B4-BE49-F238E27FC236}">
                <a16:creationId xmlns:a16="http://schemas.microsoft.com/office/drawing/2014/main" id="{4A98C90D-F543-2D3A-9F32-FF02504B384D}"/>
              </a:ext>
            </a:extLst>
          </p:cNvPr>
          <p:cNvSpPr>
            <a:spLocks noGrp="1"/>
          </p:cNvSpPr>
          <p:nvPr>
            <p:ph type="body" sz="quarter" idx="25" hasCustomPrompt="1"/>
          </p:nvPr>
        </p:nvSpPr>
        <p:spPr>
          <a:xfrm>
            <a:off x="6873479" y="1298388"/>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2" name="Text Placeholder 21">
            <a:extLst>
              <a:ext uri="{FF2B5EF4-FFF2-40B4-BE49-F238E27FC236}">
                <a16:creationId xmlns:a16="http://schemas.microsoft.com/office/drawing/2014/main" id="{02D303FD-4338-9202-3742-445CFAC544F9}"/>
              </a:ext>
            </a:extLst>
          </p:cNvPr>
          <p:cNvSpPr>
            <a:spLocks noGrp="1"/>
          </p:cNvSpPr>
          <p:nvPr>
            <p:ph type="body" sz="quarter" idx="27" hasCustomPrompt="1"/>
          </p:nvPr>
        </p:nvSpPr>
        <p:spPr>
          <a:xfrm>
            <a:off x="6873479" y="2051616"/>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3" name="Text Placeholder 21">
            <a:extLst>
              <a:ext uri="{FF2B5EF4-FFF2-40B4-BE49-F238E27FC236}">
                <a16:creationId xmlns:a16="http://schemas.microsoft.com/office/drawing/2014/main" id="{DAB51C54-4BA1-024C-8F1D-E61343BFAC42}"/>
              </a:ext>
            </a:extLst>
          </p:cNvPr>
          <p:cNvSpPr>
            <a:spLocks noGrp="1"/>
          </p:cNvSpPr>
          <p:nvPr>
            <p:ph type="body" sz="quarter" idx="29" hasCustomPrompt="1"/>
          </p:nvPr>
        </p:nvSpPr>
        <p:spPr>
          <a:xfrm>
            <a:off x="6873479" y="2808937"/>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4" name="Text Placeholder 21">
            <a:extLst>
              <a:ext uri="{FF2B5EF4-FFF2-40B4-BE49-F238E27FC236}">
                <a16:creationId xmlns:a16="http://schemas.microsoft.com/office/drawing/2014/main" id="{31C27C31-0117-4C41-7DD9-9A95AE01F9D5}"/>
              </a:ext>
            </a:extLst>
          </p:cNvPr>
          <p:cNvSpPr>
            <a:spLocks noGrp="1"/>
          </p:cNvSpPr>
          <p:nvPr>
            <p:ph type="body" sz="quarter" idx="31" hasCustomPrompt="1"/>
          </p:nvPr>
        </p:nvSpPr>
        <p:spPr>
          <a:xfrm>
            <a:off x="6873479" y="3576980"/>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05" name="Text Placeholder 21">
            <a:extLst>
              <a:ext uri="{FF2B5EF4-FFF2-40B4-BE49-F238E27FC236}">
                <a16:creationId xmlns:a16="http://schemas.microsoft.com/office/drawing/2014/main" id="{305C7304-230E-F6CE-A76D-99DF1E692F08}"/>
              </a:ext>
            </a:extLst>
          </p:cNvPr>
          <p:cNvSpPr>
            <a:spLocks noGrp="1"/>
          </p:cNvSpPr>
          <p:nvPr>
            <p:ph type="body" sz="quarter" idx="18" hasCustomPrompt="1"/>
          </p:nvPr>
        </p:nvSpPr>
        <p:spPr>
          <a:xfrm>
            <a:off x="334965" y="1272293"/>
            <a:ext cx="562844" cy="492443"/>
          </a:xfrm>
          <a:prstGeom prst="rect">
            <a:avLst/>
          </a:prstGeom>
          <a:noFill/>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a:t>
            </a:r>
            <a:endParaRPr lang="pt-BR"/>
          </a:p>
        </p:txBody>
      </p:sp>
      <p:sp>
        <p:nvSpPr>
          <p:cNvPr id="106" name="Text Placeholder 21">
            <a:extLst>
              <a:ext uri="{FF2B5EF4-FFF2-40B4-BE49-F238E27FC236}">
                <a16:creationId xmlns:a16="http://schemas.microsoft.com/office/drawing/2014/main" id="{646BD931-2CC9-4B26-938C-C6A9327B317A}"/>
              </a:ext>
            </a:extLst>
          </p:cNvPr>
          <p:cNvSpPr>
            <a:spLocks noGrp="1"/>
          </p:cNvSpPr>
          <p:nvPr>
            <p:ph type="body" sz="quarter" idx="20" hasCustomPrompt="1"/>
          </p:nvPr>
        </p:nvSpPr>
        <p:spPr>
          <a:xfrm>
            <a:off x="334965" y="2021814"/>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2.</a:t>
            </a:r>
            <a:endParaRPr lang="pt-BR"/>
          </a:p>
        </p:txBody>
      </p:sp>
      <p:sp>
        <p:nvSpPr>
          <p:cNvPr id="107" name="Text Placeholder 21">
            <a:extLst>
              <a:ext uri="{FF2B5EF4-FFF2-40B4-BE49-F238E27FC236}">
                <a16:creationId xmlns:a16="http://schemas.microsoft.com/office/drawing/2014/main" id="{7EF60F9A-51DE-3649-80E7-711C186485AA}"/>
              </a:ext>
            </a:extLst>
          </p:cNvPr>
          <p:cNvSpPr>
            <a:spLocks noGrp="1"/>
          </p:cNvSpPr>
          <p:nvPr>
            <p:ph type="body" sz="quarter" idx="22" hasCustomPrompt="1"/>
          </p:nvPr>
        </p:nvSpPr>
        <p:spPr>
          <a:xfrm>
            <a:off x="334965" y="2779135"/>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3.</a:t>
            </a:r>
            <a:endParaRPr lang="pt-BR"/>
          </a:p>
        </p:txBody>
      </p:sp>
      <p:sp>
        <p:nvSpPr>
          <p:cNvPr id="108" name="Text Placeholder 21">
            <a:extLst>
              <a:ext uri="{FF2B5EF4-FFF2-40B4-BE49-F238E27FC236}">
                <a16:creationId xmlns:a16="http://schemas.microsoft.com/office/drawing/2014/main" id="{454FB385-5582-984D-3BEC-2409DCFBBEA7}"/>
              </a:ext>
            </a:extLst>
          </p:cNvPr>
          <p:cNvSpPr>
            <a:spLocks noGrp="1"/>
          </p:cNvSpPr>
          <p:nvPr>
            <p:ph type="body" sz="quarter" idx="24" hasCustomPrompt="1"/>
          </p:nvPr>
        </p:nvSpPr>
        <p:spPr>
          <a:xfrm>
            <a:off x="334965" y="3544641"/>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4.</a:t>
            </a:r>
            <a:endParaRPr lang="pt-BR"/>
          </a:p>
        </p:txBody>
      </p:sp>
      <p:sp>
        <p:nvSpPr>
          <p:cNvPr id="109" name="Text Placeholder 21">
            <a:extLst>
              <a:ext uri="{FF2B5EF4-FFF2-40B4-BE49-F238E27FC236}">
                <a16:creationId xmlns:a16="http://schemas.microsoft.com/office/drawing/2014/main" id="{48AFB4A3-A713-3B36-5C4C-116B17982407}"/>
              </a:ext>
            </a:extLst>
          </p:cNvPr>
          <p:cNvSpPr>
            <a:spLocks noGrp="1"/>
          </p:cNvSpPr>
          <p:nvPr>
            <p:ph type="body" sz="quarter" idx="26" hasCustomPrompt="1"/>
          </p:nvPr>
        </p:nvSpPr>
        <p:spPr>
          <a:xfrm>
            <a:off x="6096003" y="1277487"/>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8.</a:t>
            </a:r>
            <a:endParaRPr lang="pt-BR"/>
          </a:p>
        </p:txBody>
      </p:sp>
      <p:sp>
        <p:nvSpPr>
          <p:cNvPr id="110" name="Text Placeholder 21">
            <a:extLst>
              <a:ext uri="{FF2B5EF4-FFF2-40B4-BE49-F238E27FC236}">
                <a16:creationId xmlns:a16="http://schemas.microsoft.com/office/drawing/2014/main" id="{455A5A6A-C346-A345-7676-47650852DEC5}"/>
              </a:ext>
            </a:extLst>
          </p:cNvPr>
          <p:cNvSpPr>
            <a:spLocks noGrp="1"/>
          </p:cNvSpPr>
          <p:nvPr>
            <p:ph type="body" sz="quarter" idx="28" hasCustomPrompt="1"/>
          </p:nvPr>
        </p:nvSpPr>
        <p:spPr>
          <a:xfrm>
            <a:off x="6096003" y="2021814"/>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9.</a:t>
            </a:r>
            <a:endParaRPr lang="pt-BR"/>
          </a:p>
        </p:txBody>
      </p:sp>
      <p:sp>
        <p:nvSpPr>
          <p:cNvPr id="111" name="Text Placeholder 21">
            <a:extLst>
              <a:ext uri="{FF2B5EF4-FFF2-40B4-BE49-F238E27FC236}">
                <a16:creationId xmlns:a16="http://schemas.microsoft.com/office/drawing/2014/main" id="{C9036724-53EE-61EA-4F36-0647670CC647}"/>
              </a:ext>
            </a:extLst>
          </p:cNvPr>
          <p:cNvSpPr>
            <a:spLocks noGrp="1"/>
          </p:cNvSpPr>
          <p:nvPr>
            <p:ph type="body" sz="quarter" idx="30" hasCustomPrompt="1"/>
          </p:nvPr>
        </p:nvSpPr>
        <p:spPr>
          <a:xfrm>
            <a:off x="6096003" y="2779135"/>
            <a:ext cx="562844" cy="492443"/>
          </a:xfrm>
          <a:prstGeom prst="rect">
            <a:avLst/>
          </a:prstGeom>
          <a:noFill/>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10.</a:t>
            </a:r>
            <a:endParaRPr lang="pt-BR"/>
          </a:p>
        </p:txBody>
      </p:sp>
      <p:sp>
        <p:nvSpPr>
          <p:cNvPr id="112" name="Text Placeholder 21">
            <a:extLst>
              <a:ext uri="{FF2B5EF4-FFF2-40B4-BE49-F238E27FC236}">
                <a16:creationId xmlns:a16="http://schemas.microsoft.com/office/drawing/2014/main" id="{59FC8DE1-DA8C-E6FC-0074-C1233AE33862}"/>
              </a:ext>
            </a:extLst>
          </p:cNvPr>
          <p:cNvSpPr>
            <a:spLocks noGrp="1"/>
          </p:cNvSpPr>
          <p:nvPr>
            <p:ph type="body" sz="quarter" idx="32" hasCustomPrompt="1"/>
          </p:nvPr>
        </p:nvSpPr>
        <p:spPr>
          <a:xfrm>
            <a:off x="6096003" y="3544641"/>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11.</a:t>
            </a:r>
            <a:endParaRPr lang="pt-BR"/>
          </a:p>
        </p:txBody>
      </p:sp>
      <p:sp>
        <p:nvSpPr>
          <p:cNvPr id="113" name="Text Placeholder 21">
            <a:extLst>
              <a:ext uri="{FF2B5EF4-FFF2-40B4-BE49-F238E27FC236}">
                <a16:creationId xmlns:a16="http://schemas.microsoft.com/office/drawing/2014/main" id="{CD7EC131-607A-502B-D5DB-EACD3848C447}"/>
              </a:ext>
            </a:extLst>
          </p:cNvPr>
          <p:cNvSpPr>
            <a:spLocks noGrp="1"/>
          </p:cNvSpPr>
          <p:nvPr>
            <p:ph type="body" sz="quarter" idx="33" hasCustomPrompt="1"/>
          </p:nvPr>
        </p:nvSpPr>
        <p:spPr>
          <a:xfrm>
            <a:off x="1112441" y="4354249"/>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14" name="Text Placeholder 21">
            <a:extLst>
              <a:ext uri="{FF2B5EF4-FFF2-40B4-BE49-F238E27FC236}">
                <a16:creationId xmlns:a16="http://schemas.microsoft.com/office/drawing/2014/main" id="{39366CD8-736E-E9F0-1631-408CE9342B73}"/>
              </a:ext>
            </a:extLst>
          </p:cNvPr>
          <p:cNvSpPr>
            <a:spLocks noGrp="1"/>
          </p:cNvSpPr>
          <p:nvPr>
            <p:ph type="body" sz="quarter" idx="34" hasCustomPrompt="1"/>
          </p:nvPr>
        </p:nvSpPr>
        <p:spPr>
          <a:xfrm>
            <a:off x="6873479" y="4352693"/>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115" name="Text Placeholder 21">
            <a:extLst>
              <a:ext uri="{FF2B5EF4-FFF2-40B4-BE49-F238E27FC236}">
                <a16:creationId xmlns:a16="http://schemas.microsoft.com/office/drawing/2014/main" id="{A36BD412-4DD9-0776-5A73-B5939ACF9185}"/>
              </a:ext>
            </a:extLst>
          </p:cNvPr>
          <p:cNvSpPr>
            <a:spLocks noGrp="1"/>
          </p:cNvSpPr>
          <p:nvPr>
            <p:ph type="body" sz="quarter" idx="35" hasCustomPrompt="1"/>
          </p:nvPr>
        </p:nvSpPr>
        <p:spPr>
          <a:xfrm>
            <a:off x="334965" y="4320354"/>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5.</a:t>
            </a:r>
            <a:endParaRPr lang="pt-BR"/>
          </a:p>
        </p:txBody>
      </p:sp>
      <p:sp>
        <p:nvSpPr>
          <p:cNvPr id="116" name="Text Placeholder 21">
            <a:extLst>
              <a:ext uri="{FF2B5EF4-FFF2-40B4-BE49-F238E27FC236}">
                <a16:creationId xmlns:a16="http://schemas.microsoft.com/office/drawing/2014/main" id="{0D56432C-F90B-BE78-9849-16EDFA25EDF3}"/>
              </a:ext>
            </a:extLst>
          </p:cNvPr>
          <p:cNvSpPr>
            <a:spLocks noGrp="1"/>
          </p:cNvSpPr>
          <p:nvPr>
            <p:ph type="body" sz="quarter" idx="36" hasCustomPrompt="1"/>
          </p:nvPr>
        </p:nvSpPr>
        <p:spPr>
          <a:xfrm>
            <a:off x="6096003" y="4320354"/>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12.</a:t>
            </a:r>
            <a:endParaRPr lang="pt-BR"/>
          </a:p>
        </p:txBody>
      </p:sp>
      <p:sp>
        <p:nvSpPr>
          <p:cNvPr id="26" name="Text Placeholder 21">
            <a:extLst>
              <a:ext uri="{FF2B5EF4-FFF2-40B4-BE49-F238E27FC236}">
                <a16:creationId xmlns:a16="http://schemas.microsoft.com/office/drawing/2014/main" id="{C5B1F338-8D07-6165-2984-C97D76B836F9}"/>
              </a:ext>
            </a:extLst>
          </p:cNvPr>
          <p:cNvSpPr>
            <a:spLocks noGrp="1"/>
          </p:cNvSpPr>
          <p:nvPr>
            <p:ph type="body" sz="quarter" idx="37" hasCustomPrompt="1"/>
          </p:nvPr>
        </p:nvSpPr>
        <p:spPr>
          <a:xfrm>
            <a:off x="1112441" y="5133711"/>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27" name="Text Placeholder 21">
            <a:extLst>
              <a:ext uri="{FF2B5EF4-FFF2-40B4-BE49-F238E27FC236}">
                <a16:creationId xmlns:a16="http://schemas.microsoft.com/office/drawing/2014/main" id="{6AC2D12D-986D-3DD5-FBFC-D384978B998E}"/>
              </a:ext>
            </a:extLst>
          </p:cNvPr>
          <p:cNvSpPr>
            <a:spLocks noGrp="1"/>
          </p:cNvSpPr>
          <p:nvPr>
            <p:ph type="body" sz="quarter" idx="38" hasCustomPrompt="1"/>
          </p:nvPr>
        </p:nvSpPr>
        <p:spPr>
          <a:xfrm>
            <a:off x="6873479" y="5132155"/>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28" name="Text Placeholder 21">
            <a:extLst>
              <a:ext uri="{FF2B5EF4-FFF2-40B4-BE49-F238E27FC236}">
                <a16:creationId xmlns:a16="http://schemas.microsoft.com/office/drawing/2014/main" id="{91E97FC2-9348-4E3B-00E5-76B9F5F34636}"/>
              </a:ext>
            </a:extLst>
          </p:cNvPr>
          <p:cNvSpPr>
            <a:spLocks noGrp="1"/>
          </p:cNvSpPr>
          <p:nvPr>
            <p:ph type="body" sz="quarter" idx="39" hasCustomPrompt="1"/>
          </p:nvPr>
        </p:nvSpPr>
        <p:spPr>
          <a:xfrm>
            <a:off x="334965" y="5099816"/>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6.</a:t>
            </a:r>
            <a:endParaRPr lang="pt-BR"/>
          </a:p>
        </p:txBody>
      </p:sp>
      <p:sp>
        <p:nvSpPr>
          <p:cNvPr id="29" name="Text Placeholder 21">
            <a:extLst>
              <a:ext uri="{FF2B5EF4-FFF2-40B4-BE49-F238E27FC236}">
                <a16:creationId xmlns:a16="http://schemas.microsoft.com/office/drawing/2014/main" id="{10FCC27C-9F7B-60DD-448A-FA5C70190D61}"/>
              </a:ext>
            </a:extLst>
          </p:cNvPr>
          <p:cNvSpPr>
            <a:spLocks noGrp="1"/>
          </p:cNvSpPr>
          <p:nvPr>
            <p:ph type="body" sz="quarter" idx="40" hasCustomPrompt="1"/>
          </p:nvPr>
        </p:nvSpPr>
        <p:spPr>
          <a:xfrm>
            <a:off x="6096003" y="5099816"/>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13.</a:t>
            </a:r>
            <a:endParaRPr lang="pt-BR"/>
          </a:p>
        </p:txBody>
      </p:sp>
      <p:sp>
        <p:nvSpPr>
          <p:cNvPr id="30" name="Text Placeholder 21">
            <a:extLst>
              <a:ext uri="{FF2B5EF4-FFF2-40B4-BE49-F238E27FC236}">
                <a16:creationId xmlns:a16="http://schemas.microsoft.com/office/drawing/2014/main" id="{647A3C75-F52C-9572-4AC8-DF3C9EC74895}"/>
              </a:ext>
            </a:extLst>
          </p:cNvPr>
          <p:cNvSpPr>
            <a:spLocks noGrp="1"/>
          </p:cNvSpPr>
          <p:nvPr>
            <p:ph type="body" sz="quarter" idx="41" hasCustomPrompt="1"/>
          </p:nvPr>
        </p:nvSpPr>
        <p:spPr>
          <a:xfrm>
            <a:off x="1112441" y="5909424"/>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31" name="Text Placeholder 21">
            <a:extLst>
              <a:ext uri="{FF2B5EF4-FFF2-40B4-BE49-F238E27FC236}">
                <a16:creationId xmlns:a16="http://schemas.microsoft.com/office/drawing/2014/main" id="{CF181672-FCCE-ED51-44CD-B257A5102052}"/>
              </a:ext>
            </a:extLst>
          </p:cNvPr>
          <p:cNvSpPr>
            <a:spLocks noGrp="1"/>
          </p:cNvSpPr>
          <p:nvPr>
            <p:ph type="body" sz="quarter" idx="42" hasCustomPrompt="1"/>
          </p:nvPr>
        </p:nvSpPr>
        <p:spPr>
          <a:xfrm>
            <a:off x="6873479" y="5907868"/>
            <a:ext cx="3633266" cy="369332"/>
          </a:xfrm>
          <a:prstGeom prst="rect">
            <a:avLst/>
          </a:prstGeom>
        </p:spPr>
        <p:txBody>
          <a:bodyPr lIns="0" tIns="0" rIns="0" bIns="0" anchor="ctr" anchorCtr="0"/>
          <a:lstStyle>
            <a:lvl1pPr>
              <a:defRPr sz="2400">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err="1"/>
              <a:t>Assunto</a:t>
            </a:r>
            <a:endParaRPr lang="pt-BR"/>
          </a:p>
        </p:txBody>
      </p:sp>
      <p:sp>
        <p:nvSpPr>
          <p:cNvPr id="32" name="Text Placeholder 21">
            <a:extLst>
              <a:ext uri="{FF2B5EF4-FFF2-40B4-BE49-F238E27FC236}">
                <a16:creationId xmlns:a16="http://schemas.microsoft.com/office/drawing/2014/main" id="{C4E37429-91F7-9872-16AB-E9D998B9B034}"/>
              </a:ext>
            </a:extLst>
          </p:cNvPr>
          <p:cNvSpPr>
            <a:spLocks noGrp="1"/>
          </p:cNvSpPr>
          <p:nvPr>
            <p:ph type="body" sz="quarter" idx="43" hasCustomPrompt="1"/>
          </p:nvPr>
        </p:nvSpPr>
        <p:spPr>
          <a:xfrm>
            <a:off x="334965" y="5875529"/>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7.</a:t>
            </a:r>
            <a:endParaRPr lang="pt-BR"/>
          </a:p>
        </p:txBody>
      </p:sp>
      <p:sp>
        <p:nvSpPr>
          <p:cNvPr id="33" name="Text Placeholder 21">
            <a:extLst>
              <a:ext uri="{FF2B5EF4-FFF2-40B4-BE49-F238E27FC236}">
                <a16:creationId xmlns:a16="http://schemas.microsoft.com/office/drawing/2014/main" id="{996E1AEB-6FC0-93DB-7162-B62353FB6F67}"/>
              </a:ext>
            </a:extLst>
          </p:cNvPr>
          <p:cNvSpPr>
            <a:spLocks noGrp="1"/>
          </p:cNvSpPr>
          <p:nvPr>
            <p:ph type="body" sz="quarter" idx="44" hasCustomPrompt="1"/>
          </p:nvPr>
        </p:nvSpPr>
        <p:spPr>
          <a:xfrm>
            <a:off x="6096003" y="5875529"/>
            <a:ext cx="562844" cy="492443"/>
          </a:xfrm>
          <a:prstGeom prst="rect">
            <a:avLst/>
          </a:prstGeom>
        </p:spPr>
        <p:txBody>
          <a:bodyPr lIns="0" tIns="0" rIns="0" bIns="0" anchor="ctr" anchorCtr="0"/>
          <a:lstStyle>
            <a:lvl1pPr algn="ctr">
              <a:defRPr sz="3200" b="1">
                <a:solidFill>
                  <a:schemeClr val="bg1"/>
                </a:solidFill>
                <a:latin typeface="Versos" panose="020B0503020204030204" pitchFamily="34" charset="0"/>
              </a:defRPr>
            </a:lvl1pPr>
            <a:lvl2pPr>
              <a:defRPr sz="1800">
                <a:latin typeface="Versos" panose="020B0503020204030204" pitchFamily="34" charset="0"/>
              </a:defRPr>
            </a:lvl2pPr>
            <a:lvl3pPr>
              <a:defRPr sz="1800">
                <a:latin typeface="Versos" panose="020B0503020204030204" pitchFamily="34" charset="0"/>
              </a:defRPr>
            </a:lvl3pPr>
            <a:lvl4pPr>
              <a:defRPr sz="1800">
                <a:latin typeface="Versos" panose="020B0503020204030204" pitchFamily="34" charset="0"/>
              </a:defRPr>
            </a:lvl4pPr>
            <a:lvl5pPr>
              <a:defRPr sz="1800">
                <a:latin typeface="Versos" panose="020B0503020204030204" pitchFamily="34" charset="0"/>
              </a:defRPr>
            </a:lvl5pPr>
          </a:lstStyle>
          <a:p>
            <a:pPr lvl="0"/>
            <a:r>
              <a:rPr lang="en-US"/>
              <a:t>14.</a:t>
            </a:r>
            <a:endParaRPr lang="pt-BR"/>
          </a:p>
        </p:txBody>
      </p:sp>
      <p:sp>
        <p:nvSpPr>
          <p:cNvPr id="2" name="Picture 8">
            <a:extLst>
              <a:ext uri="{FF2B5EF4-FFF2-40B4-BE49-F238E27FC236}">
                <a16:creationId xmlns:a16="http://schemas.microsoft.com/office/drawing/2014/main" id="{1352B972-1623-C7B4-AF77-24C25FC1A7A7}"/>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accent4"/>
              </a:solidFill>
            </a:endParaRPr>
          </a:p>
        </p:txBody>
      </p:sp>
    </p:spTree>
    <p:extLst>
      <p:ext uri="{BB962C8B-B14F-4D97-AF65-F5344CB8AC3E}">
        <p14:creationId xmlns:p14="http://schemas.microsoft.com/office/powerpoint/2010/main" val="899115596"/>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3997">
          <p15:clr>
            <a:srgbClr val="FBAE40"/>
          </p15:clr>
        </p15:guide>
        <p15:guide id="4" pos="7469">
          <p15:clr>
            <a:srgbClr val="FBAE40"/>
          </p15:clr>
        </p15:guide>
        <p15:guide id="5" orient="horz" pos="232">
          <p15:clr>
            <a:srgbClr val="FBAE40"/>
          </p15:clr>
        </p15:guide>
        <p15:guide id="6" orient="horz" pos="504">
          <p15:clr>
            <a:srgbClr val="FBAE40"/>
          </p15:clr>
        </p15:guide>
        <p15:guide id="7" orient="horz" pos="799">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_Title and Content">
    <p:bg>
      <p:bgPr>
        <a:gradFill>
          <a:gsLst>
            <a:gs pos="100000">
              <a:schemeClr val="tx1"/>
            </a:gs>
            <a:gs pos="0">
              <a:schemeClr val="tx1">
                <a:lumMod val="95000"/>
                <a:lumOff val="5000"/>
              </a:schemeClr>
            </a:gs>
          </a:gsLst>
          <a:lin ang="7200000" scaled="0"/>
        </a:gradFill>
        <a:effectLst/>
      </p:bgPr>
    </p:bg>
    <p:spTree>
      <p:nvGrpSpPr>
        <p:cNvPr id="1" name=""/>
        <p:cNvGrpSpPr/>
        <p:nvPr/>
      </p:nvGrpSpPr>
      <p:grpSpPr>
        <a:xfrm>
          <a:off x="0" y="0"/>
          <a:ext cx="0" cy="0"/>
          <a:chOff x="0" y="0"/>
          <a:chExt cx="0" cy="0"/>
        </a:xfrm>
      </p:grpSpPr>
      <p:sp>
        <p:nvSpPr>
          <p:cNvPr id="7" name="object 5">
            <a:extLst>
              <a:ext uri="{FF2B5EF4-FFF2-40B4-BE49-F238E27FC236}">
                <a16:creationId xmlns:a16="http://schemas.microsoft.com/office/drawing/2014/main" id="{E48CEA9B-7AE1-C9CB-91D5-73FE3580D72F}"/>
              </a:ext>
            </a:extLst>
          </p:cNvPr>
          <p:cNvSpPr/>
          <p:nvPr userDrawn="1"/>
        </p:nvSpPr>
        <p:spPr>
          <a:xfrm flipV="1">
            <a:off x="334963" y="87565"/>
            <a:ext cx="11520864" cy="25642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defTabSz="554466">
              <a:buClrTx/>
              <a:defRPr/>
            </a:pPr>
            <a:endParaRPr sz="1092">
              <a:solidFill>
                <a:sysClr val="windowText" lastClr="000000"/>
              </a:solidFill>
            </a:endParaRPr>
          </a:p>
        </p:txBody>
      </p:sp>
      <p:sp>
        <p:nvSpPr>
          <p:cNvPr id="8" name="Picture 8">
            <a:extLst>
              <a:ext uri="{FF2B5EF4-FFF2-40B4-BE49-F238E27FC236}">
                <a16:creationId xmlns:a16="http://schemas.microsoft.com/office/drawing/2014/main" id="{3F134C83-D46A-88D2-FB6A-3AF20F41AFB2}"/>
              </a:ext>
            </a:extLst>
          </p:cNvPr>
          <p:cNvSpPr/>
          <p:nvPr/>
        </p:nvSpPr>
        <p:spPr>
          <a:xfrm>
            <a:off x="11100751" y="513298"/>
            <a:ext cx="755077" cy="256427"/>
          </a:xfrm>
          <a:custGeom>
            <a:avLst/>
            <a:gdLst>
              <a:gd name="connsiteX0" fmla="*/ 729170 w 755077"/>
              <a:gd name="connsiteY0" fmla="*/ 141860 h 256427"/>
              <a:gd name="connsiteX1" fmla="*/ 755078 w 755077"/>
              <a:gd name="connsiteY1" fmla="*/ 82229 h 256427"/>
              <a:gd name="connsiteX2" fmla="*/ 729170 w 755077"/>
              <a:gd name="connsiteY2" fmla="*/ 22599 h 256427"/>
              <a:gd name="connsiteX3" fmla="*/ 662720 w 755077"/>
              <a:gd name="connsiteY3" fmla="*/ 0 h 256427"/>
              <a:gd name="connsiteX4" fmla="*/ 596270 w 755077"/>
              <a:gd name="connsiteY4" fmla="*/ 22599 h 256427"/>
              <a:gd name="connsiteX5" fmla="*/ 570363 w 755077"/>
              <a:gd name="connsiteY5" fmla="*/ 82229 h 256427"/>
              <a:gd name="connsiteX6" fmla="*/ 596270 w 755077"/>
              <a:gd name="connsiteY6" fmla="*/ 141860 h 256427"/>
              <a:gd name="connsiteX7" fmla="*/ 662720 w 755077"/>
              <a:gd name="connsiteY7" fmla="*/ 164459 h 256427"/>
              <a:gd name="connsiteX8" fmla="*/ 729170 w 755077"/>
              <a:gd name="connsiteY8" fmla="*/ 141860 h 256427"/>
              <a:gd name="connsiteX9" fmla="*/ 596089 w 755077"/>
              <a:gd name="connsiteY9" fmla="*/ 82229 h 256427"/>
              <a:gd name="connsiteX10" fmla="*/ 613852 w 755077"/>
              <a:gd name="connsiteY10" fmla="*/ 41282 h 256427"/>
              <a:gd name="connsiteX11" fmla="*/ 662720 w 755077"/>
              <a:gd name="connsiteY11" fmla="*/ 25357 h 256427"/>
              <a:gd name="connsiteX12" fmla="*/ 711588 w 755077"/>
              <a:gd name="connsiteY12" fmla="*/ 41282 h 256427"/>
              <a:gd name="connsiteX13" fmla="*/ 729351 w 755077"/>
              <a:gd name="connsiteY13" fmla="*/ 82229 h 256427"/>
              <a:gd name="connsiteX14" fmla="*/ 711588 w 755077"/>
              <a:gd name="connsiteY14" fmla="*/ 123177 h 256427"/>
              <a:gd name="connsiteX15" fmla="*/ 662720 w 755077"/>
              <a:gd name="connsiteY15" fmla="*/ 139093 h 256427"/>
              <a:gd name="connsiteX16" fmla="*/ 613852 w 755077"/>
              <a:gd name="connsiteY16" fmla="*/ 123177 h 256427"/>
              <a:gd name="connsiteX17" fmla="*/ 596089 w 755077"/>
              <a:gd name="connsiteY17" fmla="*/ 82229 h 256427"/>
              <a:gd name="connsiteX18" fmla="*/ 234957 w 755077"/>
              <a:gd name="connsiteY18" fmla="*/ 204267 h 256427"/>
              <a:gd name="connsiteX19" fmla="*/ 246049 w 755077"/>
              <a:gd name="connsiteY19" fmla="*/ 201210 h 256427"/>
              <a:gd name="connsiteX20" fmla="*/ 257882 w 755077"/>
              <a:gd name="connsiteY20" fmla="*/ 204791 h 256427"/>
              <a:gd name="connsiteX21" fmla="*/ 264390 w 755077"/>
              <a:gd name="connsiteY21" fmla="*/ 214748 h 256427"/>
              <a:gd name="connsiteX22" fmla="*/ 271993 w 755077"/>
              <a:gd name="connsiteY22" fmla="*/ 214748 h 256427"/>
              <a:gd name="connsiteX23" fmla="*/ 263387 w 755077"/>
              <a:gd name="connsiteY23" fmla="*/ 199718 h 256427"/>
              <a:gd name="connsiteX24" fmla="*/ 246401 w 755077"/>
              <a:gd name="connsiteY24" fmla="*/ 194211 h 256427"/>
              <a:gd name="connsiteX25" fmla="*/ 231025 w 755077"/>
              <a:gd name="connsiteY25" fmla="*/ 198099 h 256427"/>
              <a:gd name="connsiteX26" fmla="*/ 220810 w 755077"/>
              <a:gd name="connsiteY26" fmla="*/ 209069 h 256427"/>
              <a:gd name="connsiteX27" fmla="*/ 217231 w 755077"/>
              <a:gd name="connsiteY27" fmla="*/ 225319 h 256427"/>
              <a:gd name="connsiteX28" fmla="*/ 220810 w 755077"/>
              <a:gd name="connsiteY28" fmla="*/ 241615 h 256427"/>
              <a:gd name="connsiteX29" fmla="*/ 231025 w 755077"/>
              <a:gd name="connsiteY29" fmla="*/ 252539 h 256427"/>
              <a:gd name="connsiteX30" fmla="*/ 246401 w 755077"/>
              <a:gd name="connsiteY30" fmla="*/ 256428 h 256427"/>
              <a:gd name="connsiteX31" fmla="*/ 263387 w 755077"/>
              <a:gd name="connsiteY31" fmla="*/ 250920 h 256427"/>
              <a:gd name="connsiteX32" fmla="*/ 271902 w 755077"/>
              <a:gd name="connsiteY32" fmla="*/ 235891 h 256427"/>
              <a:gd name="connsiteX33" fmla="*/ 264300 w 755077"/>
              <a:gd name="connsiteY33" fmla="*/ 235891 h 256427"/>
              <a:gd name="connsiteX34" fmla="*/ 257837 w 755077"/>
              <a:gd name="connsiteY34" fmla="*/ 245892 h 256427"/>
              <a:gd name="connsiteX35" fmla="*/ 246049 w 755077"/>
              <a:gd name="connsiteY35" fmla="*/ 249428 h 256427"/>
              <a:gd name="connsiteX36" fmla="*/ 234957 w 755077"/>
              <a:gd name="connsiteY36" fmla="*/ 246372 h 256427"/>
              <a:gd name="connsiteX37" fmla="*/ 227581 w 755077"/>
              <a:gd name="connsiteY37" fmla="*/ 237808 h 256427"/>
              <a:gd name="connsiteX38" fmla="*/ 225005 w 755077"/>
              <a:gd name="connsiteY38" fmla="*/ 225310 h 256427"/>
              <a:gd name="connsiteX39" fmla="*/ 227581 w 755077"/>
              <a:gd name="connsiteY39" fmla="*/ 212776 h 256427"/>
              <a:gd name="connsiteX40" fmla="*/ 234957 w 755077"/>
              <a:gd name="connsiteY40" fmla="*/ 204258 h 256427"/>
              <a:gd name="connsiteX41" fmla="*/ 330858 w 755077"/>
              <a:gd name="connsiteY41" fmla="*/ 194744 h 256427"/>
              <a:gd name="connsiteX42" fmla="*/ 307536 w 755077"/>
              <a:gd name="connsiteY42" fmla="*/ 255903 h 256427"/>
              <a:gd name="connsiteX43" fmla="*/ 315392 w 755077"/>
              <a:gd name="connsiteY43" fmla="*/ 255903 h 256427"/>
              <a:gd name="connsiteX44" fmla="*/ 321855 w 755077"/>
              <a:gd name="connsiteY44" fmla="*/ 239390 h 256427"/>
              <a:gd name="connsiteX45" fmla="*/ 348495 w 755077"/>
              <a:gd name="connsiteY45" fmla="*/ 239390 h 256427"/>
              <a:gd name="connsiteX46" fmla="*/ 354958 w 755077"/>
              <a:gd name="connsiteY46" fmla="*/ 255903 h 256427"/>
              <a:gd name="connsiteX47" fmla="*/ 363076 w 755077"/>
              <a:gd name="connsiteY47" fmla="*/ 255903 h 256427"/>
              <a:gd name="connsiteX48" fmla="*/ 339844 w 755077"/>
              <a:gd name="connsiteY48" fmla="*/ 194744 h 256427"/>
              <a:gd name="connsiteX49" fmla="*/ 330849 w 755077"/>
              <a:gd name="connsiteY49" fmla="*/ 194744 h 256427"/>
              <a:gd name="connsiteX50" fmla="*/ 324133 w 755077"/>
              <a:gd name="connsiteY50" fmla="*/ 232490 h 256427"/>
              <a:gd name="connsiteX51" fmla="*/ 335134 w 755077"/>
              <a:gd name="connsiteY51" fmla="*/ 203046 h 256427"/>
              <a:gd name="connsiteX52" fmla="*/ 346226 w 755077"/>
              <a:gd name="connsiteY52" fmla="*/ 232490 h 256427"/>
              <a:gd name="connsiteX53" fmla="*/ 324124 w 755077"/>
              <a:gd name="connsiteY53" fmla="*/ 232490 h 256427"/>
              <a:gd name="connsiteX54" fmla="*/ 715231 w 755077"/>
              <a:gd name="connsiteY54" fmla="*/ 194744 h 256427"/>
              <a:gd name="connsiteX55" fmla="*/ 707638 w 755077"/>
              <a:gd name="connsiteY55" fmla="*/ 194744 h 256427"/>
              <a:gd name="connsiteX56" fmla="*/ 707638 w 755077"/>
              <a:gd name="connsiteY56" fmla="*/ 255903 h 256427"/>
              <a:gd name="connsiteX57" fmla="*/ 743100 w 755077"/>
              <a:gd name="connsiteY57" fmla="*/ 255903 h 256427"/>
              <a:gd name="connsiteX58" fmla="*/ 743100 w 755077"/>
              <a:gd name="connsiteY58" fmla="*/ 248913 h 256427"/>
              <a:gd name="connsiteX59" fmla="*/ 715240 w 755077"/>
              <a:gd name="connsiteY59" fmla="*/ 248913 h 256427"/>
              <a:gd name="connsiteX60" fmla="*/ 715240 w 755077"/>
              <a:gd name="connsiteY60" fmla="*/ 194744 h 256427"/>
              <a:gd name="connsiteX61" fmla="*/ 247423 w 755077"/>
              <a:gd name="connsiteY61" fmla="*/ 2089 h 256427"/>
              <a:gd name="connsiteX62" fmla="*/ 222392 w 755077"/>
              <a:gd name="connsiteY62" fmla="*/ 2089 h 256427"/>
              <a:gd name="connsiteX63" fmla="*/ 222392 w 755077"/>
              <a:gd name="connsiteY63" fmla="*/ 162361 h 256427"/>
              <a:gd name="connsiteX64" fmla="*/ 247423 w 755077"/>
              <a:gd name="connsiteY64" fmla="*/ 162361 h 256427"/>
              <a:gd name="connsiteX65" fmla="*/ 247423 w 755077"/>
              <a:gd name="connsiteY65" fmla="*/ 2089 h 256427"/>
              <a:gd name="connsiteX66" fmla="*/ 79458 w 755077"/>
              <a:gd name="connsiteY66" fmla="*/ 61810 h 256427"/>
              <a:gd name="connsiteX67" fmla="*/ 79458 w 755077"/>
              <a:gd name="connsiteY67" fmla="*/ 162370 h 256427"/>
              <a:gd name="connsiteX68" fmla="*/ 105230 w 755077"/>
              <a:gd name="connsiteY68" fmla="*/ 162370 h 256427"/>
              <a:gd name="connsiteX69" fmla="*/ 105212 w 755077"/>
              <a:gd name="connsiteY69" fmla="*/ 61810 h 256427"/>
              <a:gd name="connsiteX70" fmla="*/ 93786 w 755077"/>
              <a:gd name="connsiteY70" fmla="*/ 28296 h 256427"/>
              <a:gd name="connsiteX71" fmla="*/ 92330 w 755077"/>
              <a:gd name="connsiteY71" fmla="*/ 26415 h 256427"/>
              <a:gd name="connsiteX72" fmla="*/ 90875 w 755077"/>
              <a:gd name="connsiteY72" fmla="*/ 28296 h 256427"/>
              <a:gd name="connsiteX73" fmla="*/ 79449 w 755077"/>
              <a:gd name="connsiteY73" fmla="*/ 61810 h 256427"/>
              <a:gd name="connsiteX74" fmla="*/ 46608 w 755077"/>
              <a:gd name="connsiteY74" fmla="*/ 2089 h 256427"/>
              <a:gd name="connsiteX75" fmla="*/ 0 w 755077"/>
              <a:gd name="connsiteY75" fmla="*/ 2089 h 256427"/>
              <a:gd name="connsiteX76" fmla="*/ 0 w 755077"/>
              <a:gd name="connsiteY76" fmla="*/ 26415 h 256427"/>
              <a:gd name="connsiteX77" fmla="*/ 92330 w 755077"/>
              <a:gd name="connsiteY77" fmla="*/ 26415 h 256427"/>
              <a:gd name="connsiteX78" fmla="*/ 90043 w 755077"/>
              <a:gd name="connsiteY78" fmla="*/ 23458 h 256427"/>
              <a:gd name="connsiteX79" fmla="*/ 46608 w 755077"/>
              <a:gd name="connsiteY79" fmla="*/ 2089 h 256427"/>
              <a:gd name="connsiteX80" fmla="*/ 94618 w 755077"/>
              <a:gd name="connsiteY80" fmla="*/ 23458 h 256427"/>
              <a:gd name="connsiteX81" fmla="*/ 92330 w 755077"/>
              <a:gd name="connsiteY81" fmla="*/ 26415 h 256427"/>
              <a:gd name="connsiteX82" fmla="*/ 184661 w 755077"/>
              <a:gd name="connsiteY82" fmla="*/ 26415 h 256427"/>
              <a:gd name="connsiteX83" fmla="*/ 184661 w 755077"/>
              <a:gd name="connsiteY83" fmla="*/ 2089 h 256427"/>
              <a:gd name="connsiteX84" fmla="*/ 138053 w 755077"/>
              <a:gd name="connsiteY84" fmla="*/ 2089 h 256427"/>
              <a:gd name="connsiteX85" fmla="*/ 94608 w 755077"/>
              <a:gd name="connsiteY85" fmla="*/ 23458 h 256427"/>
              <a:gd name="connsiteX86" fmla="*/ 507601 w 755077"/>
              <a:gd name="connsiteY86" fmla="*/ 162361 h 256427"/>
              <a:gd name="connsiteX87" fmla="*/ 532631 w 755077"/>
              <a:gd name="connsiteY87" fmla="*/ 162361 h 256427"/>
              <a:gd name="connsiteX88" fmla="*/ 532631 w 755077"/>
              <a:gd name="connsiteY88" fmla="*/ 2089 h 256427"/>
              <a:gd name="connsiteX89" fmla="*/ 507601 w 755077"/>
              <a:gd name="connsiteY89" fmla="*/ 2089 h 256427"/>
              <a:gd name="connsiteX90" fmla="*/ 507601 w 755077"/>
              <a:gd name="connsiteY90" fmla="*/ 162361 h 256427"/>
              <a:gd name="connsiteX91" fmla="*/ 488238 w 755077"/>
              <a:gd name="connsiteY91" fmla="*/ 255903 h 256427"/>
              <a:gd name="connsiteX92" fmla="*/ 495840 w 755077"/>
              <a:gd name="connsiteY92" fmla="*/ 255903 h 256427"/>
              <a:gd name="connsiteX93" fmla="*/ 495840 w 755077"/>
              <a:gd name="connsiteY93" fmla="*/ 194744 h 256427"/>
              <a:gd name="connsiteX94" fmla="*/ 488238 w 755077"/>
              <a:gd name="connsiteY94" fmla="*/ 194744 h 256427"/>
              <a:gd name="connsiteX95" fmla="*/ 488238 w 755077"/>
              <a:gd name="connsiteY95" fmla="*/ 255903 h 256427"/>
              <a:gd name="connsiteX96" fmla="*/ 537151 w 755077"/>
              <a:gd name="connsiteY96" fmla="*/ 201735 h 256427"/>
              <a:gd name="connsiteX97" fmla="*/ 556975 w 755077"/>
              <a:gd name="connsiteY97" fmla="*/ 201735 h 256427"/>
              <a:gd name="connsiteX98" fmla="*/ 556975 w 755077"/>
              <a:gd name="connsiteY98" fmla="*/ 255903 h 256427"/>
              <a:gd name="connsiteX99" fmla="*/ 564577 w 755077"/>
              <a:gd name="connsiteY99" fmla="*/ 255903 h 256427"/>
              <a:gd name="connsiteX100" fmla="*/ 564577 w 755077"/>
              <a:gd name="connsiteY100" fmla="*/ 201735 h 256427"/>
              <a:gd name="connsiteX101" fmla="*/ 584401 w 755077"/>
              <a:gd name="connsiteY101" fmla="*/ 201735 h 256427"/>
              <a:gd name="connsiteX102" fmla="*/ 584401 w 755077"/>
              <a:gd name="connsiteY102" fmla="*/ 194744 h 256427"/>
              <a:gd name="connsiteX103" fmla="*/ 537151 w 755077"/>
              <a:gd name="connsiteY103" fmla="*/ 194744 h 256427"/>
              <a:gd name="connsiteX104" fmla="*/ 537151 w 755077"/>
              <a:gd name="connsiteY104" fmla="*/ 201735 h 256427"/>
              <a:gd name="connsiteX105" fmla="*/ 283346 w 755077"/>
              <a:gd name="connsiteY105" fmla="*/ 2089 h 256427"/>
              <a:gd name="connsiteX106" fmla="*/ 340377 w 755077"/>
              <a:gd name="connsiteY106" fmla="*/ 138134 h 256427"/>
              <a:gd name="connsiteX107" fmla="*/ 376047 w 755077"/>
              <a:gd name="connsiteY107" fmla="*/ 164450 h 256427"/>
              <a:gd name="connsiteX108" fmla="*/ 377512 w 755077"/>
              <a:gd name="connsiteY108" fmla="*/ 164450 h 256427"/>
              <a:gd name="connsiteX109" fmla="*/ 312237 w 755077"/>
              <a:gd name="connsiteY109" fmla="*/ 2089 h 256427"/>
              <a:gd name="connsiteX110" fmla="*/ 283346 w 755077"/>
              <a:gd name="connsiteY110" fmla="*/ 2089 h 256427"/>
              <a:gd name="connsiteX111" fmla="*/ 437309 w 755077"/>
              <a:gd name="connsiteY111" fmla="*/ 197059 h 256427"/>
              <a:gd name="connsiteX112" fmla="*/ 426651 w 755077"/>
              <a:gd name="connsiteY112" fmla="*/ 194744 h 256427"/>
              <a:gd name="connsiteX113" fmla="*/ 403157 w 755077"/>
              <a:gd name="connsiteY113" fmla="*/ 194744 h 256427"/>
              <a:gd name="connsiteX114" fmla="*/ 403157 w 755077"/>
              <a:gd name="connsiteY114" fmla="*/ 255903 h 256427"/>
              <a:gd name="connsiteX115" fmla="*/ 410759 w 755077"/>
              <a:gd name="connsiteY115" fmla="*/ 255903 h 256427"/>
              <a:gd name="connsiteX116" fmla="*/ 410759 w 755077"/>
              <a:gd name="connsiteY116" fmla="*/ 232400 h 256427"/>
              <a:gd name="connsiteX117" fmla="*/ 426660 w 755077"/>
              <a:gd name="connsiteY117" fmla="*/ 232400 h 256427"/>
              <a:gd name="connsiteX118" fmla="*/ 437273 w 755077"/>
              <a:gd name="connsiteY118" fmla="*/ 230085 h 256427"/>
              <a:gd name="connsiteX119" fmla="*/ 444387 w 755077"/>
              <a:gd name="connsiteY119" fmla="*/ 223492 h 256427"/>
              <a:gd name="connsiteX120" fmla="*/ 446918 w 755077"/>
              <a:gd name="connsiteY120" fmla="*/ 213536 h 256427"/>
              <a:gd name="connsiteX121" fmla="*/ 444432 w 755077"/>
              <a:gd name="connsiteY121" fmla="*/ 203616 h 256427"/>
              <a:gd name="connsiteX122" fmla="*/ 437318 w 755077"/>
              <a:gd name="connsiteY122" fmla="*/ 197059 h 256427"/>
              <a:gd name="connsiteX123" fmla="*/ 435564 w 755077"/>
              <a:gd name="connsiteY123" fmla="*/ 222181 h 256427"/>
              <a:gd name="connsiteX124" fmla="*/ 425955 w 755077"/>
              <a:gd name="connsiteY124" fmla="*/ 225419 h 256427"/>
              <a:gd name="connsiteX125" fmla="*/ 410759 w 755077"/>
              <a:gd name="connsiteY125" fmla="*/ 225419 h 256427"/>
              <a:gd name="connsiteX126" fmla="*/ 410759 w 755077"/>
              <a:gd name="connsiteY126" fmla="*/ 201744 h 256427"/>
              <a:gd name="connsiteX127" fmla="*/ 426045 w 755077"/>
              <a:gd name="connsiteY127" fmla="*/ 201744 h 256427"/>
              <a:gd name="connsiteX128" fmla="*/ 435609 w 755077"/>
              <a:gd name="connsiteY128" fmla="*/ 204936 h 256427"/>
              <a:gd name="connsiteX129" fmla="*/ 439144 w 755077"/>
              <a:gd name="connsiteY129" fmla="*/ 213545 h 256427"/>
              <a:gd name="connsiteX130" fmla="*/ 435564 w 755077"/>
              <a:gd name="connsiteY130" fmla="*/ 222190 h 256427"/>
              <a:gd name="connsiteX131" fmla="*/ 377503 w 755077"/>
              <a:gd name="connsiteY131" fmla="*/ 164459 h 256427"/>
              <a:gd name="connsiteX132" fmla="*/ 378967 w 755077"/>
              <a:gd name="connsiteY132" fmla="*/ 164459 h 256427"/>
              <a:gd name="connsiteX133" fmla="*/ 414637 w 755077"/>
              <a:gd name="connsiteY133" fmla="*/ 138143 h 256427"/>
              <a:gd name="connsiteX134" fmla="*/ 471668 w 755077"/>
              <a:gd name="connsiteY134" fmla="*/ 2098 h 256427"/>
              <a:gd name="connsiteX135" fmla="*/ 442778 w 755077"/>
              <a:gd name="connsiteY135" fmla="*/ 2098 h 256427"/>
              <a:gd name="connsiteX136" fmla="*/ 377503 w 755077"/>
              <a:gd name="connsiteY136" fmla="*/ 164468 h 256427"/>
              <a:gd name="connsiteX137" fmla="*/ 635303 w 755077"/>
              <a:gd name="connsiteY137" fmla="*/ 194744 h 256427"/>
              <a:gd name="connsiteX138" fmla="*/ 611981 w 755077"/>
              <a:gd name="connsiteY138" fmla="*/ 255903 h 256427"/>
              <a:gd name="connsiteX139" fmla="*/ 619845 w 755077"/>
              <a:gd name="connsiteY139" fmla="*/ 255903 h 256427"/>
              <a:gd name="connsiteX140" fmla="*/ 626309 w 755077"/>
              <a:gd name="connsiteY140" fmla="*/ 239390 h 256427"/>
              <a:gd name="connsiteX141" fmla="*/ 652948 w 755077"/>
              <a:gd name="connsiteY141" fmla="*/ 239390 h 256427"/>
              <a:gd name="connsiteX142" fmla="*/ 659412 w 755077"/>
              <a:gd name="connsiteY142" fmla="*/ 255903 h 256427"/>
              <a:gd name="connsiteX143" fmla="*/ 667529 w 755077"/>
              <a:gd name="connsiteY143" fmla="*/ 255903 h 256427"/>
              <a:gd name="connsiteX144" fmla="*/ 644298 w 755077"/>
              <a:gd name="connsiteY144" fmla="*/ 194744 h 256427"/>
              <a:gd name="connsiteX145" fmla="*/ 635303 w 755077"/>
              <a:gd name="connsiteY145" fmla="*/ 194744 h 256427"/>
              <a:gd name="connsiteX146" fmla="*/ 628578 w 755077"/>
              <a:gd name="connsiteY146" fmla="*/ 232490 h 256427"/>
              <a:gd name="connsiteX147" fmla="*/ 639579 w 755077"/>
              <a:gd name="connsiteY147" fmla="*/ 203046 h 256427"/>
              <a:gd name="connsiteX148" fmla="*/ 650670 w 755077"/>
              <a:gd name="connsiteY148" fmla="*/ 232490 h 256427"/>
              <a:gd name="connsiteX149" fmla="*/ 628569 w 755077"/>
              <a:gd name="connsiteY149" fmla="*/ 232490 h 256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55077" h="256427">
                <a:moveTo>
                  <a:pt x="729170" y="141860"/>
                </a:moveTo>
                <a:cubicBezTo>
                  <a:pt x="745876" y="127092"/>
                  <a:pt x="755078" y="105913"/>
                  <a:pt x="755078" y="82229"/>
                </a:cubicBezTo>
                <a:cubicBezTo>
                  <a:pt x="755078" y="58545"/>
                  <a:pt x="745876" y="37366"/>
                  <a:pt x="729170" y="22599"/>
                </a:cubicBezTo>
                <a:cubicBezTo>
                  <a:pt x="712447" y="7813"/>
                  <a:pt x="689468" y="0"/>
                  <a:pt x="662720" y="0"/>
                </a:cubicBezTo>
                <a:cubicBezTo>
                  <a:pt x="635972" y="0"/>
                  <a:pt x="612993" y="7813"/>
                  <a:pt x="596270" y="22599"/>
                </a:cubicBezTo>
                <a:cubicBezTo>
                  <a:pt x="579565" y="37366"/>
                  <a:pt x="570363" y="58545"/>
                  <a:pt x="570363" y="82229"/>
                </a:cubicBezTo>
                <a:cubicBezTo>
                  <a:pt x="570363" y="105913"/>
                  <a:pt x="579565" y="127092"/>
                  <a:pt x="596270" y="141860"/>
                </a:cubicBezTo>
                <a:cubicBezTo>
                  <a:pt x="612993" y="156645"/>
                  <a:pt x="635972" y="164459"/>
                  <a:pt x="662720" y="164459"/>
                </a:cubicBezTo>
                <a:cubicBezTo>
                  <a:pt x="689468" y="164459"/>
                  <a:pt x="712447" y="156645"/>
                  <a:pt x="729170" y="141860"/>
                </a:cubicBezTo>
                <a:close/>
                <a:moveTo>
                  <a:pt x="596089" y="82229"/>
                </a:moveTo>
                <a:cubicBezTo>
                  <a:pt x="596089" y="65554"/>
                  <a:pt x="602227" y="51401"/>
                  <a:pt x="613852" y="41282"/>
                </a:cubicBezTo>
                <a:cubicBezTo>
                  <a:pt x="625821" y="30864"/>
                  <a:pt x="642716" y="25357"/>
                  <a:pt x="662720" y="25357"/>
                </a:cubicBezTo>
                <a:cubicBezTo>
                  <a:pt x="682725" y="25357"/>
                  <a:pt x="699620" y="30864"/>
                  <a:pt x="711588" y="41282"/>
                </a:cubicBezTo>
                <a:cubicBezTo>
                  <a:pt x="723204" y="51392"/>
                  <a:pt x="729351" y="65554"/>
                  <a:pt x="729351" y="82229"/>
                </a:cubicBezTo>
                <a:cubicBezTo>
                  <a:pt x="729351" y="98905"/>
                  <a:pt x="723213" y="113057"/>
                  <a:pt x="711588" y="123177"/>
                </a:cubicBezTo>
                <a:cubicBezTo>
                  <a:pt x="699620" y="133594"/>
                  <a:pt x="682725" y="139093"/>
                  <a:pt x="662720" y="139093"/>
                </a:cubicBezTo>
                <a:cubicBezTo>
                  <a:pt x="642716" y="139093"/>
                  <a:pt x="625812" y="133585"/>
                  <a:pt x="613852" y="123177"/>
                </a:cubicBezTo>
                <a:cubicBezTo>
                  <a:pt x="602236" y="113057"/>
                  <a:pt x="596089" y="98905"/>
                  <a:pt x="596089" y="82229"/>
                </a:cubicBezTo>
                <a:close/>
                <a:moveTo>
                  <a:pt x="234957" y="204267"/>
                </a:moveTo>
                <a:cubicBezTo>
                  <a:pt x="238157" y="202232"/>
                  <a:pt x="241855" y="201210"/>
                  <a:pt x="246049" y="201210"/>
                </a:cubicBezTo>
                <a:cubicBezTo>
                  <a:pt x="250704" y="201210"/>
                  <a:pt x="254655" y="202404"/>
                  <a:pt x="257882" y="204791"/>
                </a:cubicBezTo>
                <a:cubicBezTo>
                  <a:pt x="261109" y="207179"/>
                  <a:pt x="263278" y="210497"/>
                  <a:pt x="264390" y="214748"/>
                </a:cubicBezTo>
                <a:lnTo>
                  <a:pt x="271993" y="214748"/>
                </a:lnTo>
                <a:cubicBezTo>
                  <a:pt x="270826" y="208399"/>
                  <a:pt x="267961" y="203389"/>
                  <a:pt x="263387" y="199718"/>
                </a:cubicBezTo>
                <a:cubicBezTo>
                  <a:pt x="258813" y="196046"/>
                  <a:pt x="253154" y="194211"/>
                  <a:pt x="246401" y="194211"/>
                </a:cubicBezTo>
                <a:cubicBezTo>
                  <a:pt x="240580" y="194211"/>
                  <a:pt x="235454" y="195504"/>
                  <a:pt x="231025" y="198099"/>
                </a:cubicBezTo>
                <a:cubicBezTo>
                  <a:pt x="226605" y="200695"/>
                  <a:pt x="223197" y="204348"/>
                  <a:pt x="220810" y="209069"/>
                </a:cubicBezTo>
                <a:cubicBezTo>
                  <a:pt x="218424" y="213789"/>
                  <a:pt x="217231" y="219206"/>
                  <a:pt x="217231" y="225319"/>
                </a:cubicBezTo>
                <a:cubicBezTo>
                  <a:pt x="217231" y="231432"/>
                  <a:pt x="218424" y="236921"/>
                  <a:pt x="220810" y="241615"/>
                </a:cubicBezTo>
                <a:cubicBezTo>
                  <a:pt x="223197" y="246308"/>
                  <a:pt x="226605" y="249944"/>
                  <a:pt x="231025" y="252539"/>
                </a:cubicBezTo>
                <a:cubicBezTo>
                  <a:pt x="235445" y="255134"/>
                  <a:pt x="240571" y="256428"/>
                  <a:pt x="246401" y="256428"/>
                </a:cubicBezTo>
                <a:cubicBezTo>
                  <a:pt x="253217" y="256428"/>
                  <a:pt x="258876" y="254592"/>
                  <a:pt x="263387" y="250920"/>
                </a:cubicBezTo>
                <a:cubicBezTo>
                  <a:pt x="267898" y="247249"/>
                  <a:pt x="270736" y="242239"/>
                  <a:pt x="271902" y="235891"/>
                </a:cubicBezTo>
                <a:lnTo>
                  <a:pt x="264300" y="235891"/>
                </a:lnTo>
                <a:cubicBezTo>
                  <a:pt x="263134" y="240204"/>
                  <a:pt x="260982" y="243532"/>
                  <a:pt x="257837" y="245892"/>
                </a:cubicBezTo>
                <a:cubicBezTo>
                  <a:pt x="254691" y="248253"/>
                  <a:pt x="250759" y="249428"/>
                  <a:pt x="246049" y="249428"/>
                </a:cubicBezTo>
                <a:cubicBezTo>
                  <a:pt x="241855" y="249428"/>
                  <a:pt x="238157" y="248406"/>
                  <a:pt x="234957" y="246372"/>
                </a:cubicBezTo>
                <a:cubicBezTo>
                  <a:pt x="231757" y="244337"/>
                  <a:pt x="229289" y="241479"/>
                  <a:pt x="227581" y="237808"/>
                </a:cubicBezTo>
                <a:cubicBezTo>
                  <a:pt x="225863" y="234136"/>
                  <a:pt x="225005" y="229976"/>
                  <a:pt x="225005" y="225310"/>
                </a:cubicBezTo>
                <a:cubicBezTo>
                  <a:pt x="225005" y="220644"/>
                  <a:pt x="225863" y="216412"/>
                  <a:pt x="227581" y="212776"/>
                </a:cubicBezTo>
                <a:cubicBezTo>
                  <a:pt x="229299" y="209141"/>
                  <a:pt x="231757" y="206301"/>
                  <a:pt x="234957" y="204258"/>
                </a:cubicBezTo>
                <a:close/>
                <a:moveTo>
                  <a:pt x="330858" y="194744"/>
                </a:moveTo>
                <a:lnTo>
                  <a:pt x="307536" y="255903"/>
                </a:lnTo>
                <a:lnTo>
                  <a:pt x="315392" y="255903"/>
                </a:lnTo>
                <a:lnTo>
                  <a:pt x="321855" y="239390"/>
                </a:lnTo>
                <a:lnTo>
                  <a:pt x="348495" y="239390"/>
                </a:lnTo>
                <a:lnTo>
                  <a:pt x="354958" y="255903"/>
                </a:lnTo>
                <a:lnTo>
                  <a:pt x="363076" y="255903"/>
                </a:lnTo>
                <a:lnTo>
                  <a:pt x="339844" y="194744"/>
                </a:lnTo>
                <a:lnTo>
                  <a:pt x="330849" y="194744"/>
                </a:lnTo>
                <a:close/>
                <a:moveTo>
                  <a:pt x="324133" y="232490"/>
                </a:moveTo>
                <a:lnTo>
                  <a:pt x="335134" y="203046"/>
                </a:lnTo>
                <a:lnTo>
                  <a:pt x="346226" y="232490"/>
                </a:lnTo>
                <a:lnTo>
                  <a:pt x="324124" y="232490"/>
                </a:lnTo>
                <a:close/>
                <a:moveTo>
                  <a:pt x="715231" y="194744"/>
                </a:moveTo>
                <a:lnTo>
                  <a:pt x="707638" y="194744"/>
                </a:lnTo>
                <a:lnTo>
                  <a:pt x="707638" y="255903"/>
                </a:lnTo>
                <a:lnTo>
                  <a:pt x="743100" y="255903"/>
                </a:lnTo>
                <a:lnTo>
                  <a:pt x="743100" y="248913"/>
                </a:lnTo>
                <a:lnTo>
                  <a:pt x="715240" y="248913"/>
                </a:lnTo>
                <a:lnTo>
                  <a:pt x="715240" y="194744"/>
                </a:lnTo>
                <a:close/>
                <a:moveTo>
                  <a:pt x="247423" y="2089"/>
                </a:moveTo>
                <a:lnTo>
                  <a:pt x="222392" y="2089"/>
                </a:lnTo>
                <a:lnTo>
                  <a:pt x="222392" y="162361"/>
                </a:lnTo>
                <a:lnTo>
                  <a:pt x="247423" y="162361"/>
                </a:lnTo>
                <a:lnTo>
                  <a:pt x="247423" y="2089"/>
                </a:lnTo>
                <a:close/>
                <a:moveTo>
                  <a:pt x="79458" y="61810"/>
                </a:moveTo>
                <a:lnTo>
                  <a:pt x="79458" y="162370"/>
                </a:lnTo>
                <a:cubicBezTo>
                  <a:pt x="79458" y="162370"/>
                  <a:pt x="105230" y="162370"/>
                  <a:pt x="105230" y="162370"/>
                </a:cubicBezTo>
                <a:lnTo>
                  <a:pt x="105212" y="61810"/>
                </a:lnTo>
                <a:cubicBezTo>
                  <a:pt x="105212" y="49575"/>
                  <a:pt x="101262" y="37981"/>
                  <a:pt x="93786" y="28296"/>
                </a:cubicBezTo>
                <a:lnTo>
                  <a:pt x="92330" y="26415"/>
                </a:lnTo>
                <a:lnTo>
                  <a:pt x="90875" y="28296"/>
                </a:lnTo>
                <a:cubicBezTo>
                  <a:pt x="83399" y="37981"/>
                  <a:pt x="79449" y="49566"/>
                  <a:pt x="79449" y="61810"/>
                </a:cubicBezTo>
                <a:close/>
                <a:moveTo>
                  <a:pt x="46608" y="2089"/>
                </a:moveTo>
                <a:lnTo>
                  <a:pt x="0" y="2089"/>
                </a:lnTo>
                <a:lnTo>
                  <a:pt x="0" y="26415"/>
                </a:lnTo>
                <a:lnTo>
                  <a:pt x="92330" y="26415"/>
                </a:lnTo>
                <a:lnTo>
                  <a:pt x="90043" y="23458"/>
                </a:lnTo>
                <a:cubicBezTo>
                  <a:pt x="79558" y="9884"/>
                  <a:pt x="63720" y="2089"/>
                  <a:pt x="46608" y="2089"/>
                </a:cubicBezTo>
                <a:close/>
                <a:moveTo>
                  <a:pt x="94618" y="23458"/>
                </a:moveTo>
                <a:lnTo>
                  <a:pt x="92330" y="26415"/>
                </a:lnTo>
                <a:lnTo>
                  <a:pt x="184661" y="26415"/>
                </a:lnTo>
                <a:lnTo>
                  <a:pt x="184661" y="2089"/>
                </a:lnTo>
                <a:lnTo>
                  <a:pt x="138053" y="2089"/>
                </a:lnTo>
                <a:cubicBezTo>
                  <a:pt x="120932" y="2089"/>
                  <a:pt x="105103" y="9875"/>
                  <a:pt x="94608" y="23458"/>
                </a:cubicBezTo>
                <a:close/>
                <a:moveTo>
                  <a:pt x="507601" y="162361"/>
                </a:moveTo>
                <a:lnTo>
                  <a:pt x="532631" y="162361"/>
                </a:lnTo>
                <a:lnTo>
                  <a:pt x="532631" y="2089"/>
                </a:lnTo>
                <a:lnTo>
                  <a:pt x="507601" y="2089"/>
                </a:lnTo>
                <a:lnTo>
                  <a:pt x="507601" y="162361"/>
                </a:lnTo>
                <a:close/>
                <a:moveTo>
                  <a:pt x="488238" y="255903"/>
                </a:moveTo>
                <a:lnTo>
                  <a:pt x="495840" y="255903"/>
                </a:lnTo>
                <a:lnTo>
                  <a:pt x="495840" y="194744"/>
                </a:lnTo>
                <a:lnTo>
                  <a:pt x="488238" y="194744"/>
                </a:lnTo>
                <a:lnTo>
                  <a:pt x="488238" y="255903"/>
                </a:lnTo>
                <a:close/>
                <a:moveTo>
                  <a:pt x="537151" y="201735"/>
                </a:moveTo>
                <a:lnTo>
                  <a:pt x="556975" y="201735"/>
                </a:lnTo>
                <a:lnTo>
                  <a:pt x="556975" y="255903"/>
                </a:lnTo>
                <a:lnTo>
                  <a:pt x="564577" y="255903"/>
                </a:lnTo>
                <a:lnTo>
                  <a:pt x="564577" y="201735"/>
                </a:lnTo>
                <a:lnTo>
                  <a:pt x="584401" y="201735"/>
                </a:lnTo>
                <a:lnTo>
                  <a:pt x="584401" y="194744"/>
                </a:lnTo>
                <a:lnTo>
                  <a:pt x="537151" y="194744"/>
                </a:lnTo>
                <a:lnTo>
                  <a:pt x="537151" y="201735"/>
                </a:lnTo>
                <a:close/>
                <a:moveTo>
                  <a:pt x="283346" y="2089"/>
                </a:moveTo>
                <a:cubicBezTo>
                  <a:pt x="283346" y="2089"/>
                  <a:pt x="330958" y="115571"/>
                  <a:pt x="340377" y="138134"/>
                </a:cubicBezTo>
                <a:cubicBezTo>
                  <a:pt x="351360" y="164450"/>
                  <a:pt x="369195" y="164450"/>
                  <a:pt x="376047" y="164450"/>
                </a:cubicBezTo>
                <a:lnTo>
                  <a:pt x="377512" y="164450"/>
                </a:lnTo>
                <a:lnTo>
                  <a:pt x="312237" y="2089"/>
                </a:lnTo>
                <a:lnTo>
                  <a:pt x="283346" y="2089"/>
                </a:lnTo>
                <a:close/>
                <a:moveTo>
                  <a:pt x="437309" y="197059"/>
                </a:moveTo>
                <a:cubicBezTo>
                  <a:pt x="434217" y="195513"/>
                  <a:pt x="430674" y="194744"/>
                  <a:pt x="426651" y="194744"/>
                </a:cubicBezTo>
                <a:lnTo>
                  <a:pt x="403157" y="194744"/>
                </a:lnTo>
                <a:lnTo>
                  <a:pt x="403157" y="255903"/>
                </a:lnTo>
                <a:lnTo>
                  <a:pt x="410759" y="255903"/>
                </a:lnTo>
                <a:lnTo>
                  <a:pt x="410759" y="232400"/>
                </a:lnTo>
                <a:lnTo>
                  <a:pt x="426660" y="232400"/>
                </a:lnTo>
                <a:cubicBezTo>
                  <a:pt x="430674" y="232400"/>
                  <a:pt x="434217" y="231631"/>
                  <a:pt x="437273" y="230085"/>
                </a:cubicBezTo>
                <a:cubicBezTo>
                  <a:pt x="440328" y="228538"/>
                  <a:pt x="442696" y="226341"/>
                  <a:pt x="444387" y="223492"/>
                </a:cubicBezTo>
                <a:cubicBezTo>
                  <a:pt x="446077" y="220635"/>
                  <a:pt x="446918" y="217316"/>
                  <a:pt x="446918" y="213536"/>
                </a:cubicBezTo>
                <a:cubicBezTo>
                  <a:pt x="446918" y="209756"/>
                  <a:pt x="446086" y="206446"/>
                  <a:pt x="444432" y="203616"/>
                </a:cubicBezTo>
                <a:cubicBezTo>
                  <a:pt x="442769" y="200794"/>
                  <a:pt x="440400" y="198606"/>
                  <a:pt x="437318" y="197059"/>
                </a:cubicBezTo>
                <a:close/>
                <a:moveTo>
                  <a:pt x="435564" y="222181"/>
                </a:moveTo>
                <a:cubicBezTo>
                  <a:pt x="433178" y="224333"/>
                  <a:pt x="429978" y="225419"/>
                  <a:pt x="425955" y="225419"/>
                </a:cubicBezTo>
                <a:lnTo>
                  <a:pt x="410759" y="225419"/>
                </a:lnTo>
                <a:lnTo>
                  <a:pt x="410759" y="201744"/>
                </a:lnTo>
                <a:lnTo>
                  <a:pt x="426045" y="201744"/>
                </a:lnTo>
                <a:cubicBezTo>
                  <a:pt x="430059" y="201744"/>
                  <a:pt x="433250" y="202811"/>
                  <a:pt x="435609" y="204936"/>
                </a:cubicBezTo>
                <a:cubicBezTo>
                  <a:pt x="437969" y="207061"/>
                  <a:pt x="439144" y="209928"/>
                  <a:pt x="439144" y="213545"/>
                </a:cubicBezTo>
                <a:cubicBezTo>
                  <a:pt x="439144" y="217162"/>
                  <a:pt x="437951" y="220038"/>
                  <a:pt x="435564" y="222190"/>
                </a:cubicBezTo>
                <a:close/>
                <a:moveTo>
                  <a:pt x="377503" y="164459"/>
                </a:moveTo>
                <a:lnTo>
                  <a:pt x="378967" y="164459"/>
                </a:lnTo>
                <a:cubicBezTo>
                  <a:pt x="385828" y="164459"/>
                  <a:pt x="403663" y="164459"/>
                  <a:pt x="414637" y="138143"/>
                </a:cubicBezTo>
                <a:cubicBezTo>
                  <a:pt x="424048" y="115580"/>
                  <a:pt x="471668" y="2098"/>
                  <a:pt x="471668" y="2098"/>
                </a:cubicBezTo>
                <a:lnTo>
                  <a:pt x="442778" y="2098"/>
                </a:lnTo>
                <a:lnTo>
                  <a:pt x="377503" y="164468"/>
                </a:lnTo>
                <a:close/>
                <a:moveTo>
                  <a:pt x="635303" y="194744"/>
                </a:moveTo>
                <a:lnTo>
                  <a:pt x="611981" y="255903"/>
                </a:lnTo>
                <a:lnTo>
                  <a:pt x="619845" y="255903"/>
                </a:lnTo>
                <a:lnTo>
                  <a:pt x="626309" y="239390"/>
                </a:lnTo>
                <a:lnTo>
                  <a:pt x="652948" y="239390"/>
                </a:lnTo>
                <a:lnTo>
                  <a:pt x="659412" y="255903"/>
                </a:lnTo>
                <a:lnTo>
                  <a:pt x="667529" y="255903"/>
                </a:lnTo>
                <a:lnTo>
                  <a:pt x="644298" y="194744"/>
                </a:lnTo>
                <a:lnTo>
                  <a:pt x="635303" y="194744"/>
                </a:lnTo>
                <a:close/>
                <a:moveTo>
                  <a:pt x="628578" y="232490"/>
                </a:moveTo>
                <a:lnTo>
                  <a:pt x="639579" y="203046"/>
                </a:lnTo>
                <a:lnTo>
                  <a:pt x="650670" y="232490"/>
                </a:lnTo>
                <a:lnTo>
                  <a:pt x="628569" y="232490"/>
                </a:lnTo>
                <a:close/>
              </a:path>
            </a:pathLst>
          </a:custGeom>
          <a:solidFill>
            <a:schemeClr val="bg1"/>
          </a:solidFill>
          <a:ln w="1049" cap="flat">
            <a:noFill/>
            <a:prstDash val="solid"/>
            <a:miter/>
          </a:ln>
        </p:spPr>
        <p:txBody>
          <a:bodyPr rtlCol="0" anchor="ctr"/>
          <a:lstStyle/>
          <a:p>
            <a:endParaRPr lang="pt-BR" sz="849"/>
          </a:p>
        </p:txBody>
      </p:sp>
      <p:sp>
        <p:nvSpPr>
          <p:cNvPr id="9" name="object 5">
            <a:extLst>
              <a:ext uri="{FF2B5EF4-FFF2-40B4-BE49-F238E27FC236}">
                <a16:creationId xmlns:a16="http://schemas.microsoft.com/office/drawing/2014/main" id="{6343AC24-3D20-1E58-EEA1-00E726405F33}"/>
              </a:ext>
            </a:extLst>
          </p:cNvPr>
          <p:cNvSpPr/>
          <p:nvPr userDrawn="1"/>
        </p:nvSpPr>
        <p:spPr>
          <a:xfrm flipV="1">
            <a:off x="334963" y="6294311"/>
            <a:ext cx="11097267" cy="25642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defTabSz="554466">
              <a:buClrTx/>
              <a:defRPr/>
            </a:pPr>
            <a:endParaRPr sz="1092">
              <a:solidFill>
                <a:sysClr val="windowText" lastClr="000000"/>
              </a:solidFill>
            </a:endParaRPr>
          </a:p>
        </p:txBody>
      </p:sp>
      <p:sp>
        <p:nvSpPr>
          <p:cNvPr id="10" name="Espaço Reservado para Número de Slide 5">
            <a:extLst>
              <a:ext uri="{FF2B5EF4-FFF2-40B4-BE49-F238E27FC236}">
                <a16:creationId xmlns:a16="http://schemas.microsoft.com/office/drawing/2014/main" id="{94531090-414D-3695-0E2D-BB1269270B55}"/>
              </a:ext>
            </a:extLst>
          </p:cNvPr>
          <p:cNvSpPr>
            <a:spLocks noGrp="1"/>
          </p:cNvSpPr>
          <p:nvPr>
            <p:ph type="sldNum" sz="quarter" idx="12"/>
          </p:nvPr>
        </p:nvSpPr>
        <p:spPr>
          <a:xfrm>
            <a:off x="11561763" y="647363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911895534"/>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482">
          <p15:clr>
            <a:srgbClr val="FBAE40"/>
          </p15:clr>
        </p15:guide>
        <p15:guide id="4" pos="746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itle and Content">
    <p:bg>
      <p:bgPr>
        <a:gradFill>
          <a:gsLst>
            <a:gs pos="100000">
              <a:schemeClr val="tx1"/>
            </a:gs>
            <a:gs pos="0">
              <a:schemeClr val="tx1">
                <a:lumMod val="95000"/>
                <a:lumOff val="5000"/>
              </a:schemeClr>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1676294"/>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482">
          <p15:clr>
            <a:srgbClr val="FBAE40"/>
          </p15:clr>
        </p15:guide>
        <p15:guide id="4" pos="746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lide de Título">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25249" y="6475414"/>
            <a:ext cx="295275" cy="169277"/>
          </a:xfrm>
          <a:prstGeom prst="rect">
            <a:avLst/>
          </a:prstGeom>
        </p:spPr>
        <p:txBody>
          <a:bodyPr wrap="square" lIns="0" tIns="0" rIns="0" bIns="0">
            <a:spAutoFit/>
          </a:bodyPr>
          <a:lstStyle>
            <a:lvl1pPr algn="r">
              <a:defRPr sz="1100">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pic>
        <p:nvPicPr>
          <p:cNvPr id="3" name="Picture 8">
            <a:extLst>
              <a:ext uri="{FF2B5EF4-FFF2-40B4-BE49-F238E27FC236}">
                <a16:creationId xmlns:a16="http://schemas.microsoft.com/office/drawing/2014/main" id="{B7B3B770-9B14-1379-A09F-1CBACC59D407}"/>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770615" y="290513"/>
            <a:ext cx="1125316" cy="487310"/>
          </a:xfrm>
          <a:prstGeom prst="rect">
            <a:avLst/>
          </a:prstGeom>
        </p:spPr>
      </p:pic>
    </p:spTree>
    <p:extLst>
      <p:ext uri="{BB962C8B-B14F-4D97-AF65-F5344CB8AC3E}">
        <p14:creationId xmlns:p14="http://schemas.microsoft.com/office/powerpoint/2010/main" val="539200420"/>
      </p:ext>
    </p:extLst>
  </p:cSld>
  <p:clrMapOvr>
    <a:masterClrMapping/>
  </p:clrMapOvr>
  <p:extLst>
    <p:ext uri="{DCECCB84-F9BA-43D5-87BE-67443E8EF086}">
      <p15:sldGuideLst xmlns:p15="http://schemas.microsoft.com/office/powerpoint/2012/main">
        <p15:guide id="1" pos="7446">
          <p15:clr>
            <a:srgbClr val="FBAE40"/>
          </p15:clr>
        </p15:guide>
        <p15:guide id="2" orient="horz" pos="3974">
          <p15:clr>
            <a:srgbClr val="FBAE40"/>
          </p15:clr>
        </p15:guide>
        <p15:guide id="3" orient="horz" pos="232">
          <p15:clr>
            <a:srgbClr val="FBAE40"/>
          </p15:clr>
        </p15:guide>
        <p15:guide id="4" pos="23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Capa 01 - Foto">
    <p:bg>
      <p:bgPr>
        <a:solidFill>
          <a:schemeClr val="tx1"/>
        </a:solidFill>
        <a:effectLst/>
      </p:bgPr>
    </p:bg>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A68C5C04-9F9C-AD5B-8544-86BD159ED555}"/>
              </a:ext>
            </a:extLst>
          </p:cNvPr>
          <p:cNvSpPr>
            <a:spLocks noGrp="1"/>
          </p:cNvSpPr>
          <p:nvPr>
            <p:ph type="pic" sz="quarter" idx="27"/>
          </p:nvPr>
        </p:nvSpPr>
        <p:spPr>
          <a:xfrm>
            <a:off x="0" y="0"/>
            <a:ext cx="12192000" cy="6858000"/>
          </a:xfrm>
          <a:prstGeom prst="rect">
            <a:avLst/>
          </a:prstGeom>
        </p:spPr>
        <p:txBody>
          <a:bodyPr lIns="0" tIns="0" rIns="0" bIns="972000" anchor="ctr" anchorCtr="0">
            <a:noAutofit/>
          </a:bodyPr>
          <a:lstStyle>
            <a:lvl1pPr algn="ctr">
              <a:defRPr sz="2400">
                <a:solidFill>
                  <a:schemeClr val="bg2">
                    <a:lumMod val="90000"/>
                  </a:schemeClr>
                </a:solidFill>
              </a:defRPr>
            </a:lvl1pPr>
          </a:lstStyle>
          <a:p>
            <a:endParaRPr lang="pt-BR"/>
          </a:p>
        </p:txBody>
      </p:sp>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407989" y="1113018"/>
            <a:ext cx="4233853" cy="1046440"/>
          </a:xfrm>
          <a:prstGeom prst="rect">
            <a:avLst/>
          </a:prstGeom>
          <a:noFill/>
        </p:spPr>
        <p:txBody>
          <a:bodyPr lIns="0" tIns="0" rIns="0" bIns="0" anchor="b" anchorCtr="0"/>
          <a:lstStyle>
            <a:lvl1pPr marL="0" indent="0">
              <a:buNone/>
              <a:defRPr sz="3400">
                <a:solidFill>
                  <a:schemeClr val="bg1"/>
                </a:solidFill>
                <a:latin typeface="Versos Light" panose="020B04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16" name="Text Placeholder 15">
            <a:extLst>
              <a:ext uri="{FF2B5EF4-FFF2-40B4-BE49-F238E27FC236}">
                <a16:creationId xmlns:a16="http://schemas.microsoft.com/office/drawing/2014/main" id="{73AE31B1-0E8A-430C-61E0-A4A65D4D936A}"/>
              </a:ext>
            </a:extLst>
          </p:cNvPr>
          <p:cNvSpPr>
            <a:spLocks noGrp="1"/>
          </p:cNvSpPr>
          <p:nvPr>
            <p:ph type="body" sz="quarter" idx="14" hasCustomPrompt="1"/>
          </p:nvPr>
        </p:nvSpPr>
        <p:spPr>
          <a:xfrm>
            <a:off x="407989" y="2159780"/>
            <a:ext cx="4233853" cy="307777"/>
          </a:xfrm>
          <a:prstGeom prst="rect">
            <a:avLst/>
          </a:prstGeom>
        </p:spPr>
        <p:txBody>
          <a:bodyPr lIns="0" tIns="0" rIns="0" bIns="0"/>
          <a:lstStyle>
            <a:lvl1pPr>
              <a:defRPr lang="en-US" sz="2000" b="1" i="0" u="none" strike="noStrike" kern="1200" cap="none" dirty="0" smtClean="0">
                <a:solidFill>
                  <a:schemeClr val="bg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9410331" y="6296541"/>
            <a:ext cx="2364803" cy="184666"/>
          </a:xfrm>
          <a:prstGeom prst="rect">
            <a:avLst/>
          </a:prstGeom>
        </p:spPr>
        <p:txBody>
          <a:bodyPr lIns="0" tIns="0" rIns="0" bIns="0">
            <a:noAutofit/>
          </a:bodyPr>
          <a:lstStyle>
            <a:lvl1pPr marL="0" marR="1868" algn="r"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sp>
        <p:nvSpPr>
          <p:cNvPr id="4" name="Text Placeholder 41">
            <a:extLst>
              <a:ext uri="{FF2B5EF4-FFF2-40B4-BE49-F238E27FC236}">
                <a16:creationId xmlns:a16="http://schemas.microsoft.com/office/drawing/2014/main" id="{7E424369-4F91-BA78-D59E-F025384664D4}"/>
              </a:ext>
            </a:extLst>
          </p:cNvPr>
          <p:cNvSpPr>
            <a:spLocks noGrp="1"/>
          </p:cNvSpPr>
          <p:nvPr>
            <p:ph type="body" sz="quarter" idx="26" hasCustomPrompt="1"/>
          </p:nvPr>
        </p:nvSpPr>
        <p:spPr>
          <a:xfrm>
            <a:off x="9410331" y="6089649"/>
            <a:ext cx="2364803" cy="184666"/>
          </a:xfrm>
          <a:prstGeom prst="rect">
            <a:avLst/>
          </a:prstGeom>
        </p:spPr>
        <p:txBody>
          <a:bodyPr lIns="0" tIns="0" rIns="0" bIns="0"/>
          <a:lstStyle>
            <a:lvl1pPr marL="0" marR="3081" algn="r"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a:t>
            </a:r>
            <a:endParaRPr lang="pt-BR"/>
          </a:p>
        </p:txBody>
      </p:sp>
      <p:sp>
        <p:nvSpPr>
          <p:cNvPr id="8" name="Text Placeholder 17">
            <a:extLst>
              <a:ext uri="{FF2B5EF4-FFF2-40B4-BE49-F238E27FC236}">
                <a16:creationId xmlns:a16="http://schemas.microsoft.com/office/drawing/2014/main" id="{D0E34669-E9A0-3031-84E9-7C3208F4EB66}"/>
              </a:ext>
            </a:extLst>
          </p:cNvPr>
          <p:cNvSpPr>
            <a:spLocks noGrp="1"/>
          </p:cNvSpPr>
          <p:nvPr>
            <p:ph type="body" sz="quarter" idx="15" hasCustomPrompt="1"/>
          </p:nvPr>
        </p:nvSpPr>
        <p:spPr>
          <a:xfrm>
            <a:off x="407988" y="5927209"/>
            <a:ext cx="6115360" cy="553998"/>
          </a:xfrm>
          <a:prstGeom prst="rect">
            <a:avLst/>
          </a:prstGeom>
        </p:spPr>
        <p:txBody>
          <a:bodyPr lIns="0" tIns="0" rIns="0" bIns="0"/>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TIVIO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CRÉDITO </a:t>
            </a:r>
            <a:br>
              <a:rPr lang="pt-BR" sz="1200">
                <a:solidFill>
                  <a:schemeClr val="tx2"/>
                </a:solidFill>
                <a:latin typeface="Versos" panose="020B0503020204030204" pitchFamily="34" charset="0"/>
              </a:rPr>
            </a:br>
            <a:r>
              <a:rPr lang="pt-BR" sz="1200">
                <a:solidFill>
                  <a:schemeClr val="tx2"/>
                </a:solidFill>
                <a:latin typeface="Versos" panose="020B0503020204030204" pitchFamily="34" charset="0"/>
              </a:rPr>
              <a:t>ESTRUTURADO</a:t>
            </a:r>
          </a:p>
        </p:txBody>
      </p:sp>
    </p:spTree>
    <p:extLst>
      <p:ext uri="{BB962C8B-B14F-4D97-AF65-F5344CB8AC3E}">
        <p14:creationId xmlns:p14="http://schemas.microsoft.com/office/powerpoint/2010/main" val="912043373"/>
      </p:ext>
    </p:extLst>
  </p:cSld>
  <p:clrMapOvr>
    <a:masterClrMapping/>
  </p:clrMapOvr>
  <p:extLst>
    <p:ext uri="{DCECCB84-F9BA-43D5-87BE-67443E8EF086}">
      <p15:sldGuideLst xmlns:p15="http://schemas.microsoft.com/office/powerpoint/2012/main">
        <p15:guide id="1" pos="257">
          <p15:clr>
            <a:srgbClr val="FBAE40"/>
          </p15:clr>
        </p15:guide>
        <p15:guide id="2" pos="7423">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Divisória - Escuro">
    <p:bg>
      <p:bgPr>
        <a:gradFill>
          <a:gsLst>
            <a:gs pos="0">
              <a:schemeClr val="tx1">
                <a:lumMod val="95000"/>
                <a:lumOff val="5000"/>
              </a:schemeClr>
            </a:gs>
            <a:gs pos="100000">
              <a:schemeClr val="tx1">
                <a:lumMod val="85000"/>
                <a:lumOff val="15000"/>
              </a:schemeClr>
            </a:gs>
            <a:gs pos="49000">
              <a:schemeClr val="tx1">
                <a:lumMod val="95000"/>
                <a:lumOff val="5000"/>
              </a:schemeClr>
            </a:gs>
          </a:gsLst>
          <a:lin ang="4200000" scaled="0"/>
        </a:gradFill>
        <a:effectLst/>
      </p:bgPr>
    </p:bg>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F53E2E6E-222A-F591-1663-CA402B732DC6}"/>
              </a:ext>
            </a:extLst>
          </p:cNvPr>
          <p:cNvSpPr>
            <a:spLocks noGrp="1"/>
          </p:cNvSpPr>
          <p:nvPr>
            <p:ph type="body" sz="quarter" idx="13" hasCustomPrompt="1"/>
          </p:nvPr>
        </p:nvSpPr>
        <p:spPr>
          <a:xfrm>
            <a:off x="407988" y="2938015"/>
            <a:ext cx="4167530" cy="2783977"/>
          </a:xfrm>
          <a:prstGeom prst="rect">
            <a:avLst/>
          </a:prstGeom>
        </p:spPr>
        <p:txBody>
          <a:bodyPr lIns="0" tIns="0" rIns="0" bIns="0" anchor="b" anchorCtr="0"/>
          <a:lstStyle>
            <a:lvl1pPr marL="0" indent="0">
              <a:buNone/>
              <a:defRPr sz="3400">
                <a:solidFill>
                  <a:schemeClr val="bg1"/>
                </a:solidFill>
                <a:latin typeface="Versos Light" panose="020B0403020204030204" pitchFamily="34" charset="0"/>
              </a:defRPr>
            </a:lvl1pPr>
          </a:lstStyle>
          <a:p>
            <a:pPr lvl="0"/>
            <a:r>
              <a:rPr lang="en-US" err="1"/>
              <a:t>Anexos</a:t>
            </a:r>
            <a:endParaRPr lang="en-US"/>
          </a:p>
        </p:txBody>
      </p:sp>
      <p:sp>
        <p:nvSpPr>
          <p:cNvPr id="14" name="Text Placeholder 15">
            <a:extLst>
              <a:ext uri="{FF2B5EF4-FFF2-40B4-BE49-F238E27FC236}">
                <a16:creationId xmlns:a16="http://schemas.microsoft.com/office/drawing/2014/main" id="{96110406-75EA-FDCF-8EC5-7273399369D0}"/>
              </a:ext>
            </a:extLst>
          </p:cNvPr>
          <p:cNvSpPr>
            <a:spLocks noGrp="1"/>
          </p:cNvSpPr>
          <p:nvPr>
            <p:ph type="body" sz="quarter" idx="14" hasCustomPrompt="1"/>
          </p:nvPr>
        </p:nvSpPr>
        <p:spPr>
          <a:xfrm>
            <a:off x="407988" y="5722315"/>
            <a:ext cx="4167530" cy="997297"/>
          </a:xfrm>
          <a:prstGeom prst="rect">
            <a:avLst/>
          </a:prstGeom>
        </p:spPr>
        <p:txBody>
          <a:bodyPr lIns="0" tIns="0" rIns="0" bIns="0"/>
          <a:lstStyle>
            <a:lvl1pPr>
              <a:defRPr lang="en-US" sz="2000" b="1" i="0" u="none" strike="noStrike" kern="1200" cap="none" dirty="0" smtClean="0">
                <a:solidFill>
                  <a:schemeClr val="bg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sp>
        <p:nvSpPr>
          <p:cNvPr id="22" name="Text Placeholder 20">
            <a:extLst>
              <a:ext uri="{FF2B5EF4-FFF2-40B4-BE49-F238E27FC236}">
                <a16:creationId xmlns:a16="http://schemas.microsoft.com/office/drawing/2014/main" id="{D681B05B-2386-9C81-6A6D-BFFEF6DED57D}"/>
              </a:ext>
            </a:extLst>
          </p:cNvPr>
          <p:cNvSpPr>
            <a:spLocks noGrp="1"/>
          </p:cNvSpPr>
          <p:nvPr>
            <p:ph type="body" sz="quarter" idx="17" hasCustomPrompt="1"/>
          </p:nvPr>
        </p:nvSpPr>
        <p:spPr>
          <a:xfrm>
            <a:off x="6096001" y="5804626"/>
            <a:ext cx="1449387" cy="184666"/>
          </a:xfrm>
          <a:prstGeom prst="rect">
            <a:avLst/>
          </a:prstGeom>
        </p:spPr>
        <p:txBody>
          <a:bodyPr lIns="0" tIns="0" rIns="0" bIns="0">
            <a:noAutofit/>
          </a:bodyPr>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email@tivio.com</a:t>
            </a:r>
          </a:p>
        </p:txBody>
      </p:sp>
      <p:sp>
        <p:nvSpPr>
          <p:cNvPr id="23" name="Text Placeholder 20">
            <a:extLst>
              <a:ext uri="{FF2B5EF4-FFF2-40B4-BE49-F238E27FC236}">
                <a16:creationId xmlns:a16="http://schemas.microsoft.com/office/drawing/2014/main" id="{ACB2D47A-729B-16A4-3FD8-0779C01BA71B}"/>
              </a:ext>
            </a:extLst>
          </p:cNvPr>
          <p:cNvSpPr>
            <a:spLocks noGrp="1"/>
          </p:cNvSpPr>
          <p:nvPr>
            <p:ph type="body" sz="quarter" idx="19" hasCustomPrompt="1"/>
          </p:nvPr>
        </p:nvSpPr>
        <p:spPr>
          <a:xfrm>
            <a:off x="7766084" y="5804626"/>
            <a:ext cx="1449387" cy="184666"/>
          </a:xfrm>
          <a:prstGeom prst="rect">
            <a:avLst/>
          </a:prstGeom>
        </p:spPr>
        <p:txBody>
          <a:bodyPr lIns="0" tIns="0" rIns="0" bIns="0">
            <a:noAutofit/>
          </a:bodyPr>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email@tivio.com</a:t>
            </a:r>
          </a:p>
        </p:txBody>
      </p:sp>
      <p:sp>
        <p:nvSpPr>
          <p:cNvPr id="24" name="Text Placeholder 20">
            <a:extLst>
              <a:ext uri="{FF2B5EF4-FFF2-40B4-BE49-F238E27FC236}">
                <a16:creationId xmlns:a16="http://schemas.microsoft.com/office/drawing/2014/main" id="{6392F700-2642-3814-0747-D0EBAE5EE8DA}"/>
              </a:ext>
            </a:extLst>
          </p:cNvPr>
          <p:cNvSpPr>
            <a:spLocks noGrp="1"/>
          </p:cNvSpPr>
          <p:nvPr>
            <p:ph type="body" sz="quarter" idx="21" hasCustomPrompt="1"/>
          </p:nvPr>
        </p:nvSpPr>
        <p:spPr>
          <a:xfrm>
            <a:off x="9436009" y="5804626"/>
            <a:ext cx="1449387" cy="184666"/>
          </a:xfrm>
          <a:prstGeom prst="rect">
            <a:avLst/>
          </a:prstGeom>
        </p:spPr>
        <p:txBody>
          <a:bodyPr lIns="0" tIns="0" rIns="0" bIns="0">
            <a:noAutofit/>
          </a:bodyPr>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email@tivio.com</a:t>
            </a:r>
          </a:p>
        </p:txBody>
      </p:sp>
      <p:sp>
        <p:nvSpPr>
          <p:cNvPr id="25" name="Text Placeholder 41">
            <a:extLst>
              <a:ext uri="{FF2B5EF4-FFF2-40B4-BE49-F238E27FC236}">
                <a16:creationId xmlns:a16="http://schemas.microsoft.com/office/drawing/2014/main" id="{157C41B9-AF41-31A7-3A0A-19B45968B487}"/>
              </a:ext>
            </a:extLst>
          </p:cNvPr>
          <p:cNvSpPr>
            <a:spLocks noGrp="1"/>
          </p:cNvSpPr>
          <p:nvPr>
            <p:ph type="body" sz="quarter" idx="22" hasCustomPrompt="1"/>
          </p:nvPr>
        </p:nvSpPr>
        <p:spPr>
          <a:xfrm>
            <a:off x="6096001" y="5597734"/>
            <a:ext cx="1449387" cy="180000"/>
          </a:xfrm>
          <a:prstGeom prst="rect">
            <a:avLst/>
          </a:prstGeom>
        </p:spPr>
        <p:txBody>
          <a:bodyPr lIns="0" tIns="0" rIns="0" bIns="0"/>
          <a:lstStyle>
            <a:lvl1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6" name="Text Placeholder 41">
            <a:extLst>
              <a:ext uri="{FF2B5EF4-FFF2-40B4-BE49-F238E27FC236}">
                <a16:creationId xmlns:a16="http://schemas.microsoft.com/office/drawing/2014/main" id="{3517E57F-3F51-7633-EEE2-B42F36DCEDB6}"/>
              </a:ext>
            </a:extLst>
          </p:cNvPr>
          <p:cNvSpPr>
            <a:spLocks noGrp="1"/>
          </p:cNvSpPr>
          <p:nvPr>
            <p:ph type="body" sz="quarter" idx="23" hasCustomPrompt="1"/>
          </p:nvPr>
        </p:nvSpPr>
        <p:spPr>
          <a:xfrm>
            <a:off x="7766083" y="5597734"/>
            <a:ext cx="1449387" cy="180000"/>
          </a:xfrm>
          <a:prstGeom prst="rect">
            <a:avLst/>
          </a:prstGeom>
        </p:spPr>
        <p:txBody>
          <a:bodyPr lIns="0" tIns="0" rIns="0" bIns="0"/>
          <a:lstStyle>
            <a:lvl1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7" name="Text Placeholder 41">
            <a:extLst>
              <a:ext uri="{FF2B5EF4-FFF2-40B4-BE49-F238E27FC236}">
                <a16:creationId xmlns:a16="http://schemas.microsoft.com/office/drawing/2014/main" id="{87E0728A-5639-44E4-17A8-459EA60420AA}"/>
              </a:ext>
            </a:extLst>
          </p:cNvPr>
          <p:cNvSpPr>
            <a:spLocks noGrp="1"/>
          </p:cNvSpPr>
          <p:nvPr>
            <p:ph type="body" sz="quarter" idx="24" hasCustomPrompt="1"/>
          </p:nvPr>
        </p:nvSpPr>
        <p:spPr>
          <a:xfrm>
            <a:off x="9436008" y="5597734"/>
            <a:ext cx="1449387" cy="180000"/>
          </a:xfrm>
          <a:prstGeom prst="rect">
            <a:avLst/>
          </a:prstGeom>
        </p:spPr>
        <p:txBody>
          <a:bodyPr lIns="0" tIns="0" rIns="0" bIns="0"/>
          <a:lstStyle>
            <a:lvl1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8" name="Text Placeholder 17">
            <a:extLst>
              <a:ext uri="{FF2B5EF4-FFF2-40B4-BE49-F238E27FC236}">
                <a16:creationId xmlns:a16="http://schemas.microsoft.com/office/drawing/2014/main" id="{46268A65-19CA-59CF-EB3E-096ECD0A6AD9}"/>
              </a:ext>
            </a:extLst>
          </p:cNvPr>
          <p:cNvSpPr>
            <a:spLocks noGrp="1"/>
          </p:cNvSpPr>
          <p:nvPr>
            <p:ph type="body" sz="quarter" idx="15" hasCustomPrompt="1"/>
          </p:nvPr>
        </p:nvSpPr>
        <p:spPr>
          <a:xfrm>
            <a:off x="6096000" y="5300937"/>
            <a:ext cx="4789394" cy="200722"/>
          </a:xfrm>
          <a:prstGeom prst="rect">
            <a:avLst/>
          </a:prstGeom>
        </p:spPr>
        <p:txBody>
          <a:bodyPr lIns="0" tIns="0" rIns="0" bIns="0"/>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accent2"/>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Área de atuação</a:t>
            </a:r>
          </a:p>
        </p:txBody>
      </p:sp>
    </p:spTree>
    <p:extLst>
      <p:ext uri="{BB962C8B-B14F-4D97-AF65-F5344CB8AC3E}">
        <p14:creationId xmlns:p14="http://schemas.microsoft.com/office/powerpoint/2010/main" val="3671889571"/>
      </p:ext>
    </p:extLst>
  </p:cSld>
  <p:clrMapOvr>
    <a:masterClrMapping/>
  </p:clrMapOvr>
  <p:extLst>
    <p:ext uri="{DCECCB84-F9BA-43D5-87BE-67443E8EF086}">
      <p15:sldGuideLst xmlns:p15="http://schemas.microsoft.com/office/powerpoint/2012/main">
        <p15:guide id="1" pos="257">
          <p15:clr>
            <a:srgbClr val="FBAE40"/>
          </p15:clr>
        </p15:guide>
        <p15:guide id="2" orient="horz" pos="3770">
          <p15:clr>
            <a:srgbClr val="FBAE40"/>
          </p15:clr>
        </p15:guide>
        <p15:guide id="3" pos="7446">
          <p15:clr>
            <a:srgbClr val="FBAE40"/>
          </p15:clr>
        </p15:guide>
        <p15:guide id="4" orient="horz" pos="3997">
          <p15:clr>
            <a:srgbClr val="FBAE40"/>
          </p15:clr>
        </p15:guide>
        <p15:guide id="5" orient="horz" pos="550">
          <p15:clr>
            <a:srgbClr val="FBAE40"/>
          </p15:clr>
        </p15:guide>
        <p15:guide id="6" orient="horz" pos="323">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Disclaimer - Branco">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0A77DBCB-2AB5-6CB5-41F8-C0F34878DCC3}"/>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271656" y="6354583"/>
            <a:ext cx="889861" cy="385348"/>
          </a:xfrm>
          <a:prstGeom prst="rect">
            <a:avLst/>
          </a:prstGeom>
        </p:spPr>
      </p:pic>
      <p:sp>
        <p:nvSpPr>
          <p:cNvPr id="4" name="Text Placeholder 3">
            <a:extLst>
              <a:ext uri="{FF2B5EF4-FFF2-40B4-BE49-F238E27FC236}">
                <a16:creationId xmlns:a16="http://schemas.microsoft.com/office/drawing/2014/main" id="{B6F1873E-A461-1060-F030-72F82DE78FD5}"/>
              </a:ext>
            </a:extLst>
          </p:cNvPr>
          <p:cNvSpPr>
            <a:spLocks noGrp="1"/>
          </p:cNvSpPr>
          <p:nvPr>
            <p:ph type="body" sz="quarter" idx="13" hasCustomPrompt="1"/>
          </p:nvPr>
        </p:nvSpPr>
        <p:spPr>
          <a:xfrm>
            <a:off x="334964" y="368301"/>
            <a:ext cx="8441175" cy="430887"/>
          </a:xfrm>
          <a:prstGeom prst="rect">
            <a:avLst/>
          </a:prstGeom>
        </p:spPr>
        <p:txBody>
          <a:bodyPr lIns="0" tIns="0" rIns="0" bIns="0"/>
          <a:lstStyle>
            <a:lvl1pPr marL="0" indent="0">
              <a:lnSpc>
                <a:spcPct val="100000"/>
              </a:lnSpc>
              <a:spcBef>
                <a:spcPts val="0"/>
              </a:spcBef>
              <a:buNone/>
              <a:defRPr sz="2800">
                <a:solidFill>
                  <a:schemeClr val="bg1"/>
                </a:solidFill>
              </a:defRPr>
            </a:lvl1pPr>
          </a:lstStyle>
          <a:p>
            <a:pPr lvl="0"/>
            <a:r>
              <a:rPr lang="en-US"/>
              <a:t>Disclaimer</a:t>
            </a:r>
          </a:p>
        </p:txBody>
      </p:sp>
      <p:sp>
        <p:nvSpPr>
          <p:cNvPr id="9" name="Text Placeholder 8">
            <a:extLst>
              <a:ext uri="{FF2B5EF4-FFF2-40B4-BE49-F238E27FC236}">
                <a16:creationId xmlns:a16="http://schemas.microsoft.com/office/drawing/2014/main" id="{03F3B14A-4381-EE52-0164-94E04FE17DBE}"/>
              </a:ext>
            </a:extLst>
          </p:cNvPr>
          <p:cNvSpPr>
            <a:spLocks noGrp="1"/>
          </p:cNvSpPr>
          <p:nvPr>
            <p:ph type="body" sz="quarter" idx="15"/>
          </p:nvPr>
        </p:nvSpPr>
        <p:spPr>
          <a:xfrm>
            <a:off x="334963" y="1103586"/>
            <a:ext cx="11522075" cy="5133702"/>
          </a:xfrm>
          <a:prstGeom prst="rect">
            <a:avLst/>
          </a:prstGeom>
        </p:spPr>
        <p:txBody>
          <a:bodyPr lIns="0" tIns="0" rIns="0" bIns="0"/>
          <a:lstStyle>
            <a:lvl1pPr marL="0" indent="0" algn="just">
              <a:lnSpc>
                <a:spcPct val="100000"/>
              </a:lnSpc>
              <a:spcBef>
                <a:spcPts val="0"/>
              </a:spcBef>
              <a:buNone/>
              <a:defRPr sz="10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Tree>
    <p:extLst>
      <p:ext uri="{BB962C8B-B14F-4D97-AF65-F5344CB8AC3E}">
        <p14:creationId xmlns:p14="http://schemas.microsoft.com/office/powerpoint/2010/main" val="3968115913"/>
      </p:ext>
    </p:extLst>
  </p:cSld>
  <p:clrMapOvr>
    <a:masterClrMapping/>
  </p:clrMapOvr>
  <p:extLst>
    <p:ext uri="{DCECCB84-F9BA-43D5-87BE-67443E8EF086}">
      <p15:sldGuideLst xmlns:p15="http://schemas.microsoft.com/office/powerpoint/2012/main">
        <p15:guide id="1" orient="horz" pos="4042">
          <p15:clr>
            <a:srgbClr val="FBAE40"/>
          </p15:clr>
        </p15:guide>
        <p15:guide id="2" pos="211">
          <p15:clr>
            <a:srgbClr val="FBAE40"/>
          </p15:clr>
        </p15:guide>
        <p15:guide id="3" orient="horz" pos="3929">
          <p15:clr>
            <a:srgbClr val="FBAE40"/>
          </p15:clr>
        </p15:guide>
        <p15:guide id="4" pos="7469">
          <p15:clr>
            <a:srgbClr val="FBAE40"/>
          </p15:clr>
        </p15:guide>
        <p15:guide id="5" orient="horz" pos="232">
          <p15:clr>
            <a:srgbClr val="FBAE40"/>
          </p15:clr>
        </p15:guide>
        <p15:guide id="6" orient="horz" pos="504">
          <p15:clr>
            <a:srgbClr val="FBAE40"/>
          </p15:clr>
        </p15:guide>
        <p15:guide id="7" orient="horz" pos="68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ítulo | 1 linha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lnSpc>
                <a:spcPct val="100000"/>
              </a:lnSpc>
              <a:spcBef>
                <a:spcPts val="0"/>
              </a:spcBef>
              <a:buNone/>
              <a:defRPr sz="2800">
                <a:solidFill>
                  <a:schemeClr val="accent6"/>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4"/>
            <a:ext cx="11522075" cy="4359311"/>
          </a:xfrm>
          <a:prstGeom prst="rect">
            <a:avLst/>
          </a:prstGeom>
        </p:spPr>
        <p:txBody>
          <a:bodyPr lIns="0" tIns="0" rIns="0" bIns="0"/>
          <a:lstStyle>
            <a:lvl1pPr marL="0" indent="0">
              <a:lnSpc>
                <a:spcPct val="100000"/>
              </a:lnSpc>
              <a:spcBef>
                <a:spcPts val="0"/>
              </a:spcBef>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30115"/>
          </a:xfrm>
          <a:prstGeom prst="rect">
            <a:avLst/>
          </a:prstGeom>
        </p:spPr>
        <p:txBody>
          <a:bodyPr lIns="0" tIns="0" rIns="0" bIns="0"/>
          <a:lstStyle>
            <a:lvl1pPr marL="0" indent="0">
              <a:lnSpc>
                <a:spcPct val="100000"/>
              </a:lnSpc>
              <a:spcBef>
                <a:spcPts val="0"/>
              </a:spcBef>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EFD7F938-B824-C27B-BEB2-95E90F5FFDD4}"/>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6"/>
              </a:solidFill>
            </a:endParaRPr>
          </a:p>
        </p:txBody>
      </p:sp>
      <p:cxnSp>
        <p:nvCxnSpPr>
          <p:cNvPr id="10" name="Straight Connector 9">
            <a:extLst>
              <a:ext uri="{FF2B5EF4-FFF2-40B4-BE49-F238E27FC236}">
                <a16:creationId xmlns:a16="http://schemas.microsoft.com/office/drawing/2014/main" id="{B819F04F-8ABD-ABFC-2381-D3C3D7CF30AF}"/>
              </a:ext>
            </a:extLst>
          </p:cNvPr>
          <p:cNvCxnSpPr/>
          <p:nvPr userDrawn="1"/>
        </p:nvCxnSpPr>
        <p:spPr>
          <a:xfrm>
            <a:off x="0" y="6699502"/>
            <a:ext cx="12192000" cy="0"/>
          </a:xfrm>
          <a:prstGeom prst="line">
            <a:avLst/>
          </a:prstGeom>
          <a:ln>
            <a:gradFill>
              <a:gsLst>
                <a:gs pos="0">
                  <a:schemeClr val="accent1"/>
                </a:gs>
                <a:gs pos="50000">
                  <a:srgbClr val="AAE4C0"/>
                </a:gs>
                <a:gs pos="100000">
                  <a:schemeClr val="accent2">
                    <a:alpha val="0"/>
                  </a:schemeClr>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FA29D40-8F86-4DCA-85E9-E401626339AF}"/>
              </a:ext>
            </a:extLst>
          </p:cNvPr>
          <p:cNvCxnSpPr>
            <a:cxnSpLocks/>
          </p:cNvCxnSpPr>
          <p:nvPr userDrawn="1"/>
        </p:nvCxnSpPr>
        <p:spPr>
          <a:xfrm flipH="1">
            <a:off x="0" y="6776531"/>
            <a:ext cx="12192000" cy="0"/>
          </a:xfrm>
          <a:prstGeom prst="line">
            <a:avLst/>
          </a:prstGeom>
          <a:ln>
            <a:gradFill>
              <a:gsLst>
                <a:gs pos="0">
                  <a:schemeClr val="accent3">
                    <a:lumMod val="50000"/>
                  </a:schemeClr>
                </a:gs>
                <a:gs pos="50000">
                  <a:schemeClr val="accent3">
                    <a:lumMod val="60000"/>
                    <a:lumOff val="40000"/>
                  </a:schemeClr>
                </a:gs>
                <a:gs pos="100000">
                  <a:schemeClr val="bg1"/>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352116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ítulo | 2 linhas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accent6"/>
                </a:solidFill>
              </a:defRPr>
            </a:lvl1pPr>
          </a:lstStyle>
          <a:p>
            <a:pPr lvl="0"/>
            <a:r>
              <a:rPr lang="en-US" err="1"/>
              <a:t>Título</a:t>
            </a:r>
            <a:endParaRPr lang="en-US"/>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34963" y="1949414"/>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A0F307EA-4C29-0128-C5F3-1EC020414CC8}"/>
              </a:ext>
            </a:extLst>
          </p:cNvPr>
          <p:cNvSpPr>
            <a:spLocks noGrp="1"/>
          </p:cNvSpPr>
          <p:nvPr>
            <p:ph type="body" sz="quarter" idx="17"/>
          </p:nvPr>
        </p:nvSpPr>
        <p:spPr>
          <a:xfrm>
            <a:off x="6208640" y="1949414"/>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FC74B37E-4911-072A-7204-9C9ACA9A1C80}"/>
              </a:ext>
            </a:extLst>
          </p:cNvPr>
          <p:cNvSpPr>
            <a:spLocks noGrp="1"/>
          </p:cNvSpPr>
          <p:nvPr>
            <p:ph type="body" sz="quarter" idx="18"/>
          </p:nvPr>
        </p:nvSpPr>
        <p:spPr>
          <a:xfrm>
            <a:off x="334963" y="1518527"/>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8">
            <a:extLst>
              <a:ext uri="{FF2B5EF4-FFF2-40B4-BE49-F238E27FC236}">
                <a16:creationId xmlns:a16="http://schemas.microsoft.com/office/drawing/2014/main" id="{75ABF0D0-FF53-6AFF-585A-B5197E38DF03}"/>
              </a:ext>
            </a:extLst>
          </p:cNvPr>
          <p:cNvSpPr>
            <a:spLocks noGrp="1"/>
          </p:cNvSpPr>
          <p:nvPr>
            <p:ph type="body" sz="quarter" idx="19"/>
          </p:nvPr>
        </p:nvSpPr>
        <p:spPr>
          <a:xfrm>
            <a:off x="6208640" y="1518527"/>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D2821058-F589-1511-1D91-0F05271A6C82}"/>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6"/>
              </a:solidFill>
            </a:endParaRPr>
          </a:p>
        </p:txBody>
      </p:sp>
      <p:cxnSp>
        <p:nvCxnSpPr>
          <p:cNvPr id="3" name="Straight Connector 2">
            <a:extLst>
              <a:ext uri="{FF2B5EF4-FFF2-40B4-BE49-F238E27FC236}">
                <a16:creationId xmlns:a16="http://schemas.microsoft.com/office/drawing/2014/main" id="{5A0A33CF-3720-1012-F597-F4ECE825DFE9}"/>
              </a:ext>
            </a:extLst>
          </p:cNvPr>
          <p:cNvCxnSpPr/>
          <p:nvPr userDrawn="1"/>
        </p:nvCxnSpPr>
        <p:spPr>
          <a:xfrm>
            <a:off x="334963"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814094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77" userDrawn="1">
          <p15:clr>
            <a:srgbClr val="FBAE40"/>
          </p15:clr>
        </p15:guide>
        <p15:guide id="7" orient="horz" pos="935">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ítulo | Box superior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tx1">
                    <a:lumMod val="95000"/>
                    <a:lumOff val="5000"/>
                  </a:schemeClr>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lumMod val="95000"/>
                    <a:lumOff val="5000"/>
                  </a:schemeClr>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accent2"/>
              </a:solidFill>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7" y="1045525"/>
            <a:ext cx="5421301" cy="156104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4" y="1045525"/>
            <a:ext cx="5420023" cy="158838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7" y="3021651"/>
            <a:ext cx="5296913"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1"/>
            <a:ext cx="5421332"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4931296C-3A93-5F16-2D9A-EB313B015B3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tx1">
                  <a:lumMod val="95000"/>
                  <a:lumOff val="5000"/>
                </a:schemeClr>
              </a:solidFill>
            </a:endParaRPr>
          </a:p>
        </p:txBody>
      </p:sp>
      <p:cxnSp>
        <p:nvCxnSpPr>
          <p:cNvPr id="3" name="Straight Connector 2">
            <a:extLst>
              <a:ext uri="{FF2B5EF4-FFF2-40B4-BE49-F238E27FC236}">
                <a16:creationId xmlns:a16="http://schemas.microsoft.com/office/drawing/2014/main" id="{09B6F29F-DF18-9050-9EF6-AF47C4A796AC}"/>
              </a:ext>
            </a:extLst>
          </p:cNvPr>
          <p:cNvCxnSpPr/>
          <p:nvPr userDrawn="1"/>
        </p:nvCxnSpPr>
        <p:spPr>
          <a:xfrm>
            <a:off x="334963"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614128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ítulo | Box lateral - Branco ">
    <p:bg>
      <p:bgPr>
        <a:solidFill>
          <a:schemeClr val="bg1"/>
        </a:soli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bg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5085057"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6" y="1751285"/>
            <a:ext cx="4369353" cy="156104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6" y="1484313"/>
            <a:ext cx="6077927" cy="4458722"/>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0" y="1482784"/>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0" y="3580828"/>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8EB1F7D-EB42-B4A5-4EBA-55B2FE1DF06F}"/>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4"/>
              </a:solidFill>
            </a:endParaRPr>
          </a:p>
        </p:txBody>
      </p:sp>
    </p:spTree>
    <p:extLst>
      <p:ext uri="{BB962C8B-B14F-4D97-AF65-F5344CB8AC3E}">
        <p14:creationId xmlns:p14="http://schemas.microsoft.com/office/powerpoint/2010/main" val="206622623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Branco">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887036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937017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5752AA87-E9EF-F9C3-D180-0D695337BC25}"/>
              </a:ext>
            </a:extLst>
          </p:cNvPr>
          <p:cNvGrpSpPr/>
          <p:nvPr userDrawn="1"/>
        </p:nvGrpSpPr>
        <p:grpSpPr>
          <a:xfrm flipV="1">
            <a:off x="12099285" y="0"/>
            <a:ext cx="91438" cy="1832748"/>
            <a:chOff x="120125" y="5025253"/>
            <a:chExt cx="91438" cy="1832748"/>
          </a:xfrm>
        </p:grpSpPr>
        <p:sp>
          <p:nvSpPr>
            <p:cNvPr id="8" name="Rectangle 7">
              <a:extLst>
                <a:ext uri="{FF2B5EF4-FFF2-40B4-BE49-F238E27FC236}">
                  <a16:creationId xmlns:a16="http://schemas.microsoft.com/office/drawing/2014/main" id="{7E05AB66-66BE-D764-AEA7-119CD2ED8298}"/>
                </a:ext>
              </a:extLst>
            </p:cNvPr>
            <p:cNvSpPr/>
            <p:nvPr userDrawn="1"/>
          </p:nvSpPr>
          <p:spPr>
            <a:xfrm rot="16200000" flipV="1">
              <a:off x="-773389" y="5918767"/>
              <a:ext cx="1832748" cy="45719"/>
            </a:xfrm>
            <a:prstGeom prst="rect">
              <a:avLst/>
            </a:prstGeom>
            <a:gradFill>
              <a:gsLst>
                <a:gs pos="0">
                  <a:schemeClr val="accent3">
                    <a:lumMod val="50000"/>
                  </a:schemeClr>
                </a:gs>
                <a:gs pos="50000">
                  <a:schemeClr val="accent3">
                    <a:lumMod val="60000"/>
                    <a:lumOff val="40000"/>
                  </a:schemeClr>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8">
              <a:extLst>
                <a:ext uri="{FF2B5EF4-FFF2-40B4-BE49-F238E27FC236}">
                  <a16:creationId xmlns:a16="http://schemas.microsoft.com/office/drawing/2014/main" id="{25A8B063-3DCC-1280-CEC3-7512BA9DF746}"/>
                </a:ext>
              </a:extLst>
            </p:cNvPr>
            <p:cNvSpPr/>
            <p:nvPr userDrawn="1"/>
          </p:nvSpPr>
          <p:spPr>
            <a:xfrm rot="16200000" flipV="1">
              <a:off x="-727670" y="5918767"/>
              <a:ext cx="1832748" cy="45719"/>
            </a:xfrm>
            <a:prstGeom prst="rect">
              <a:avLst/>
            </a:prstGeom>
            <a:gradFill>
              <a:gsLst>
                <a:gs pos="0">
                  <a:schemeClr val="accent1"/>
                </a:gs>
                <a:gs pos="50000">
                  <a:schemeClr val="accent2"/>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111366768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ítulo | 1 linha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112242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ítulo | 6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8116637" y="3993674"/>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ECAC4E8C-2B3F-574D-C955-1EBD6FD7CDE9}"/>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505947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ítulo | 5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2"/>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D3A3FCC3-EBF1-0B54-4092-43FDDED92531}"/>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60526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ítulo | 4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4776078"/>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2"/>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4176D65B-577B-DA97-A4AE-85E5C579A955}"/>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178843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ítulo | 2 linha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334963" y="1949413"/>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6208640" y="1949413"/>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334963" y="1518527"/>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6208640" y="1518527"/>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509A8969-4CCE-CE82-D2FB-901A726879C5}"/>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266347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ítulo | Box superior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7" y="1045525"/>
            <a:ext cx="5421301"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4" y="1045525"/>
            <a:ext cx="542002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7" y="3021651"/>
            <a:ext cx="5296913"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1"/>
            <a:ext cx="5421332"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904FAD7-D1D8-06F3-6189-A8707EDC8E87}"/>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667331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ítulo | Box lateral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5085057" cy="430887"/>
          </a:xfrm>
          <a:prstGeom prst="rect">
            <a:avLst/>
          </a:prstGeom>
        </p:spPr>
        <p:txBody>
          <a:bodyPr lIns="0" tIns="0" rIns="0" bIns="0"/>
          <a:lstStyle>
            <a:lvl1pPr marL="0" indent="0">
              <a:buNone/>
              <a:defRPr sz="2800">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accent3"/>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6" y="1751285"/>
            <a:ext cx="4369353"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6" y="1484313"/>
            <a:ext cx="6077927" cy="4458722"/>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0" y="1482784"/>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0" y="3580828"/>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Tree>
    <p:extLst>
      <p:ext uri="{BB962C8B-B14F-4D97-AF65-F5344CB8AC3E}">
        <p14:creationId xmlns:p14="http://schemas.microsoft.com/office/powerpoint/2010/main" val="158276919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769412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ítulo | 1 linha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1FA1EDF-496D-FC00-C47D-BE89A3B7157A}"/>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37664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ítulo | 6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8116637" y="3993674"/>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58F86B63-CC31-1EAA-F721-707EF550B32A}"/>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591306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ítulo | 5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2"/>
            <a:ext cx="3740400" cy="4776079"/>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31984F0D-6B5E-38C9-C788-1C5ADE9D6048}"/>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723577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ítulo | 4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4776078"/>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2"/>
            <a:ext cx="3740400" cy="4776079"/>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15ABCE8D-7E28-9176-5F42-ED60E4527C5E}"/>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638113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ítulo | 2 linha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334963" y="1949413"/>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6208640" y="1949413"/>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334963" y="1518527"/>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6208640" y="1518527"/>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B199F5B5-BC6B-B426-BC59-B48B46CF1637}"/>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72093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ítulo | Box superior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7" y="1045525"/>
            <a:ext cx="5421301"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4" y="1045525"/>
            <a:ext cx="542002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7" y="3021651"/>
            <a:ext cx="5296913"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1"/>
            <a:ext cx="5421332"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E9E5CEC1-15EA-7E91-EAE8-795FFF71F653}"/>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887999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ítulo | Box lateral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5085057" cy="430887"/>
          </a:xfrm>
          <a:prstGeom prst="rect">
            <a:avLst/>
          </a:prstGeom>
        </p:spPr>
        <p:txBody>
          <a:bodyPr lIns="0" tIns="0" rIns="0" bIns="0"/>
          <a:lstStyle>
            <a:lvl1pPr marL="0" indent="0">
              <a:buNone/>
              <a:defRPr sz="2800">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accent3"/>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6" y="1751285"/>
            <a:ext cx="4369353"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6" y="1484313"/>
            <a:ext cx="6077927" cy="4458722"/>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0" y="1482784"/>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0" y="3580828"/>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Tree>
    <p:extLst>
      <p:ext uri="{BB962C8B-B14F-4D97-AF65-F5344CB8AC3E}">
        <p14:creationId xmlns:p14="http://schemas.microsoft.com/office/powerpoint/2010/main" val="20509253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450505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56"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394" b="0" i="0">
                <a:solidFill>
                  <a:srgbClr val="F9F9F9"/>
                </a:solidFill>
                <a:latin typeface="Arial"/>
                <a:cs typeface="Arial"/>
              </a:defRPr>
            </a:lvl1pPr>
          </a:lstStyle>
          <a:p>
            <a:pPr marL="20023">
              <a:spcBef>
                <a:spcPts val="45"/>
              </a:spcBef>
            </a:pPr>
            <a:fld id="{81D60167-4931-47E6-BA6A-407CBD079E47}" type="slidenum">
              <a:rPr lang="pt-BR" spc="-15" smtClean="0"/>
              <a:pPr marL="20023">
                <a:spcBef>
                  <a:spcPts val="45"/>
                </a:spcBef>
              </a:pPr>
              <a:t>‹#›</a:t>
            </a:fld>
            <a:endParaRPr lang="pt-BR" spc="-15"/>
          </a:p>
        </p:txBody>
      </p:sp>
    </p:spTree>
    <p:extLst>
      <p:ext uri="{BB962C8B-B14F-4D97-AF65-F5344CB8AC3E}">
        <p14:creationId xmlns:p14="http://schemas.microsoft.com/office/powerpoint/2010/main" val="30138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ítulo | 1 linha - Escuro">
    <p:bg>
      <p:bgPr>
        <a:solidFill>
          <a:schemeClr val="tx2"/>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accent2"/>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accent2"/>
              </a:solidFill>
            </a:endParaRPr>
          </a:p>
        </p:txBody>
      </p:sp>
    </p:spTree>
    <p:extLst>
      <p:ext uri="{BB962C8B-B14F-4D97-AF65-F5344CB8AC3E}">
        <p14:creationId xmlns:p14="http://schemas.microsoft.com/office/powerpoint/2010/main" val="34413226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ítulo | 1 linha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lnSpc>
                <a:spcPct val="100000"/>
              </a:lnSpc>
              <a:spcBef>
                <a:spcPts val="0"/>
              </a:spcBef>
              <a:buNone/>
              <a:defRPr sz="2800">
                <a:solidFill>
                  <a:schemeClr val="accent6"/>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5"/>
            <a:ext cx="11522075" cy="4359311"/>
          </a:xfrm>
          <a:prstGeom prst="rect">
            <a:avLst/>
          </a:prstGeom>
        </p:spPr>
        <p:txBody>
          <a:bodyPr lIns="0" tIns="0" rIns="0" bIns="0"/>
          <a:lstStyle>
            <a:lvl1pPr marL="0" indent="0">
              <a:lnSpc>
                <a:spcPct val="100000"/>
              </a:lnSpc>
              <a:spcBef>
                <a:spcPts val="0"/>
              </a:spcBef>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30115"/>
          </a:xfrm>
          <a:prstGeom prst="rect">
            <a:avLst/>
          </a:prstGeom>
        </p:spPr>
        <p:txBody>
          <a:bodyPr lIns="0" tIns="0" rIns="0" bIns="0"/>
          <a:lstStyle>
            <a:lvl1pPr marL="0" indent="0">
              <a:lnSpc>
                <a:spcPct val="100000"/>
              </a:lnSpc>
              <a:spcBef>
                <a:spcPts val="0"/>
              </a:spcBef>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EFD7F938-B824-C27B-BEB2-95E90F5FFDD4}"/>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849">
              <a:solidFill>
                <a:schemeClr val="accent6"/>
              </a:solidFill>
            </a:endParaRPr>
          </a:p>
        </p:txBody>
      </p:sp>
      <p:cxnSp>
        <p:nvCxnSpPr>
          <p:cNvPr id="10" name="Straight Connector 9">
            <a:extLst>
              <a:ext uri="{FF2B5EF4-FFF2-40B4-BE49-F238E27FC236}">
                <a16:creationId xmlns:a16="http://schemas.microsoft.com/office/drawing/2014/main" id="{B819F04F-8ABD-ABFC-2381-D3C3D7CF30AF}"/>
              </a:ext>
            </a:extLst>
          </p:cNvPr>
          <p:cNvCxnSpPr/>
          <p:nvPr userDrawn="1"/>
        </p:nvCxnSpPr>
        <p:spPr>
          <a:xfrm>
            <a:off x="0" y="6699502"/>
            <a:ext cx="12192000" cy="0"/>
          </a:xfrm>
          <a:prstGeom prst="line">
            <a:avLst/>
          </a:prstGeom>
          <a:ln>
            <a:gradFill>
              <a:gsLst>
                <a:gs pos="0">
                  <a:schemeClr val="accent1"/>
                </a:gs>
                <a:gs pos="50000">
                  <a:srgbClr val="AAE4C0"/>
                </a:gs>
                <a:gs pos="100000">
                  <a:schemeClr val="accent2">
                    <a:alpha val="0"/>
                  </a:schemeClr>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FA29D40-8F86-4DCA-85E9-E401626339AF}"/>
              </a:ext>
            </a:extLst>
          </p:cNvPr>
          <p:cNvCxnSpPr>
            <a:cxnSpLocks/>
          </p:cNvCxnSpPr>
          <p:nvPr userDrawn="1"/>
        </p:nvCxnSpPr>
        <p:spPr>
          <a:xfrm flipH="1">
            <a:off x="0" y="6776531"/>
            <a:ext cx="12192000" cy="0"/>
          </a:xfrm>
          <a:prstGeom prst="line">
            <a:avLst/>
          </a:prstGeom>
          <a:ln>
            <a:gradFill>
              <a:gsLst>
                <a:gs pos="0">
                  <a:schemeClr val="accent3">
                    <a:lumMod val="50000"/>
                  </a:schemeClr>
                </a:gs>
                <a:gs pos="50000">
                  <a:schemeClr val="accent3">
                    <a:lumMod val="60000"/>
                    <a:lumOff val="40000"/>
                  </a:schemeClr>
                </a:gs>
                <a:gs pos="100000">
                  <a:schemeClr val="bg1"/>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590684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Título | 2 linhas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accent6"/>
                </a:solidFill>
              </a:defRPr>
            </a:lvl1pPr>
          </a:lstStyle>
          <a:p>
            <a:pPr lvl="0"/>
            <a:r>
              <a:rPr lang="en-US" err="1"/>
              <a:t>Título</a:t>
            </a:r>
            <a:endParaRPr lang="en-US"/>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34964" y="1949415"/>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A0F307EA-4C29-0128-C5F3-1EC020414CC8}"/>
              </a:ext>
            </a:extLst>
          </p:cNvPr>
          <p:cNvSpPr>
            <a:spLocks noGrp="1"/>
          </p:cNvSpPr>
          <p:nvPr>
            <p:ph type="body" sz="quarter" idx="17"/>
          </p:nvPr>
        </p:nvSpPr>
        <p:spPr>
          <a:xfrm>
            <a:off x="6208641" y="1949415"/>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FC74B37E-4911-072A-7204-9C9ACA9A1C80}"/>
              </a:ext>
            </a:extLst>
          </p:cNvPr>
          <p:cNvSpPr>
            <a:spLocks noGrp="1"/>
          </p:cNvSpPr>
          <p:nvPr>
            <p:ph type="body" sz="quarter" idx="18"/>
          </p:nvPr>
        </p:nvSpPr>
        <p:spPr>
          <a:xfrm>
            <a:off x="334964" y="1518528"/>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8">
            <a:extLst>
              <a:ext uri="{FF2B5EF4-FFF2-40B4-BE49-F238E27FC236}">
                <a16:creationId xmlns:a16="http://schemas.microsoft.com/office/drawing/2014/main" id="{75ABF0D0-FF53-6AFF-585A-B5197E38DF03}"/>
              </a:ext>
            </a:extLst>
          </p:cNvPr>
          <p:cNvSpPr>
            <a:spLocks noGrp="1"/>
          </p:cNvSpPr>
          <p:nvPr>
            <p:ph type="body" sz="quarter" idx="19"/>
          </p:nvPr>
        </p:nvSpPr>
        <p:spPr>
          <a:xfrm>
            <a:off x="6208641" y="1518528"/>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D2821058-F589-1511-1D91-0F05271A6C82}"/>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849">
              <a:solidFill>
                <a:schemeClr val="accent6"/>
              </a:solidFill>
            </a:endParaRPr>
          </a:p>
        </p:txBody>
      </p:sp>
      <p:cxnSp>
        <p:nvCxnSpPr>
          <p:cNvPr id="3" name="Straight Connector 2">
            <a:extLst>
              <a:ext uri="{FF2B5EF4-FFF2-40B4-BE49-F238E27FC236}">
                <a16:creationId xmlns:a16="http://schemas.microsoft.com/office/drawing/2014/main" id="{5A0A33CF-3720-1012-F597-F4ECE825DFE9}"/>
              </a:ext>
            </a:extLst>
          </p:cNvPr>
          <p:cNvCxnSpPr/>
          <p:nvPr userDrawn="1"/>
        </p:nvCxnSpPr>
        <p:spPr>
          <a:xfrm>
            <a:off x="334964"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561490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77">
          <p15:clr>
            <a:srgbClr val="FBAE40"/>
          </p15:clr>
        </p15:guide>
        <p15:guide id="7" orient="horz" pos="93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Título | Box superior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tx1">
                    <a:lumMod val="95000"/>
                    <a:lumOff val="5000"/>
                  </a:schemeClr>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lumMod val="95000"/>
                    <a:lumOff val="5000"/>
                  </a:schemeClr>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solidFill>
                <a:schemeClr val="accent2"/>
              </a:solidFill>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8" y="1045525"/>
            <a:ext cx="5421301" cy="156104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5" y="1045525"/>
            <a:ext cx="5420023" cy="158838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8" y="3021652"/>
            <a:ext cx="5296913"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2"/>
            <a:ext cx="5421332"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4931296C-3A93-5F16-2D9A-EB313B015B3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849">
              <a:solidFill>
                <a:schemeClr val="tx1">
                  <a:lumMod val="95000"/>
                  <a:lumOff val="5000"/>
                </a:schemeClr>
              </a:solidFill>
            </a:endParaRPr>
          </a:p>
        </p:txBody>
      </p:sp>
      <p:cxnSp>
        <p:nvCxnSpPr>
          <p:cNvPr id="3" name="Straight Connector 2">
            <a:extLst>
              <a:ext uri="{FF2B5EF4-FFF2-40B4-BE49-F238E27FC236}">
                <a16:creationId xmlns:a16="http://schemas.microsoft.com/office/drawing/2014/main" id="{09B6F29F-DF18-9050-9EF6-AF47C4A796AC}"/>
              </a:ext>
            </a:extLst>
          </p:cNvPr>
          <p:cNvCxnSpPr/>
          <p:nvPr userDrawn="1"/>
        </p:nvCxnSpPr>
        <p:spPr>
          <a:xfrm>
            <a:off x="334964"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622460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Título | Box lateral - Branco ">
    <p:bg>
      <p:bgPr>
        <a:solidFill>
          <a:schemeClr val="bg1"/>
        </a:soli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solidFill>
                <a:schemeClr val="bg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5085057"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7" y="1751285"/>
            <a:ext cx="4369353" cy="156104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7" y="1484313"/>
            <a:ext cx="6077927" cy="4458722"/>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1" y="1482784"/>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1" y="3580828"/>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8EB1F7D-EB42-B4A5-4EBA-55B2FE1DF06F}"/>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849">
              <a:solidFill>
                <a:schemeClr val="accent4"/>
              </a:solidFill>
            </a:endParaRPr>
          </a:p>
        </p:txBody>
      </p:sp>
    </p:spTree>
    <p:extLst>
      <p:ext uri="{BB962C8B-B14F-4D97-AF65-F5344CB8AC3E}">
        <p14:creationId xmlns:p14="http://schemas.microsoft.com/office/powerpoint/2010/main" val="220144663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_Blank - Branco">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8C84EE7A-B951-B061-6439-B39DDC01B709}"/>
              </a:ext>
            </a:extLst>
          </p:cNvPr>
          <p:cNvCxnSpPr/>
          <p:nvPr userDrawn="1"/>
        </p:nvCxnSpPr>
        <p:spPr>
          <a:xfrm>
            <a:off x="334964"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10472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0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4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1757382952"/>
      </p:ext>
    </p:extLst>
  </p:cSld>
  <p:clrMapOvr>
    <a:masterClrMapping/>
  </p:clrMapOvr>
  <p:extLst>
    <p:ext uri="{DCECCB84-F9BA-43D5-87BE-67443E8EF086}">
      <p15:sldGuideLst xmlns:p15="http://schemas.microsoft.com/office/powerpoint/2012/main">
        <p15:guide id="1" pos="12319">
          <p15:clr>
            <a:srgbClr val="FBAE40"/>
          </p15:clr>
        </p15:guide>
        <p15:guide id="4" pos="189">
          <p15:clr>
            <a:srgbClr val="FBAE40"/>
          </p15:clr>
        </p15:guide>
        <p15:guide id="5" orient="horz" pos="6919">
          <p15:clr>
            <a:srgbClr val="FBAE40"/>
          </p15:clr>
        </p15:guide>
        <p15:guide id="6" orient="horz" pos="572">
          <p15:clr>
            <a:srgbClr val="FBAE40"/>
          </p15:clr>
        </p15:guide>
        <p15:guide id="7" orient="horz" pos="640">
          <p15:clr>
            <a:srgbClr val="FBAE40"/>
          </p15:clr>
        </p15:guide>
        <p15:guide id="8" orient="horz" pos="6714">
          <p15:clr>
            <a:srgbClr val="FBAE40"/>
          </p15:clr>
        </p15:guide>
        <p15:guide id="9" orient="horz" pos="504">
          <p15:clr>
            <a:srgbClr val="FBAE40"/>
          </p15:clr>
        </p15:guide>
        <p15:guide id="10" pos="7469">
          <p15:clr>
            <a:srgbClr val="FBAE40"/>
          </p15:clr>
        </p15:guide>
        <p15:guide id="11" orient="horz" pos="96">
          <p15:clr>
            <a:srgbClr val="FBAE40"/>
          </p15:clr>
        </p15:guide>
        <p15:guide id="12" orient="horz" pos="4201">
          <p15:clr>
            <a:srgbClr val="FBAE40"/>
          </p15:clr>
        </p15:guide>
        <p15:guide id="13" orient="horz" pos="4065">
          <p15:clr>
            <a:srgbClr val="FBAE40"/>
          </p15:clr>
        </p15:guide>
        <p15:guide id="14" orient="horz" pos="232">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9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204556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283899189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5752AA87-E9EF-F9C3-D180-0D695337BC25}"/>
              </a:ext>
            </a:extLst>
          </p:cNvPr>
          <p:cNvGrpSpPr/>
          <p:nvPr userDrawn="1"/>
        </p:nvGrpSpPr>
        <p:grpSpPr>
          <a:xfrm flipV="1">
            <a:off x="12099285" y="0"/>
            <a:ext cx="91438" cy="1832748"/>
            <a:chOff x="120125" y="5025253"/>
            <a:chExt cx="91438" cy="1832748"/>
          </a:xfrm>
        </p:grpSpPr>
        <p:sp>
          <p:nvSpPr>
            <p:cNvPr id="8" name="Rectangle 7">
              <a:extLst>
                <a:ext uri="{FF2B5EF4-FFF2-40B4-BE49-F238E27FC236}">
                  <a16:creationId xmlns:a16="http://schemas.microsoft.com/office/drawing/2014/main" id="{7E05AB66-66BE-D764-AEA7-119CD2ED8298}"/>
                </a:ext>
              </a:extLst>
            </p:cNvPr>
            <p:cNvSpPr/>
            <p:nvPr userDrawn="1"/>
          </p:nvSpPr>
          <p:spPr>
            <a:xfrm rot="16200000" flipV="1">
              <a:off x="-773389" y="5918767"/>
              <a:ext cx="1832748" cy="45719"/>
            </a:xfrm>
            <a:prstGeom prst="rect">
              <a:avLst/>
            </a:prstGeom>
            <a:gradFill>
              <a:gsLst>
                <a:gs pos="0">
                  <a:schemeClr val="accent3">
                    <a:lumMod val="50000"/>
                  </a:schemeClr>
                </a:gs>
                <a:gs pos="50000">
                  <a:schemeClr val="accent3">
                    <a:lumMod val="60000"/>
                    <a:lumOff val="40000"/>
                  </a:schemeClr>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
          <p:nvSpPr>
            <p:cNvPr id="9" name="Rectangle 8">
              <a:extLst>
                <a:ext uri="{FF2B5EF4-FFF2-40B4-BE49-F238E27FC236}">
                  <a16:creationId xmlns:a16="http://schemas.microsoft.com/office/drawing/2014/main" id="{25A8B063-3DCC-1280-CEC3-7512BA9DF746}"/>
                </a:ext>
              </a:extLst>
            </p:cNvPr>
            <p:cNvSpPr/>
            <p:nvPr userDrawn="1"/>
          </p:nvSpPr>
          <p:spPr>
            <a:xfrm rot="16200000" flipV="1">
              <a:off x="-727670" y="5918767"/>
              <a:ext cx="1832748" cy="45719"/>
            </a:xfrm>
            <a:prstGeom prst="rect">
              <a:avLst/>
            </a:prstGeom>
            <a:gradFill>
              <a:gsLst>
                <a:gs pos="0">
                  <a:schemeClr val="accent1"/>
                </a:gs>
                <a:gs pos="50000">
                  <a:schemeClr val="accent2"/>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grpSp>
    </p:spTree>
    <p:extLst>
      <p:ext uri="{BB962C8B-B14F-4D97-AF65-F5344CB8AC3E}">
        <p14:creationId xmlns:p14="http://schemas.microsoft.com/office/powerpoint/2010/main" val="187349270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Título | 1 linha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563260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Título | 6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8116637" y="3993674"/>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ECAC4E8C-2B3F-574D-C955-1EBD6FD7CDE9}"/>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094427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_Título | 5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D3A3FCC3-EBF1-0B54-4092-43FDDED92531}"/>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180964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_Título | 4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4776078"/>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4176D65B-577B-DA97-A4AE-85E5C579A955}"/>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589270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_Título | 2 linha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334964"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6208641"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334964"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6208641"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509A8969-4CCE-CE82-D2FB-901A726879C5}"/>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776298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Título | Box superior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8" y="1045525"/>
            <a:ext cx="5421301"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5" y="1045525"/>
            <a:ext cx="542002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8" y="3021652"/>
            <a:ext cx="5296913"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2"/>
            <a:ext cx="5421332"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904FAD7-D1D8-06F3-6189-A8707EDC8E87}"/>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55590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Título | Box lateral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5085057" cy="430887"/>
          </a:xfrm>
          <a:prstGeom prst="rect">
            <a:avLst/>
          </a:prstGeom>
        </p:spPr>
        <p:txBody>
          <a:bodyPr lIns="0" tIns="0" rIns="0" bIns="0"/>
          <a:lstStyle>
            <a:lvl1pPr marL="0" indent="0">
              <a:buNone/>
              <a:defRPr sz="2800">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accent3"/>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7" y="1751285"/>
            <a:ext cx="4369353"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7" y="1484313"/>
            <a:ext cx="6077927" cy="4458722"/>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1" y="1482784"/>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1" y="3580828"/>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Tree>
    <p:extLst>
      <p:ext uri="{BB962C8B-B14F-4D97-AF65-F5344CB8AC3E}">
        <p14:creationId xmlns:p14="http://schemas.microsoft.com/office/powerpoint/2010/main" val="212324170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Título | 1 linha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1FA1EDF-496D-FC00-C47D-BE89A3B7157A}"/>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624633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_Título | 6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8116637" y="3993674"/>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58F86B63-CC31-1EAA-F721-707EF550B32A}"/>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562423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_Título | 5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31984F0D-6B5E-38C9-C788-1C5ADE9D6048}"/>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093423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_Título | 4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4776078"/>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15ABCE8D-7E28-9176-5F42-ED60E4527C5E}"/>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66628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Título | 2 linha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334964"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6208641"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334964"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6208641"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B199F5B5-BC6B-B426-BC59-B48B46CF1637}"/>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387985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2_Título | Box superior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8" y="1045525"/>
            <a:ext cx="5421301"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5" y="1045525"/>
            <a:ext cx="542002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8" y="3021652"/>
            <a:ext cx="5296913"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2"/>
            <a:ext cx="5421332"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E9E5CEC1-15EA-7E91-EAE8-795FFF71F653}"/>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936589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_Título | Box lateral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5085057" cy="430887"/>
          </a:xfrm>
          <a:prstGeom prst="rect">
            <a:avLst/>
          </a:prstGeom>
        </p:spPr>
        <p:txBody>
          <a:bodyPr lIns="0" tIns="0" rIns="0" bIns="0"/>
          <a:lstStyle>
            <a:lvl1pPr marL="0" indent="0">
              <a:buNone/>
              <a:defRPr sz="2800">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accent3"/>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7" y="1751285"/>
            <a:ext cx="4369353"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7" y="1484313"/>
            <a:ext cx="6077927" cy="4458722"/>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1" y="1482784"/>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1" y="3580828"/>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spTree>
    <p:extLst>
      <p:ext uri="{BB962C8B-B14F-4D97-AF65-F5344CB8AC3E}">
        <p14:creationId xmlns:p14="http://schemas.microsoft.com/office/powerpoint/2010/main" val="62197128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56"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6" name="Holder 6"/>
          <p:cNvSpPr>
            <a:spLocks noGrp="1"/>
          </p:cNvSpPr>
          <p:nvPr>
            <p:ph type="sldNum" sz="quarter" idx="7"/>
          </p:nvPr>
        </p:nvSpPr>
        <p:spPr/>
        <p:txBody>
          <a:bodyPr lIns="0" tIns="0" rIns="0" bIns="0"/>
          <a:lstStyle>
            <a:lvl1pPr>
              <a:defRPr sz="394" b="0" i="0">
                <a:solidFill>
                  <a:srgbClr val="F9F9F9"/>
                </a:solidFill>
                <a:latin typeface="Arial"/>
                <a:cs typeface="Arial"/>
              </a:defRPr>
            </a:lvl1pPr>
          </a:lstStyle>
          <a:p>
            <a:pPr marL="20022">
              <a:spcBef>
                <a:spcPts val="45"/>
              </a:spcBef>
            </a:pPr>
            <a:fld id="{81D60167-4931-47E6-BA6A-407CBD079E47}" type="slidenum">
              <a:rPr lang="pt-BR" spc="-15" smtClean="0"/>
              <a:pPr marL="20022">
                <a:spcBef>
                  <a:spcPts val="45"/>
                </a:spcBef>
              </a:pPr>
              <a:t>‹#›</a:t>
            </a:fld>
            <a:endParaRPr lang="pt-BR" spc="-15"/>
          </a:p>
        </p:txBody>
      </p:sp>
    </p:spTree>
    <p:extLst>
      <p:ext uri="{BB962C8B-B14F-4D97-AF65-F5344CB8AC3E}">
        <p14:creationId xmlns:p14="http://schemas.microsoft.com/office/powerpoint/2010/main" val="122994672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2_Título | 1 linha - Escuro">
    <p:bg>
      <p:bgPr>
        <a:solidFill>
          <a:schemeClr val="tx2"/>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accent2"/>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accent2"/>
              </a:solidFill>
            </a:endParaRPr>
          </a:p>
        </p:txBody>
      </p:sp>
    </p:spTree>
    <p:extLst>
      <p:ext uri="{BB962C8B-B14F-4D97-AF65-F5344CB8AC3E}">
        <p14:creationId xmlns:p14="http://schemas.microsoft.com/office/powerpoint/2010/main" val="45153679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7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object 5">
            <a:extLst>
              <a:ext uri="{FF2B5EF4-FFF2-40B4-BE49-F238E27FC236}">
                <a16:creationId xmlns:a16="http://schemas.microsoft.com/office/drawing/2014/main" id="{6BE3BE47-1A4F-1F57-925B-0AD426F278E9}"/>
              </a:ext>
            </a:extLst>
          </p:cNvPr>
          <p:cNvSpPr/>
          <p:nvPr userDrawn="1"/>
        </p:nvSpPr>
        <p:spPr>
          <a:xfrm flipV="1">
            <a:off x="334962" y="6294309"/>
            <a:ext cx="10183814" cy="25642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marL="0" marR="0" lvl="0" indent="0" algn="l" defTabSz="554466"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ysClr val="windowText" lastClr="000000"/>
              </a:solidFill>
              <a:effectLst/>
              <a:uLnTx/>
              <a:uFillTx/>
              <a:latin typeface="Arial"/>
              <a:cs typeface="Arial"/>
              <a:sym typeface="Arial"/>
            </a:endParaRPr>
          </a:p>
        </p:txBody>
      </p:sp>
    </p:spTree>
    <p:extLst>
      <p:ext uri="{BB962C8B-B14F-4D97-AF65-F5344CB8AC3E}">
        <p14:creationId xmlns:p14="http://schemas.microsoft.com/office/powerpoint/2010/main" val="360343620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8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6C6735-2EA6-4401-8EF0-95EE6C287F44}"/>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10266542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2_Title and Content">
    <p:bg>
      <p:bgPr>
        <a:gradFill>
          <a:gsLst>
            <a:gs pos="100000">
              <a:schemeClr val="tx1"/>
            </a:gs>
            <a:gs pos="0">
              <a:schemeClr val="tx1">
                <a:lumMod val="95000"/>
                <a:lumOff val="5000"/>
              </a:schemeClr>
            </a:gs>
          </a:gsLst>
          <a:lin ang="7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168558"/>
      </p:ext>
    </p:extLst>
  </p:cSld>
  <p:clrMapOvr>
    <a:masterClrMapping/>
  </p:clrMapOvr>
  <p:extLst>
    <p:ext uri="{DCECCB84-F9BA-43D5-87BE-67443E8EF086}">
      <p15:sldGuideLst xmlns:p15="http://schemas.microsoft.com/office/powerpoint/2012/main">
        <p15:guide id="1" orient="horz" pos="4065">
          <p15:clr>
            <a:srgbClr val="FBAE40"/>
          </p15:clr>
        </p15:guide>
        <p15:guide id="2" pos="211">
          <p15:clr>
            <a:srgbClr val="FBAE40"/>
          </p15:clr>
        </p15:guide>
        <p15:guide id="3" orient="horz" pos="482">
          <p15:clr>
            <a:srgbClr val="FBAE40"/>
          </p15:clr>
        </p15:guide>
        <p15:guide id="4" pos="7469">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Contracapa">
    <p:bg>
      <p:bgPr>
        <a:solidFill>
          <a:schemeClr val="tx1"/>
        </a:solidFill>
        <a:effectLst/>
      </p:bgPr>
    </p:bg>
    <p:spTree>
      <p:nvGrpSpPr>
        <p:cNvPr id="1" name=""/>
        <p:cNvGrpSpPr/>
        <p:nvPr/>
      </p:nvGrpSpPr>
      <p:grpSpPr>
        <a:xfrm>
          <a:off x="0" y="0"/>
          <a:ext cx="0" cy="0"/>
          <a:chOff x="0" y="0"/>
          <a:chExt cx="0" cy="0"/>
        </a:xfrm>
      </p:grpSpPr>
      <p:sp>
        <p:nvSpPr>
          <p:cNvPr id="7" name="CaixaDeTexto 5">
            <a:extLst>
              <a:ext uri="{FF2B5EF4-FFF2-40B4-BE49-F238E27FC236}">
                <a16:creationId xmlns:a16="http://schemas.microsoft.com/office/drawing/2014/main" id="{43DFA321-6122-DD56-1B69-CCC4924A73A8}"/>
              </a:ext>
            </a:extLst>
          </p:cNvPr>
          <p:cNvSpPr txBox="1"/>
          <p:nvPr userDrawn="1"/>
        </p:nvSpPr>
        <p:spPr>
          <a:xfrm>
            <a:off x="7491664" y="5251905"/>
            <a:ext cx="4155689" cy="1077218"/>
          </a:xfrm>
          <a:prstGeom prst="rect">
            <a:avLst/>
          </a:prstGeom>
          <a:noFill/>
        </p:spPr>
        <p:txBody>
          <a:bodyPr wrap="square" lIns="0" tIns="0" rIns="0" bIns="0">
            <a:spAutoFit/>
          </a:bodyPr>
          <a:lstStyle/>
          <a:p>
            <a:pPr algn="r"/>
            <a:r>
              <a:rPr lang="it-IT" sz="14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Avenida Brigadeiro Faria Lima, 4.300</a:t>
            </a:r>
          </a:p>
          <a:p>
            <a:pPr algn="r"/>
            <a:r>
              <a:rPr lang="it-IT" sz="14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r"/>
            <a:r>
              <a:rPr lang="it-IT" sz="14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r"/>
            <a:endParaRPr lang="it-IT" sz="1400">
              <a:solidFill>
                <a:schemeClr val="bg1"/>
              </a:solidFill>
              <a:latin typeface="Versos Light" panose="020B0403020204030204" pitchFamily="34" charset="0"/>
              <a:cs typeface="Times New Roman" panose="02020603050405020304" pitchFamily="18" charset="0"/>
            </a:endParaRPr>
          </a:p>
          <a:p>
            <a:pPr algn="r"/>
            <a:r>
              <a:rPr lang="it-IT" sz="1400" b="0">
                <a:solidFill>
                  <a:schemeClr val="bg1"/>
                </a:solidFill>
                <a:latin typeface="+mn-lt"/>
                <a:cs typeface="Times New Roman" panose="02020603050405020304" pitchFamily="18" charset="0"/>
              </a:rPr>
              <a:t>www.tivio.com</a:t>
            </a:r>
            <a:endParaRPr lang="pt-BR" sz="1400" b="0">
              <a:solidFill>
                <a:schemeClr val="bg1"/>
              </a:solidFill>
              <a:latin typeface="+mn-lt"/>
            </a:endParaRPr>
          </a:p>
        </p:txBody>
      </p:sp>
      <p:grpSp>
        <p:nvGrpSpPr>
          <p:cNvPr id="11" name="Group 10">
            <a:extLst>
              <a:ext uri="{FF2B5EF4-FFF2-40B4-BE49-F238E27FC236}">
                <a16:creationId xmlns:a16="http://schemas.microsoft.com/office/drawing/2014/main" id="{1A330FC6-53B2-4C95-7A0F-A920F3013C49}"/>
              </a:ext>
            </a:extLst>
          </p:cNvPr>
          <p:cNvGrpSpPr/>
          <p:nvPr userDrawn="1"/>
        </p:nvGrpSpPr>
        <p:grpSpPr>
          <a:xfrm>
            <a:off x="-7705924" y="882317"/>
            <a:ext cx="19934609" cy="6204031"/>
            <a:chOff x="-62630" y="3261055"/>
            <a:chExt cx="12291315" cy="3825292"/>
          </a:xfrm>
        </p:grpSpPr>
        <p:sp>
          <p:nvSpPr>
            <p:cNvPr id="8" name="Freeform: Shape 7">
              <a:extLst>
                <a:ext uri="{FF2B5EF4-FFF2-40B4-BE49-F238E27FC236}">
                  <a16:creationId xmlns:a16="http://schemas.microsoft.com/office/drawing/2014/main" id="{BBF3B65E-8CAD-31B1-6F90-86F99F800687}"/>
                </a:ext>
              </a:extLst>
            </p:cNvPr>
            <p:cNvSpPr/>
            <p:nvPr userDrawn="1"/>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
          <p:nvSpPr>
            <p:cNvPr id="9" name="Freeform: Shape 8">
              <a:extLst>
                <a:ext uri="{FF2B5EF4-FFF2-40B4-BE49-F238E27FC236}">
                  <a16:creationId xmlns:a16="http://schemas.microsoft.com/office/drawing/2014/main" id="{087CECC5-0785-0E7C-A4CB-3D289F54A871}"/>
                </a:ext>
              </a:extLst>
            </p:cNvPr>
            <p:cNvSpPr/>
            <p:nvPr userDrawn="1"/>
          </p:nvSpPr>
          <p:spPr>
            <a:xfrm>
              <a:off x="7240261" y="3261055"/>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grpSp>
      <p:sp>
        <p:nvSpPr>
          <p:cNvPr id="10" name="object 5"/>
          <p:cNvSpPr/>
          <p:nvPr userDrawn="1"/>
        </p:nvSpPr>
        <p:spPr>
          <a:xfrm>
            <a:off x="757218" y="3474647"/>
            <a:ext cx="1501480" cy="509684"/>
          </a:xfrm>
          <a:custGeom>
            <a:avLst/>
            <a:gdLst/>
            <a:ahLst/>
            <a:cxnLst/>
            <a:rect l="l" t="t" r="r" b="b"/>
            <a:pathLst>
              <a:path w="4495165" h="1525904">
                <a:moveTo>
                  <a:pt x="549605" y="149009"/>
                </a:moveTo>
                <a:lnTo>
                  <a:pt x="502272" y="93929"/>
                </a:lnTo>
                <a:lnTo>
                  <a:pt x="463880" y="62522"/>
                </a:lnTo>
                <a:lnTo>
                  <a:pt x="421525" y="37515"/>
                </a:lnTo>
                <a:lnTo>
                  <a:pt x="375894" y="19253"/>
                </a:lnTo>
                <a:lnTo>
                  <a:pt x="327634" y="8051"/>
                </a:lnTo>
                <a:lnTo>
                  <a:pt x="277444" y="4241"/>
                </a:lnTo>
                <a:lnTo>
                  <a:pt x="0" y="4241"/>
                </a:lnTo>
                <a:lnTo>
                  <a:pt x="0" y="149009"/>
                </a:lnTo>
                <a:lnTo>
                  <a:pt x="549605" y="149009"/>
                </a:lnTo>
                <a:close/>
              </a:path>
              <a:path w="4495165" h="1525904">
                <a:moveTo>
                  <a:pt x="630440" y="613206"/>
                </a:moveTo>
                <a:lnTo>
                  <a:pt x="626249" y="610260"/>
                </a:lnTo>
                <a:lnTo>
                  <a:pt x="626249" y="359600"/>
                </a:lnTo>
                <a:lnTo>
                  <a:pt x="621880" y="305828"/>
                </a:lnTo>
                <a:lnTo>
                  <a:pt x="608939" y="254203"/>
                </a:lnTo>
                <a:lnTo>
                  <a:pt x="587654" y="205422"/>
                </a:lnTo>
                <a:lnTo>
                  <a:pt x="558253" y="160185"/>
                </a:lnTo>
                <a:lnTo>
                  <a:pt x="549617" y="149009"/>
                </a:lnTo>
                <a:lnTo>
                  <a:pt x="511581" y="205422"/>
                </a:lnTo>
                <a:lnTo>
                  <a:pt x="490296" y="254203"/>
                </a:lnTo>
                <a:lnTo>
                  <a:pt x="477342" y="305828"/>
                </a:lnTo>
                <a:lnTo>
                  <a:pt x="472973" y="359600"/>
                </a:lnTo>
                <a:lnTo>
                  <a:pt x="472859" y="937183"/>
                </a:lnTo>
                <a:lnTo>
                  <a:pt x="472973" y="948131"/>
                </a:lnTo>
                <a:lnTo>
                  <a:pt x="626389" y="948131"/>
                </a:lnTo>
                <a:lnTo>
                  <a:pt x="626249" y="619315"/>
                </a:lnTo>
                <a:lnTo>
                  <a:pt x="630440" y="613206"/>
                </a:lnTo>
                <a:close/>
              </a:path>
              <a:path w="4495165" h="1525904">
                <a:moveTo>
                  <a:pt x="1099248" y="4241"/>
                </a:moveTo>
                <a:lnTo>
                  <a:pt x="821817" y="4241"/>
                </a:lnTo>
                <a:lnTo>
                  <a:pt x="771613" y="8051"/>
                </a:lnTo>
                <a:lnTo>
                  <a:pt x="723353" y="19253"/>
                </a:lnTo>
                <a:lnTo>
                  <a:pt x="677710" y="37515"/>
                </a:lnTo>
                <a:lnTo>
                  <a:pt x="635355" y="62522"/>
                </a:lnTo>
                <a:lnTo>
                  <a:pt x="596963" y="93929"/>
                </a:lnTo>
                <a:lnTo>
                  <a:pt x="563206" y="131406"/>
                </a:lnTo>
                <a:lnTo>
                  <a:pt x="549630" y="149009"/>
                </a:lnTo>
                <a:lnTo>
                  <a:pt x="1099248" y="149009"/>
                </a:lnTo>
                <a:lnTo>
                  <a:pt x="1099248" y="4241"/>
                </a:lnTo>
                <a:close/>
              </a:path>
              <a:path w="4495165" h="1525904">
                <a:moveTo>
                  <a:pt x="1472869" y="12420"/>
                </a:moveTo>
                <a:lnTo>
                  <a:pt x="1323860" y="12420"/>
                </a:lnTo>
                <a:lnTo>
                  <a:pt x="1323860" y="966152"/>
                </a:lnTo>
                <a:lnTo>
                  <a:pt x="1472869" y="966152"/>
                </a:lnTo>
                <a:lnTo>
                  <a:pt x="1472869" y="12420"/>
                </a:lnTo>
                <a:close/>
              </a:path>
              <a:path w="4495165" h="1525904">
                <a:moveTo>
                  <a:pt x="1628749" y="1277899"/>
                </a:moveTo>
                <a:lnTo>
                  <a:pt x="1610728" y="1227213"/>
                </a:lnTo>
                <a:lnTo>
                  <a:pt x="1577505" y="1188466"/>
                </a:lnTo>
                <a:lnTo>
                  <a:pt x="1531823" y="1163904"/>
                </a:lnTo>
                <a:lnTo>
                  <a:pt x="1476400" y="1155725"/>
                </a:lnTo>
                <a:lnTo>
                  <a:pt x="1451190" y="1157160"/>
                </a:lnTo>
                <a:lnTo>
                  <a:pt x="1405432" y="1168730"/>
                </a:lnTo>
                <a:lnTo>
                  <a:pt x="1366278" y="1191602"/>
                </a:lnTo>
                <a:lnTo>
                  <a:pt x="1335862" y="1224229"/>
                </a:lnTo>
                <a:lnTo>
                  <a:pt x="1314729" y="1265936"/>
                </a:lnTo>
                <a:lnTo>
                  <a:pt x="1304061" y="1314284"/>
                </a:lnTo>
                <a:lnTo>
                  <a:pt x="1302727" y="1340802"/>
                </a:lnTo>
                <a:lnTo>
                  <a:pt x="1304061" y="1367536"/>
                </a:lnTo>
                <a:lnTo>
                  <a:pt x="1314729" y="1416011"/>
                </a:lnTo>
                <a:lnTo>
                  <a:pt x="1335862" y="1457528"/>
                </a:lnTo>
                <a:lnTo>
                  <a:pt x="1366278" y="1490027"/>
                </a:lnTo>
                <a:lnTo>
                  <a:pt x="1405432" y="1512874"/>
                </a:lnTo>
                <a:lnTo>
                  <a:pt x="1451190" y="1524444"/>
                </a:lnTo>
                <a:lnTo>
                  <a:pt x="1476400" y="1525879"/>
                </a:lnTo>
                <a:lnTo>
                  <a:pt x="1505534" y="1523834"/>
                </a:lnTo>
                <a:lnTo>
                  <a:pt x="1556080" y="1507464"/>
                </a:lnTo>
                <a:lnTo>
                  <a:pt x="1595793" y="1475270"/>
                </a:lnTo>
                <a:lnTo>
                  <a:pt x="1621142" y="1430566"/>
                </a:lnTo>
                <a:lnTo>
                  <a:pt x="1582991" y="1403718"/>
                </a:lnTo>
                <a:lnTo>
                  <a:pt x="1576679" y="1421866"/>
                </a:lnTo>
                <a:lnTo>
                  <a:pt x="1568157" y="1437843"/>
                </a:lnTo>
                <a:lnTo>
                  <a:pt x="1529600" y="1472450"/>
                </a:lnTo>
                <a:lnTo>
                  <a:pt x="1474330" y="1484312"/>
                </a:lnTo>
                <a:lnTo>
                  <a:pt x="1456156" y="1483182"/>
                </a:lnTo>
                <a:lnTo>
                  <a:pt x="1408290" y="1466113"/>
                </a:lnTo>
                <a:lnTo>
                  <a:pt x="1372857" y="1430629"/>
                </a:lnTo>
                <a:lnTo>
                  <a:pt x="1352854" y="1380197"/>
                </a:lnTo>
                <a:lnTo>
                  <a:pt x="1349019" y="1340802"/>
                </a:lnTo>
                <a:lnTo>
                  <a:pt x="1349984" y="1320342"/>
                </a:lnTo>
                <a:lnTo>
                  <a:pt x="1364361" y="1266202"/>
                </a:lnTo>
                <a:lnTo>
                  <a:pt x="1394828" y="1225511"/>
                </a:lnTo>
                <a:lnTo>
                  <a:pt x="1439100" y="1201864"/>
                </a:lnTo>
                <a:lnTo>
                  <a:pt x="1474330" y="1197305"/>
                </a:lnTo>
                <a:lnTo>
                  <a:pt x="1494332" y="1198638"/>
                </a:lnTo>
                <a:lnTo>
                  <a:pt x="1544777" y="1218641"/>
                </a:lnTo>
                <a:lnTo>
                  <a:pt x="1577378" y="1259967"/>
                </a:lnTo>
                <a:lnTo>
                  <a:pt x="1583512" y="1277899"/>
                </a:lnTo>
                <a:lnTo>
                  <a:pt x="1628749" y="1277899"/>
                </a:lnTo>
                <a:close/>
              </a:path>
              <a:path w="4495165" h="1525904">
                <a:moveTo>
                  <a:pt x="2171014" y="1522780"/>
                </a:moveTo>
                <a:lnTo>
                  <a:pt x="2133663" y="1424520"/>
                </a:lnTo>
                <a:lnTo>
                  <a:pt x="2118055" y="1383449"/>
                </a:lnTo>
                <a:lnTo>
                  <a:pt x="2070646" y="1258697"/>
                </a:lnTo>
                <a:lnTo>
                  <a:pt x="2070646" y="1383449"/>
                </a:lnTo>
                <a:lnTo>
                  <a:pt x="1939112" y="1383449"/>
                </a:lnTo>
                <a:lnTo>
                  <a:pt x="2004631" y="1208227"/>
                </a:lnTo>
                <a:lnTo>
                  <a:pt x="2070646" y="1383449"/>
                </a:lnTo>
                <a:lnTo>
                  <a:pt x="2070646" y="1258697"/>
                </a:lnTo>
                <a:lnTo>
                  <a:pt x="2051469" y="1208227"/>
                </a:lnTo>
                <a:lnTo>
                  <a:pt x="2032698" y="1158849"/>
                </a:lnTo>
                <a:lnTo>
                  <a:pt x="1979155" y="1158849"/>
                </a:lnTo>
                <a:lnTo>
                  <a:pt x="1840344" y="1522780"/>
                </a:lnTo>
                <a:lnTo>
                  <a:pt x="1887118" y="1522780"/>
                </a:lnTo>
                <a:lnTo>
                  <a:pt x="1925599" y="1424520"/>
                </a:lnTo>
                <a:lnTo>
                  <a:pt x="2084158" y="1424520"/>
                </a:lnTo>
                <a:lnTo>
                  <a:pt x="2122652" y="1522780"/>
                </a:lnTo>
                <a:lnTo>
                  <a:pt x="2171014" y="1522780"/>
                </a:lnTo>
                <a:close/>
              </a:path>
              <a:path w="4495165" h="1525904">
                <a:moveTo>
                  <a:pt x="2247239" y="966165"/>
                </a:moveTo>
                <a:lnTo>
                  <a:pt x="1863674" y="12433"/>
                </a:lnTo>
                <a:lnTo>
                  <a:pt x="1691932" y="12433"/>
                </a:lnTo>
                <a:lnTo>
                  <a:pt x="2035683" y="832091"/>
                </a:lnTo>
                <a:lnTo>
                  <a:pt x="2059952" y="874915"/>
                </a:lnTo>
                <a:lnTo>
                  <a:pt x="2093137" y="910628"/>
                </a:lnTo>
                <a:lnTo>
                  <a:pt x="2133714" y="938288"/>
                </a:lnTo>
                <a:lnTo>
                  <a:pt x="2180196" y="956932"/>
                </a:lnTo>
                <a:lnTo>
                  <a:pt x="2231034" y="965619"/>
                </a:lnTo>
                <a:lnTo>
                  <a:pt x="2230818" y="966165"/>
                </a:lnTo>
                <a:lnTo>
                  <a:pt x="2247239" y="966165"/>
                </a:lnTo>
                <a:close/>
              </a:path>
              <a:path w="4495165" h="1525904">
                <a:moveTo>
                  <a:pt x="2670111" y="1270609"/>
                </a:moveTo>
                <a:lnTo>
                  <a:pt x="2661780" y="1224749"/>
                </a:lnTo>
                <a:lnTo>
                  <a:pt x="2647569" y="1200429"/>
                </a:lnTo>
                <a:lnTo>
                  <a:pt x="2647086" y="1199718"/>
                </a:lnTo>
                <a:lnTo>
                  <a:pt x="2637282" y="1189253"/>
                </a:lnTo>
                <a:lnTo>
                  <a:pt x="2625902" y="1180223"/>
                </a:lnTo>
                <a:lnTo>
                  <a:pt x="2623832" y="1179017"/>
                </a:lnTo>
                <a:lnTo>
                  <a:pt x="2623832" y="1270609"/>
                </a:lnTo>
                <a:lnTo>
                  <a:pt x="2622499" y="1285925"/>
                </a:lnTo>
                <a:lnTo>
                  <a:pt x="2602534" y="1322095"/>
                </a:lnTo>
                <a:lnTo>
                  <a:pt x="2562352" y="1340129"/>
                </a:lnTo>
                <a:lnTo>
                  <a:pt x="2545321" y="1341323"/>
                </a:lnTo>
                <a:lnTo>
                  <a:pt x="2454859" y="1341323"/>
                </a:lnTo>
                <a:lnTo>
                  <a:pt x="2454859" y="1200429"/>
                </a:lnTo>
                <a:lnTo>
                  <a:pt x="2545842" y="1200429"/>
                </a:lnTo>
                <a:lnTo>
                  <a:pt x="2591320" y="1211110"/>
                </a:lnTo>
                <a:lnTo>
                  <a:pt x="2618575" y="1241704"/>
                </a:lnTo>
                <a:lnTo>
                  <a:pt x="2623832" y="1270609"/>
                </a:lnTo>
                <a:lnTo>
                  <a:pt x="2623832" y="1179017"/>
                </a:lnTo>
                <a:lnTo>
                  <a:pt x="2583281" y="1162278"/>
                </a:lnTo>
                <a:lnTo>
                  <a:pt x="2549487" y="1158824"/>
                </a:lnTo>
                <a:lnTo>
                  <a:pt x="2409634" y="1158824"/>
                </a:lnTo>
                <a:lnTo>
                  <a:pt x="2409634" y="1522780"/>
                </a:lnTo>
                <a:lnTo>
                  <a:pt x="2454859" y="1522780"/>
                </a:lnTo>
                <a:lnTo>
                  <a:pt x="2454859" y="1382915"/>
                </a:lnTo>
                <a:lnTo>
                  <a:pt x="2549487" y="1382915"/>
                </a:lnTo>
                <a:lnTo>
                  <a:pt x="2598470" y="1375168"/>
                </a:lnTo>
                <a:lnTo>
                  <a:pt x="2636901" y="1352448"/>
                </a:lnTo>
                <a:lnTo>
                  <a:pt x="2647124" y="1341323"/>
                </a:lnTo>
                <a:lnTo>
                  <a:pt x="2655036" y="1329893"/>
                </a:lnTo>
                <a:lnTo>
                  <a:pt x="2661628" y="1316634"/>
                </a:lnTo>
                <a:lnTo>
                  <a:pt x="2666339" y="1302346"/>
                </a:lnTo>
                <a:lnTo>
                  <a:pt x="2669171" y="1287005"/>
                </a:lnTo>
                <a:lnTo>
                  <a:pt x="2670111" y="1270609"/>
                </a:lnTo>
                <a:close/>
              </a:path>
              <a:path w="4495165" h="1525904">
                <a:moveTo>
                  <a:pt x="2802534" y="12433"/>
                </a:moveTo>
                <a:lnTo>
                  <a:pt x="2630805" y="12433"/>
                </a:lnTo>
                <a:lnTo>
                  <a:pt x="2247239" y="966165"/>
                </a:lnTo>
                <a:lnTo>
                  <a:pt x="2263660" y="966165"/>
                </a:lnTo>
                <a:lnTo>
                  <a:pt x="2263432" y="965619"/>
                </a:lnTo>
                <a:lnTo>
                  <a:pt x="2314283" y="956932"/>
                </a:lnTo>
                <a:lnTo>
                  <a:pt x="2360752" y="938288"/>
                </a:lnTo>
                <a:lnTo>
                  <a:pt x="2401341" y="910628"/>
                </a:lnTo>
                <a:lnTo>
                  <a:pt x="2434526" y="874915"/>
                </a:lnTo>
                <a:lnTo>
                  <a:pt x="2458796" y="832091"/>
                </a:lnTo>
                <a:lnTo>
                  <a:pt x="2802534" y="12433"/>
                </a:lnTo>
                <a:close/>
              </a:path>
              <a:path w="4495165" h="1525904">
                <a:moveTo>
                  <a:pt x="2961271" y="1158836"/>
                </a:moveTo>
                <a:lnTo>
                  <a:pt x="2916047" y="1158836"/>
                </a:lnTo>
                <a:lnTo>
                  <a:pt x="2916047" y="1522780"/>
                </a:lnTo>
                <a:lnTo>
                  <a:pt x="2961271" y="1522780"/>
                </a:lnTo>
                <a:lnTo>
                  <a:pt x="2961271" y="1158836"/>
                </a:lnTo>
                <a:close/>
              </a:path>
              <a:path w="4495165" h="1525904">
                <a:moveTo>
                  <a:pt x="3170644" y="12420"/>
                </a:moveTo>
                <a:lnTo>
                  <a:pt x="3021622" y="12420"/>
                </a:lnTo>
                <a:lnTo>
                  <a:pt x="3021622" y="966152"/>
                </a:lnTo>
                <a:lnTo>
                  <a:pt x="3170644" y="966152"/>
                </a:lnTo>
                <a:lnTo>
                  <a:pt x="3170644" y="12420"/>
                </a:lnTo>
                <a:close/>
              </a:path>
              <a:path w="4495165" h="1525904">
                <a:moveTo>
                  <a:pt x="3488461" y="1158836"/>
                </a:moveTo>
                <a:lnTo>
                  <a:pt x="3207194" y="1158836"/>
                </a:lnTo>
                <a:lnTo>
                  <a:pt x="3207194" y="1200746"/>
                </a:lnTo>
                <a:lnTo>
                  <a:pt x="3325203" y="1200746"/>
                </a:lnTo>
                <a:lnTo>
                  <a:pt x="3325203" y="1523326"/>
                </a:lnTo>
                <a:lnTo>
                  <a:pt x="3370453" y="1523326"/>
                </a:lnTo>
                <a:lnTo>
                  <a:pt x="3370453" y="1200746"/>
                </a:lnTo>
                <a:lnTo>
                  <a:pt x="3488461" y="1200746"/>
                </a:lnTo>
                <a:lnTo>
                  <a:pt x="3488461" y="1158836"/>
                </a:lnTo>
                <a:close/>
              </a:path>
              <a:path w="4495165" h="1525904">
                <a:moveTo>
                  <a:pt x="3983431" y="1522780"/>
                </a:moveTo>
                <a:lnTo>
                  <a:pt x="3946093" y="1424520"/>
                </a:lnTo>
                <a:lnTo>
                  <a:pt x="3930485" y="1383449"/>
                </a:lnTo>
                <a:lnTo>
                  <a:pt x="3883075" y="1258697"/>
                </a:lnTo>
                <a:lnTo>
                  <a:pt x="3883075" y="1383449"/>
                </a:lnTo>
                <a:lnTo>
                  <a:pt x="3751542" y="1383449"/>
                </a:lnTo>
                <a:lnTo>
                  <a:pt x="3817048" y="1208227"/>
                </a:lnTo>
                <a:lnTo>
                  <a:pt x="3883075" y="1383449"/>
                </a:lnTo>
                <a:lnTo>
                  <a:pt x="3883075" y="1258697"/>
                </a:lnTo>
                <a:lnTo>
                  <a:pt x="3863898" y="1208227"/>
                </a:lnTo>
                <a:lnTo>
                  <a:pt x="3845128" y="1158849"/>
                </a:lnTo>
                <a:lnTo>
                  <a:pt x="3791572" y="1158849"/>
                </a:lnTo>
                <a:lnTo>
                  <a:pt x="3652761" y="1522780"/>
                </a:lnTo>
                <a:lnTo>
                  <a:pt x="3699548" y="1522780"/>
                </a:lnTo>
                <a:lnTo>
                  <a:pt x="3738029" y="1424520"/>
                </a:lnTo>
                <a:lnTo>
                  <a:pt x="3896588" y="1424520"/>
                </a:lnTo>
                <a:lnTo>
                  <a:pt x="3935069" y="1522780"/>
                </a:lnTo>
                <a:lnTo>
                  <a:pt x="3983431" y="1522780"/>
                </a:lnTo>
                <a:close/>
              </a:path>
              <a:path w="4495165" h="1525904">
                <a:moveTo>
                  <a:pt x="4433138" y="1480870"/>
                </a:moveTo>
                <a:lnTo>
                  <a:pt x="4267276" y="1480870"/>
                </a:lnTo>
                <a:lnTo>
                  <a:pt x="4267276" y="1158290"/>
                </a:lnTo>
                <a:lnTo>
                  <a:pt x="4222051" y="1158290"/>
                </a:lnTo>
                <a:lnTo>
                  <a:pt x="4222051" y="1480870"/>
                </a:lnTo>
                <a:lnTo>
                  <a:pt x="4222051" y="1522780"/>
                </a:lnTo>
                <a:lnTo>
                  <a:pt x="4433138" y="1522780"/>
                </a:lnTo>
                <a:lnTo>
                  <a:pt x="4433138" y="1480870"/>
                </a:lnTo>
                <a:close/>
              </a:path>
              <a:path w="4495165" h="1525904">
                <a:moveTo>
                  <a:pt x="4494847" y="489292"/>
                </a:moveTo>
                <a:lnTo>
                  <a:pt x="4492307" y="437197"/>
                </a:lnTo>
                <a:lnTo>
                  <a:pt x="4484738" y="386778"/>
                </a:lnTo>
                <a:lnTo>
                  <a:pt x="4472267" y="338289"/>
                </a:lnTo>
                <a:lnTo>
                  <a:pt x="4455020" y="292011"/>
                </a:lnTo>
                <a:lnTo>
                  <a:pt x="4433113" y="248221"/>
                </a:lnTo>
                <a:lnTo>
                  <a:pt x="4406671" y="207187"/>
                </a:lnTo>
                <a:lnTo>
                  <a:pt x="4375797" y="169176"/>
                </a:lnTo>
                <a:lnTo>
                  <a:pt x="4357306" y="150926"/>
                </a:lnTo>
                <a:lnTo>
                  <a:pt x="4341698" y="135521"/>
                </a:lnTo>
                <a:lnTo>
                  <a:pt x="4341698" y="489292"/>
                </a:lnTo>
                <a:lnTo>
                  <a:pt x="4338663" y="537616"/>
                </a:lnTo>
                <a:lnTo>
                  <a:pt x="4329646" y="583184"/>
                </a:lnTo>
                <a:lnTo>
                  <a:pt x="4314761" y="625754"/>
                </a:lnTo>
                <a:lnTo>
                  <a:pt x="4294111" y="665073"/>
                </a:lnTo>
                <a:lnTo>
                  <a:pt x="4267809" y="700887"/>
                </a:lnTo>
                <a:lnTo>
                  <a:pt x="4235958" y="732955"/>
                </a:lnTo>
                <a:lnTo>
                  <a:pt x="4197947" y="761492"/>
                </a:lnTo>
                <a:lnTo>
                  <a:pt x="4155338" y="785063"/>
                </a:lnTo>
                <a:lnTo>
                  <a:pt x="4108437" y="803567"/>
                </a:lnTo>
                <a:lnTo>
                  <a:pt x="4057561" y="816902"/>
                </a:lnTo>
                <a:lnTo>
                  <a:pt x="4002989" y="824979"/>
                </a:lnTo>
                <a:lnTo>
                  <a:pt x="3945039" y="827697"/>
                </a:lnTo>
                <a:lnTo>
                  <a:pt x="3887089" y="824979"/>
                </a:lnTo>
                <a:lnTo>
                  <a:pt x="3832517" y="816902"/>
                </a:lnTo>
                <a:lnTo>
                  <a:pt x="3781628" y="803567"/>
                </a:lnTo>
                <a:lnTo>
                  <a:pt x="3734739" y="785063"/>
                </a:lnTo>
                <a:lnTo>
                  <a:pt x="3692131" y="761492"/>
                </a:lnTo>
                <a:lnTo>
                  <a:pt x="3654120" y="732955"/>
                </a:lnTo>
                <a:lnTo>
                  <a:pt x="3622268" y="700887"/>
                </a:lnTo>
                <a:lnTo>
                  <a:pt x="3595967" y="665073"/>
                </a:lnTo>
                <a:lnTo>
                  <a:pt x="3575316" y="625754"/>
                </a:lnTo>
                <a:lnTo>
                  <a:pt x="3560432" y="583184"/>
                </a:lnTo>
                <a:lnTo>
                  <a:pt x="3551415" y="537616"/>
                </a:lnTo>
                <a:lnTo>
                  <a:pt x="3548392" y="489292"/>
                </a:lnTo>
                <a:lnTo>
                  <a:pt x="3551415" y="440994"/>
                </a:lnTo>
                <a:lnTo>
                  <a:pt x="3560432" y="395427"/>
                </a:lnTo>
                <a:lnTo>
                  <a:pt x="3575316" y="352856"/>
                </a:lnTo>
                <a:lnTo>
                  <a:pt x="3595967" y="313537"/>
                </a:lnTo>
                <a:lnTo>
                  <a:pt x="3622268" y="277723"/>
                </a:lnTo>
                <a:lnTo>
                  <a:pt x="3654120" y="245668"/>
                </a:lnTo>
                <a:lnTo>
                  <a:pt x="3692131" y="217131"/>
                </a:lnTo>
                <a:lnTo>
                  <a:pt x="3734739" y="193573"/>
                </a:lnTo>
                <a:lnTo>
                  <a:pt x="3781628" y="175069"/>
                </a:lnTo>
                <a:lnTo>
                  <a:pt x="3832517" y="161721"/>
                </a:lnTo>
                <a:lnTo>
                  <a:pt x="3887089" y="153644"/>
                </a:lnTo>
                <a:lnTo>
                  <a:pt x="3945039" y="150926"/>
                </a:lnTo>
                <a:lnTo>
                  <a:pt x="4002989" y="153644"/>
                </a:lnTo>
                <a:lnTo>
                  <a:pt x="4057561" y="161721"/>
                </a:lnTo>
                <a:lnTo>
                  <a:pt x="4108437" y="175069"/>
                </a:lnTo>
                <a:lnTo>
                  <a:pt x="4155338" y="193573"/>
                </a:lnTo>
                <a:lnTo>
                  <a:pt x="4197947" y="217131"/>
                </a:lnTo>
                <a:lnTo>
                  <a:pt x="4235958" y="245668"/>
                </a:lnTo>
                <a:lnTo>
                  <a:pt x="4267809" y="277723"/>
                </a:lnTo>
                <a:lnTo>
                  <a:pt x="4294111" y="313537"/>
                </a:lnTo>
                <a:lnTo>
                  <a:pt x="4314761" y="352856"/>
                </a:lnTo>
                <a:lnTo>
                  <a:pt x="4329646" y="395427"/>
                </a:lnTo>
                <a:lnTo>
                  <a:pt x="4338663" y="440994"/>
                </a:lnTo>
                <a:lnTo>
                  <a:pt x="4341698" y="489292"/>
                </a:lnTo>
                <a:lnTo>
                  <a:pt x="4341698" y="135521"/>
                </a:lnTo>
                <a:lnTo>
                  <a:pt x="4306087" y="106692"/>
                </a:lnTo>
                <a:lnTo>
                  <a:pt x="4268914" y="82029"/>
                </a:lnTo>
                <a:lnTo>
                  <a:pt x="4229214" y="60515"/>
                </a:lnTo>
                <a:lnTo>
                  <a:pt x="4187126" y="42202"/>
                </a:lnTo>
                <a:lnTo>
                  <a:pt x="4142765" y="27127"/>
                </a:lnTo>
                <a:lnTo>
                  <a:pt x="4096258" y="15316"/>
                </a:lnTo>
                <a:lnTo>
                  <a:pt x="4047718" y="6832"/>
                </a:lnTo>
                <a:lnTo>
                  <a:pt x="3997274" y="1714"/>
                </a:lnTo>
                <a:lnTo>
                  <a:pt x="3945039" y="0"/>
                </a:lnTo>
                <a:lnTo>
                  <a:pt x="3892804" y="1714"/>
                </a:lnTo>
                <a:lnTo>
                  <a:pt x="3842359" y="6832"/>
                </a:lnTo>
                <a:lnTo>
                  <a:pt x="3793820" y="15316"/>
                </a:lnTo>
                <a:lnTo>
                  <a:pt x="3747312" y="27127"/>
                </a:lnTo>
                <a:lnTo>
                  <a:pt x="3702951" y="42202"/>
                </a:lnTo>
                <a:lnTo>
                  <a:pt x="3660864" y="60515"/>
                </a:lnTo>
                <a:lnTo>
                  <a:pt x="3621176" y="82029"/>
                </a:lnTo>
                <a:lnTo>
                  <a:pt x="3583990" y="106692"/>
                </a:lnTo>
                <a:lnTo>
                  <a:pt x="3549459" y="134467"/>
                </a:lnTo>
                <a:lnTo>
                  <a:pt x="3514280" y="169176"/>
                </a:lnTo>
                <a:lnTo>
                  <a:pt x="3483406" y="207187"/>
                </a:lnTo>
                <a:lnTo>
                  <a:pt x="3456952" y="248221"/>
                </a:lnTo>
                <a:lnTo>
                  <a:pt x="3435058" y="292011"/>
                </a:lnTo>
                <a:lnTo>
                  <a:pt x="3417811" y="338289"/>
                </a:lnTo>
                <a:lnTo>
                  <a:pt x="3405352" y="386778"/>
                </a:lnTo>
                <a:lnTo>
                  <a:pt x="3397783" y="437197"/>
                </a:lnTo>
                <a:lnTo>
                  <a:pt x="3395243" y="489292"/>
                </a:lnTo>
                <a:lnTo>
                  <a:pt x="3397783" y="541401"/>
                </a:lnTo>
                <a:lnTo>
                  <a:pt x="3405352" y="591832"/>
                </a:lnTo>
                <a:lnTo>
                  <a:pt x="3417811" y="640334"/>
                </a:lnTo>
                <a:lnTo>
                  <a:pt x="3435058" y="686600"/>
                </a:lnTo>
                <a:lnTo>
                  <a:pt x="3456952" y="730389"/>
                </a:lnTo>
                <a:lnTo>
                  <a:pt x="3483406" y="771423"/>
                </a:lnTo>
                <a:lnTo>
                  <a:pt x="3514280" y="809434"/>
                </a:lnTo>
                <a:lnTo>
                  <a:pt x="3549459" y="844130"/>
                </a:lnTo>
                <a:lnTo>
                  <a:pt x="3583990" y="871918"/>
                </a:lnTo>
                <a:lnTo>
                  <a:pt x="3621176" y="896594"/>
                </a:lnTo>
                <a:lnTo>
                  <a:pt x="3660864" y="918108"/>
                </a:lnTo>
                <a:lnTo>
                  <a:pt x="3702951" y="936421"/>
                </a:lnTo>
                <a:lnTo>
                  <a:pt x="3747312" y="951496"/>
                </a:lnTo>
                <a:lnTo>
                  <a:pt x="3793820" y="963295"/>
                </a:lnTo>
                <a:lnTo>
                  <a:pt x="3842359" y="971778"/>
                </a:lnTo>
                <a:lnTo>
                  <a:pt x="3892804" y="976896"/>
                </a:lnTo>
                <a:lnTo>
                  <a:pt x="3945039" y="978611"/>
                </a:lnTo>
                <a:lnTo>
                  <a:pt x="3997274" y="976896"/>
                </a:lnTo>
                <a:lnTo>
                  <a:pt x="4047718" y="971778"/>
                </a:lnTo>
                <a:lnTo>
                  <a:pt x="4096258" y="963295"/>
                </a:lnTo>
                <a:lnTo>
                  <a:pt x="4142765" y="951496"/>
                </a:lnTo>
                <a:lnTo>
                  <a:pt x="4187126" y="936421"/>
                </a:lnTo>
                <a:lnTo>
                  <a:pt x="4229214" y="918108"/>
                </a:lnTo>
                <a:lnTo>
                  <a:pt x="4268914" y="896594"/>
                </a:lnTo>
                <a:lnTo>
                  <a:pt x="4306087" y="871918"/>
                </a:lnTo>
                <a:lnTo>
                  <a:pt x="4340631" y="844130"/>
                </a:lnTo>
                <a:lnTo>
                  <a:pt x="4375797" y="809434"/>
                </a:lnTo>
                <a:lnTo>
                  <a:pt x="4406671" y="771423"/>
                </a:lnTo>
                <a:lnTo>
                  <a:pt x="4433113" y="730389"/>
                </a:lnTo>
                <a:lnTo>
                  <a:pt x="4455020" y="686600"/>
                </a:lnTo>
                <a:lnTo>
                  <a:pt x="4472267" y="640334"/>
                </a:lnTo>
                <a:lnTo>
                  <a:pt x="4484738" y="591832"/>
                </a:lnTo>
                <a:lnTo>
                  <a:pt x="4492307" y="541401"/>
                </a:lnTo>
                <a:lnTo>
                  <a:pt x="4494847" y="489292"/>
                </a:lnTo>
                <a:close/>
              </a:path>
            </a:pathLst>
          </a:custGeom>
          <a:solidFill>
            <a:schemeClr val="bg1"/>
          </a:solidFill>
        </p:spPr>
        <p:txBody>
          <a:bodyPr wrap="square" lIns="0" tIns="0" rIns="0" bIns="0" rtlCol="0"/>
          <a:lstStyle/>
          <a:p>
            <a:pPr defTabSz="554466"/>
            <a:endParaRPr sz="1092" kern="0">
              <a:solidFill>
                <a:sysClr val="windowText" lastClr="000000"/>
              </a:solidFill>
            </a:endParaRPr>
          </a:p>
        </p:txBody>
      </p:sp>
    </p:spTree>
    <p:extLst>
      <p:ext uri="{BB962C8B-B14F-4D97-AF65-F5344CB8AC3E}">
        <p14:creationId xmlns:p14="http://schemas.microsoft.com/office/powerpoint/2010/main" val="747701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6_Título | 1 linha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lnSpc>
                <a:spcPct val="100000"/>
              </a:lnSpc>
              <a:spcBef>
                <a:spcPts val="0"/>
              </a:spcBef>
              <a:buNone/>
              <a:defRPr sz="2800">
                <a:solidFill>
                  <a:schemeClr val="accent6"/>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5"/>
            <a:ext cx="11522075" cy="4359311"/>
          </a:xfrm>
          <a:prstGeom prst="rect">
            <a:avLst/>
          </a:prstGeom>
        </p:spPr>
        <p:txBody>
          <a:bodyPr lIns="0" tIns="0" rIns="0" bIns="0"/>
          <a:lstStyle>
            <a:lvl1pPr marL="0" indent="0">
              <a:lnSpc>
                <a:spcPct val="100000"/>
              </a:lnSpc>
              <a:spcBef>
                <a:spcPts val="0"/>
              </a:spcBef>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30115"/>
          </a:xfrm>
          <a:prstGeom prst="rect">
            <a:avLst/>
          </a:prstGeom>
        </p:spPr>
        <p:txBody>
          <a:bodyPr lIns="0" tIns="0" rIns="0" bIns="0"/>
          <a:lstStyle>
            <a:lvl1pPr marL="0" indent="0">
              <a:lnSpc>
                <a:spcPct val="100000"/>
              </a:lnSpc>
              <a:spcBef>
                <a:spcPts val="0"/>
              </a:spcBef>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EFD7F938-B824-C27B-BEB2-95E90F5FFDD4}"/>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092">
              <a:solidFill>
                <a:schemeClr val="accent6"/>
              </a:solidFill>
            </a:endParaRPr>
          </a:p>
        </p:txBody>
      </p:sp>
      <p:cxnSp>
        <p:nvCxnSpPr>
          <p:cNvPr id="10" name="Straight Connector 9">
            <a:extLst>
              <a:ext uri="{FF2B5EF4-FFF2-40B4-BE49-F238E27FC236}">
                <a16:creationId xmlns:a16="http://schemas.microsoft.com/office/drawing/2014/main" id="{B819F04F-8ABD-ABFC-2381-D3C3D7CF30AF}"/>
              </a:ext>
            </a:extLst>
          </p:cNvPr>
          <p:cNvCxnSpPr/>
          <p:nvPr userDrawn="1"/>
        </p:nvCxnSpPr>
        <p:spPr>
          <a:xfrm>
            <a:off x="0" y="6699502"/>
            <a:ext cx="12192000" cy="0"/>
          </a:xfrm>
          <a:prstGeom prst="line">
            <a:avLst/>
          </a:prstGeom>
          <a:ln>
            <a:gradFill>
              <a:gsLst>
                <a:gs pos="0">
                  <a:schemeClr val="accent1"/>
                </a:gs>
                <a:gs pos="50000">
                  <a:srgbClr val="AAE4C0"/>
                </a:gs>
                <a:gs pos="100000">
                  <a:schemeClr val="accent2">
                    <a:alpha val="0"/>
                  </a:schemeClr>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FA29D40-8F86-4DCA-85E9-E401626339AF}"/>
              </a:ext>
            </a:extLst>
          </p:cNvPr>
          <p:cNvCxnSpPr>
            <a:cxnSpLocks/>
          </p:cNvCxnSpPr>
          <p:nvPr userDrawn="1"/>
        </p:nvCxnSpPr>
        <p:spPr>
          <a:xfrm flipH="1">
            <a:off x="0" y="6776531"/>
            <a:ext cx="12192000" cy="0"/>
          </a:xfrm>
          <a:prstGeom prst="line">
            <a:avLst/>
          </a:prstGeom>
          <a:ln>
            <a:gradFill>
              <a:gsLst>
                <a:gs pos="0">
                  <a:schemeClr val="accent3">
                    <a:lumMod val="50000"/>
                  </a:schemeClr>
                </a:gs>
                <a:gs pos="50000">
                  <a:schemeClr val="accent3">
                    <a:lumMod val="60000"/>
                    <a:lumOff val="40000"/>
                  </a:schemeClr>
                </a:gs>
                <a:gs pos="100000">
                  <a:schemeClr val="bg1"/>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04737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6_Título | 2 linhas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accent6"/>
                </a:solidFill>
              </a:defRPr>
            </a:lvl1pPr>
          </a:lstStyle>
          <a:p>
            <a:pPr lvl="0"/>
            <a:r>
              <a:rPr lang="en-US" err="1"/>
              <a:t>Título</a:t>
            </a:r>
            <a:endParaRPr lang="en-US"/>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34964" y="1949415"/>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A0F307EA-4C29-0128-C5F3-1EC020414CC8}"/>
              </a:ext>
            </a:extLst>
          </p:cNvPr>
          <p:cNvSpPr>
            <a:spLocks noGrp="1"/>
          </p:cNvSpPr>
          <p:nvPr>
            <p:ph type="body" sz="quarter" idx="17"/>
          </p:nvPr>
        </p:nvSpPr>
        <p:spPr>
          <a:xfrm>
            <a:off x="6208641" y="1949415"/>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FC74B37E-4911-072A-7204-9C9ACA9A1C80}"/>
              </a:ext>
            </a:extLst>
          </p:cNvPr>
          <p:cNvSpPr>
            <a:spLocks noGrp="1"/>
          </p:cNvSpPr>
          <p:nvPr>
            <p:ph type="body" sz="quarter" idx="18"/>
          </p:nvPr>
        </p:nvSpPr>
        <p:spPr>
          <a:xfrm>
            <a:off x="334964" y="1518528"/>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8">
            <a:extLst>
              <a:ext uri="{FF2B5EF4-FFF2-40B4-BE49-F238E27FC236}">
                <a16:creationId xmlns:a16="http://schemas.microsoft.com/office/drawing/2014/main" id="{75ABF0D0-FF53-6AFF-585A-B5197E38DF03}"/>
              </a:ext>
            </a:extLst>
          </p:cNvPr>
          <p:cNvSpPr>
            <a:spLocks noGrp="1"/>
          </p:cNvSpPr>
          <p:nvPr>
            <p:ph type="body" sz="quarter" idx="19"/>
          </p:nvPr>
        </p:nvSpPr>
        <p:spPr>
          <a:xfrm>
            <a:off x="6208641" y="1518528"/>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D2821058-F589-1511-1D91-0F05271A6C82}"/>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092">
              <a:solidFill>
                <a:schemeClr val="accent6"/>
              </a:solidFill>
            </a:endParaRPr>
          </a:p>
        </p:txBody>
      </p:sp>
      <p:cxnSp>
        <p:nvCxnSpPr>
          <p:cNvPr id="3" name="Straight Connector 2">
            <a:extLst>
              <a:ext uri="{FF2B5EF4-FFF2-40B4-BE49-F238E27FC236}">
                <a16:creationId xmlns:a16="http://schemas.microsoft.com/office/drawing/2014/main" id="{5A0A33CF-3720-1012-F597-F4ECE825DFE9}"/>
              </a:ext>
            </a:extLst>
          </p:cNvPr>
          <p:cNvCxnSpPr/>
          <p:nvPr userDrawn="1"/>
        </p:nvCxnSpPr>
        <p:spPr>
          <a:xfrm>
            <a:off x="334964"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2127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77">
          <p15:clr>
            <a:srgbClr val="FBAE40"/>
          </p15:clr>
        </p15:guide>
        <p15:guide id="7" orient="horz" pos="935">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6_Título | Box superior - Branco ">
    <p:bg>
      <p:bgPr>
        <a:solidFill>
          <a:schemeClr val="bg1"/>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tx1">
                    <a:lumMod val="95000"/>
                    <a:lumOff val="5000"/>
                  </a:schemeClr>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lumMod val="95000"/>
                    <a:lumOff val="5000"/>
                  </a:schemeClr>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solidFill>
                <a:schemeClr val="accent2"/>
              </a:solidFill>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8" y="1045525"/>
            <a:ext cx="5421301" cy="156104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5" y="1045525"/>
            <a:ext cx="5420023" cy="158838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8" y="3021652"/>
            <a:ext cx="5296913"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2"/>
            <a:ext cx="5421332"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4931296C-3A93-5F16-2D9A-EB313B015B3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092">
              <a:solidFill>
                <a:schemeClr val="tx1">
                  <a:lumMod val="95000"/>
                  <a:lumOff val="5000"/>
                </a:schemeClr>
              </a:solidFill>
            </a:endParaRPr>
          </a:p>
        </p:txBody>
      </p:sp>
      <p:cxnSp>
        <p:nvCxnSpPr>
          <p:cNvPr id="3" name="Straight Connector 2">
            <a:extLst>
              <a:ext uri="{FF2B5EF4-FFF2-40B4-BE49-F238E27FC236}">
                <a16:creationId xmlns:a16="http://schemas.microsoft.com/office/drawing/2014/main" id="{09B6F29F-DF18-9050-9EF6-AF47C4A796AC}"/>
              </a:ext>
            </a:extLst>
          </p:cNvPr>
          <p:cNvCxnSpPr/>
          <p:nvPr userDrawn="1"/>
        </p:nvCxnSpPr>
        <p:spPr>
          <a:xfrm>
            <a:off x="334964"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10510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6_Título | Box lateral - Branco ">
    <p:bg>
      <p:bgPr>
        <a:solidFill>
          <a:schemeClr val="bg1"/>
        </a:soli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solidFill>
                <a:schemeClr val="bg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5085057"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7" y="1751285"/>
            <a:ext cx="4369353" cy="156104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7" y="1484313"/>
            <a:ext cx="6077927" cy="4458722"/>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1" y="1482784"/>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1" y="3580828"/>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8EB1F7D-EB42-B4A5-4EBA-55B2FE1DF06F}"/>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sz="1092">
              <a:solidFill>
                <a:schemeClr val="accent4"/>
              </a:solidFill>
            </a:endParaRPr>
          </a:p>
        </p:txBody>
      </p:sp>
    </p:spTree>
    <p:extLst>
      <p:ext uri="{BB962C8B-B14F-4D97-AF65-F5344CB8AC3E}">
        <p14:creationId xmlns:p14="http://schemas.microsoft.com/office/powerpoint/2010/main" val="34064498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4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4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1191198652"/>
      </p:ext>
    </p:extLst>
  </p:cSld>
  <p:clrMapOvr>
    <a:masterClrMapping/>
  </p:clrMapOvr>
  <p:extLst>
    <p:ext uri="{DCECCB84-F9BA-43D5-87BE-67443E8EF086}">
      <p15:sldGuideLst xmlns:p15="http://schemas.microsoft.com/office/powerpoint/2012/main">
        <p15:guide id="1" pos="12319">
          <p15:clr>
            <a:srgbClr val="FBAE40"/>
          </p15:clr>
        </p15:guide>
        <p15:guide id="4" pos="345">
          <p15:clr>
            <a:srgbClr val="FBAE40"/>
          </p15:clr>
        </p15:guide>
        <p15:guide id="5" orient="horz" pos="6919">
          <p15:clr>
            <a:srgbClr val="FBAE40"/>
          </p15:clr>
        </p15:guide>
        <p15:guide id="6" orient="horz" pos="840">
          <p15:clr>
            <a:srgbClr val="FBAE40"/>
          </p15:clr>
        </p15:guide>
        <p15:guide id="7" orient="horz" pos="935">
          <p15:clr>
            <a:srgbClr val="FBAE40"/>
          </p15:clr>
        </p15:guide>
        <p15:guide id="8" orient="horz" pos="6714">
          <p15:clr>
            <a:srgbClr val="FBAE40"/>
          </p15:clr>
        </p15:guide>
        <p15:guide id="9" orient="horz" pos="1022">
          <p15:clr>
            <a:srgbClr val="FBAE40"/>
          </p15:clr>
        </p15:guide>
        <p15:guide id="10" orient="horz" pos="183">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1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5752AA87-E9EF-F9C3-D180-0D695337BC25}"/>
              </a:ext>
            </a:extLst>
          </p:cNvPr>
          <p:cNvGrpSpPr/>
          <p:nvPr userDrawn="1"/>
        </p:nvGrpSpPr>
        <p:grpSpPr>
          <a:xfrm flipV="1">
            <a:off x="12099285" y="0"/>
            <a:ext cx="91438" cy="1832748"/>
            <a:chOff x="120125" y="5025253"/>
            <a:chExt cx="91438" cy="1832748"/>
          </a:xfrm>
        </p:grpSpPr>
        <p:sp>
          <p:nvSpPr>
            <p:cNvPr id="8" name="Rectangle 7">
              <a:extLst>
                <a:ext uri="{FF2B5EF4-FFF2-40B4-BE49-F238E27FC236}">
                  <a16:creationId xmlns:a16="http://schemas.microsoft.com/office/drawing/2014/main" id="{7E05AB66-66BE-D764-AEA7-119CD2ED8298}"/>
                </a:ext>
              </a:extLst>
            </p:cNvPr>
            <p:cNvSpPr/>
            <p:nvPr userDrawn="1"/>
          </p:nvSpPr>
          <p:spPr>
            <a:xfrm rot="16200000" flipV="1">
              <a:off x="-773389" y="5918767"/>
              <a:ext cx="1832748" cy="45719"/>
            </a:xfrm>
            <a:prstGeom prst="rect">
              <a:avLst/>
            </a:prstGeom>
            <a:gradFill>
              <a:gsLst>
                <a:gs pos="0">
                  <a:schemeClr val="accent3">
                    <a:lumMod val="50000"/>
                  </a:schemeClr>
                </a:gs>
                <a:gs pos="50000">
                  <a:schemeClr val="accent3">
                    <a:lumMod val="60000"/>
                    <a:lumOff val="40000"/>
                  </a:schemeClr>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p>
          </p:txBody>
        </p:sp>
        <p:sp>
          <p:nvSpPr>
            <p:cNvPr id="9" name="Rectangle 8">
              <a:extLst>
                <a:ext uri="{FF2B5EF4-FFF2-40B4-BE49-F238E27FC236}">
                  <a16:creationId xmlns:a16="http://schemas.microsoft.com/office/drawing/2014/main" id="{25A8B063-3DCC-1280-CEC3-7512BA9DF746}"/>
                </a:ext>
              </a:extLst>
            </p:cNvPr>
            <p:cNvSpPr/>
            <p:nvPr userDrawn="1"/>
          </p:nvSpPr>
          <p:spPr>
            <a:xfrm rot="16200000" flipV="1">
              <a:off x="-727670" y="5918767"/>
              <a:ext cx="1832748" cy="45719"/>
            </a:xfrm>
            <a:prstGeom prst="rect">
              <a:avLst/>
            </a:prstGeom>
            <a:gradFill>
              <a:gsLst>
                <a:gs pos="0">
                  <a:schemeClr val="accent1"/>
                </a:gs>
                <a:gs pos="50000">
                  <a:schemeClr val="accent2"/>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p>
          </p:txBody>
        </p:sp>
      </p:grpSp>
    </p:spTree>
    <p:extLst>
      <p:ext uri="{BB962C8B-B14F-4D97-AF65-F5344CB8AC3E}">
        <p14:creationId xmlns:p14="http://schemas.microsoft.com/office/powerpoint/2010/main" val="339022250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5_Título | 1 linha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40366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5_Título | 6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8116637" y="3993674"/>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ECAC4E8C-2B3F-574D-C955-1EBD6FD7CDE9}"/>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180814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5_Título | 5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D3A3FCC3-EBF1-0B54-4092-43FDDED92531}"/>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16932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4_Título | 4 Boxe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4776078"/>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4176D65B-577B-DA97-A4AE-85E5C579A955}"/>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906476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Título | 2 linhas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334964"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6208641"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334964"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6208641"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509A8969-4CCE-CE82-D2FB-901A726879C5}"/>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878924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4_Título | Box superior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8" y="1045525"/>
            <a:ext cx="5421301"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5" y="1045525"/>
            <a:ext cx="542002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8" y="3021652"/>
            <a:ext cx="5296913"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2"/>
            <a:ext cx="5421332"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904FAD7-D1D8-06F3-6189-A8707EDC8E87}"/>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084710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4_Título | Box lateral - High Yield">
    <p:bg>
      <p:bgPr>
        <a:gradFill>
          <a:gsLst>
            <a:gs pos="81000">
              <a:schemeClr val="tx1">
                <a:lumMod val="85000"/>
                <a:lumOff val="15000"/>
              </a:schemeClr>
            </a:gs>
            <a:gs pos="100000">
              <a:schemeClr val="tx1">
                <a:lumMod val="95000"/>
                <a:lumOff val="5000"/>
              </a:schemeClr>
            </a:gs>
            <a:gs pos="0">
              <a:schemeClr val="accent5"/>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5085057" cy="430887"/>
          </a:xfrm>
          <a:prstGeom prst="rect">
            <a:avLst/>
          </a:prstGeom>
        </p:spPr>
        <p:txBody>
          <a:bodyPr lIns="0" tIns="0" rIns="0" bIns="0"/>
          <a:lstStyle>
            <a:lvl1pPr marL="0" indent="0">
              <a:buNone/>
              <a:defRPr sz="2800">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accent3"/>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7" y="1751285"/>
            <a:ext cx="4369353"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7" y="1484313"/>
            <a:ext cx="6077927" cy="4458722"/>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1" y="1482784"/>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1" y="3580828"/>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Tree>
    <p:extLst>
      <p:ext uri="{BB962C8B-B14F-4D97-AF65-F5344CB8AC3E}">
        <p14:creationId xmlns:p14="http://schemas.microsoft.com/office/powerpoint/2010/main" val="406262581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4_Título | 1 linha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1FA1EDF-496D-FC00-C47D-BE89A3B7157A}"/>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060750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_Título | 6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8116637" y="3993674"/>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58F86B63-CC31-1EAA-F721-707EF550B32A}"/>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64675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4_Título | 5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31984F0D-6B5E-38C9-C788-1C5ADE9D6048}"/>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805561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4_Título | 4 Boxe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4776078"/>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4776079"/>
          </a:xfrm>
          <a:prstGeom prst="rect">
            <a:avLst/>
          </a:prstGeom>
          <a:ln>
            <a:solidFill>
              <a:schemeClr val="bg1"/>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15ABCE8D-7E28-9176-5F42-ED60E4527C5E}"/>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416164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4_Título | 2 linhas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334964"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6208641" y="1949414"/>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334964"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6208641" y="1518528"/>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B199F5B5-BC6B-B426-BC59-B48B46CF1637}"/>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188205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4_Título | Box superior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8" y="1045525"/>
            <a:ext cx="5421301"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5" y="1045525"/>
            <a:ext cx="542002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8" y="3021652"/>
            <a:ext cx="5296913"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2"/>
            <a:ext cx="5421332"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E9E5CEC1-15EA-7E91-EAE8-795FFF71F653}"/>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69142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4_Título | Box lateral - High Grade">
    <p:bg>
      <p:bgPr>
        <a:gradFill>
          <a:gsLst>
            <a:gs pos="81000">
              <a:schemeClr val="tx1">
                <a:lumMod val="85000"/>
                <a:lumOff val="15000"/>
              </a:schemeClr>
            </a:gs>
            <a:gs pos="100000">
              <a:schemeClr val="tx1">
                <a:lumMod val="95000"/>
                <a:lumOff val="5000"/>
              </a:schemeClr>
            </a:gs>
            <a:gs pos="0">
              <a:schemeClr val="accent1"/>
            </a:gs>
          </a:gsLst>
          <a:lin ang="7200000" scaled="0"/>
        </a:gradFill>
        <a:effectLst/>
      </p:bgPr>
    </p:bg>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92">
              <a:solidFill>
                <a:schemeClr val="tx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5085057" cy="430887"/>
          </a:xfrm>
          <a:prstGeom prst="rect">
            <a:avLst/>
          </a:prstGeom>
        </p:spPr>
        <p:txBody>
          <a:bodyPr lIns="0" tIns="0" rIns="0" bIns="0"/>
          <a:lstStyle>
            <a:lvl1pPr marL="0" indent="0">
              <a:buNone/>
              <a:defRPr sz="2800">
                <a:solidFill>
                  <a:schemeClr val="tx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accent3"/>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7" y="1751285"/>
            <a:ext cx="4369353"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7" y="1484313"/>
            <a:ext cx="6077927" cy="4458722"/>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1" y="1482784"/>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1" y="3580828"/>
            <a:ext cx="14577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20B58C1-6F30-634A-58EB-8F0407027A11}"/>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spTree>
    <p:extLst>
      <p:ext uri="{BB962C8B-B14F-4D97-AF65-F5344CB8AC3E}">
        <p14:creationId xmlns:p14="http://schemas.microsoft.com/office/powerpoint/2010/main" val="3464596771"/>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4_Título | 1 linha - Escuro">
    <p:bg>
      <p:bgPr>
        <a:solidFill>
          <a:schemeClr val="tx2"/>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accent2"/>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4"/>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accent2"/>
              </a:solidFill>
            </a:endParaRPr>
          </a:p>
        </p:txBody>
      </p:sp>
    </p:spTree>
    <p:extLst>
      <p:ext uri="{BB962C8B-B14F-4D97-AF65-F5344CB8AC3E}">
        <p14:creationId xmlns:p14="http://schemas.microsoft.com/office/powerpoint/2010/main" val="395140449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20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object 5">
            <a:extLst>
              <a:ext uri="{FF2B5EF4-FFF2-40B4-BE49-F238E27FC236}">
                <a16:creationId xmlns:a16="http://schemas.microsoft.com/office/drawing/2014/main" id="{6BE3BE47-1A4F-1F57-925B-0AD426F278E9}"/>
              </a:ext>
            </a:extLst>
          </p:cNvPr>
          <p:cNvSpPr/>
          <p:nvPr userDrawn="1"/>
        </p:nvSpPr>
        <p:spPr>
          <a:xfrm flipV="1">
            <a:off x="334962" y="6294309"/>
            <a:ext cx="10183814" cy="25642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marL="0" marR="0" lvl="0" indent="0" algn="l" defTabSz="554466"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ysClr val="windowText" lastClr="000000"/>
              </a:solidFill>
              <a:effectLst/>
              <a:uLnTx/>
              <a:uFillTx/>
              <a:latin typeface="Arial"/>
              <a:cs typeface="Arial"/>
              <a:sym typeface="Arial"/>
            </a:endParaRPr>
          </a:p>
        </p:txBody>
      </p:sp>
    </p:spTree>
    <p:extLst>
      <p:ext uri="{BB962C8B-B14F-4D97-AF65-F5344CB8AC3E}">
        <p14:creationId xmlns:p14="http://schemas.microsoft.com/office/powerpoint/2010/main" val="427070895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9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6C6735-2EA6-4401-8EF0-95EE6C287F44}"/>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196847321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33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4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2325548621"/>
      </p:ext>
    </p:extLst>
  </p:cSld>
  <p:clrMapOvr>
    <a:masterClrMapping/>
  </p:clrMapOvr>
  <p:extLst>
    <p:ext uri="{DCECCB84-F9BA-43D5-87BE-67443E8EF086}">
      <p15:sldGuideLst xmlns:p15="http://schemas.microsoft.com/office/powerpoint/2012/main">
        <p15:guide id="1" pos="12319">
          <p15:clr>
            <a:srgbClr val="FBAE40"/>
          </p15:clr>
        </p15:guide>
        <p15:guide id="4" pos="189">
          <p15:clr>
            <a:srgbClr val="FBAE40"/>
          </p15:clr>
        </p15:guide>
        <p15:guide id="5" orient="horz" pos="6919">
          <p15:clr>
            <a:srgbClr val="FBAE40"/>
          </p15:clr>
        </p15:guide>
        <p15:guide id="6" orient="horz" pos="572">
          <p15:clr>
            <a:srgbClr val="FBAE40"/>
          </p15:clr>
        </p15:guide>
        <p15:guide id="7" orient="horz" pos="640">
          <p15:clr>
            <a:srgbClr val="FBAE40"/>
          </p15:clr>
        </p15:guide>
        <p15:guide id="8" orient="horz" pos="6714">
          <p15:clr>
            <a:srgbClr val="FBAE40"/>
          </p15:clr>
        </p15:guide>
        <p15:guide id="9" orient="horz" pos="504">
          <p15:clr>
            <a:srgbClr val="FBAE40"/>
          </p15:clr>
        </p15:guide>
        <p15:guide id="10" pos="7469">
          <p15:clr>
            <a:srgbClr val="FBAE40"/>
          </p15:clr>
        </p15:guide>
        <p15:guide id="11" orient="horz" pos="96">
          <p15:clr>
            <a:srgbClr val="FBAE40"/>
          </p15:clr>
        </p15:guide>
        <p15:guide id="12" orient="horz" pos="4201">
          <p15:clr>
            <a:srgbClr val="FBAE40"/>
          </p15:clr>
        </p15:guide>
        <p15:guide id="13" orient="horz" pos="4065">
          <p15:clr>
            <a:srgbClr val="FBAE40"/>
          </p15:clr>
        </p15:guide>
        <p15:guide id="14" orient="horz" pos="232">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28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buNone/>
              <a:defRPr sz="24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1092">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4" y="185353"/>
            <a:ext cx="10415415"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2334162764"/>
      </p:ext>
    </p:extLst>
  </p:cSld>
  <p:clrMapOvr>
    <a:masterClrMapping/>
  </p:clrMapOvr>
  <p:extLst>
    <p:ext uri="{DCECCB84-F9BA-43D5-87BE-67443E8EF086}">
      <p15:sldGuideLst xmlns:p15="http://schemas.microsoft.com/office/powerpoint/2012/main">
        <p15:guide id="1" pos="12319">
          <p15:clr>
            <a:srgbClr val="FBAE40"/>
          </p15:clr>
        </p15:guide>
        <p15:guide id="4" pos="211">
          <p15:clr>
            <a:srgbClr val="FBAE40"/>
          </p15:clr>
        </p15:guide>
        <p15:guide id="5" orient="horz" pos="6919">
          <p15:clr>
            <a:srgbClr val="FBAE40"/>
          </p15:clr>
        </p15:guide>
        <p15:guide id="6" orient="horz" pos="840">
          <p15:clr>
            <a:srgbClr val="FBAE40"/>
          </p15:clr>
        </p15:guide>
        <p15:guide id="7" orient="horz" pos="935">
          <p15:clr>
            <a:srgbClr val="FBAE40"/>
          </p15:clr>
        </p15:guide>
        <p15:guide id="8" orient="horz" pos="6714">
          <p15:clr>
            <a:srgbClr val="FBAE40"/>
          </p15:clr>
        </p15:guide>
        <p15:guide id="9" orient="horz" pos="1022">
          <p15:clr>
            <a:srgbClr val="FBAE40"/>
          </p15:clr>
        </p15:guide>
        <p15:guide id="10" orient="horz" pos="183">
          <p15:clr>
            <a:srgbClr val="FBAE40"/>
          </p15:clr>
        </p15:guide>
        <p15:guide id="11" pos="7469">
          <p15:clr>
            <a:srgbClr val="FBAE40"/>
          </p15:clr>
        </p15:guide>
        <p15:guide id="12" orient="horz" pos="4020">
          <p15:clr>
            <a:srgbClr val="FBAE40"/>
          </p15:clr>
        </p15:guide>
        <p15:guide id="13" orient="horz" pos="4065">
          <p15:clr>
            <a:srgbClr val="FBAE40"/>
          </p15:clr>
        </p15:guide>
        <p15:guide id="14" orient="horz" pos="4201">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23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1311423"/>
      </p:ext>
    </p:extLst>
  </p:cSld>
  <p:clrMapOvr>
    <a:masterClrMapping/>
  </p:clrMapOvr>
  <p:extLst>
    <p:ext uri="{DCECCB84-F9BA-43D5-87BE-67443E8EF086}">
      <p15:sldGuideLst xmlns:p15="http://schemas.microsoft.com/office/powerpoint/2012/main">
        <p15:guide id="1" pos="12319">
          <p15:clr>
            <a:srgbClr val="FBAE40"/>
          </p15:clr>
        </p15:guide>
        <p15:guide id="4" pos="370">
          <p15:clr>
            <a:srgbClr val="FBAE40"/>
          </p15:clr>
        </p15:guide>
        <p15:guide id="5" orient="horz" pos="6919">
          <p15:clr>
            <a:srgbClr val="FBAE40"/>
          </p15:clr>
        </p15:guide>
        <p15:guide id="7" orient="horz" pos="640">
          <p15:clr>
            <a:srgbClr val="FBAE40"/>
          </p15:clr>
        </p15:guide>
        <p15:guide id="8" orient="horz" pos="6714">
          <p15:clr>
            <a:srgbClr val="FBAE40"/>
          </p15:clr>
        </p15:guide>
        <p15:guide id="9" orient="horz" pos="504">
          <p15:clr>
            <a:srgbClr val="FBAE40"/>
          </p15:clr>
        </p15:guide>
        <p15:guide id="10" pos="7310">
          <p15:clr>
            <a:srgbClr val="FBAE40"/>
          </p15:clr>
        </p15:guide>
        <p15:guide id="11" orient="horz" pos="96">
          <p15:clr>
            <a:srgbClr val="FBAE40"/>
          </p15:clr>
        </p15:guide>
        <p15:guide id="12" orient="horz" pos="4224">
          <p15:clr>
            <a:srgbClr val="FBAE40"/>
          </p15:clr>
        </p15:guide>
        <p15:guide id="13" orient="horz" pos="4065">
          <p15:clr>
            <a:srgbClr val="FBAE40"/>
          </p15:clr>
        </p15:guide>
        <p15:guide id="14" orient="horz" pos="232">
          <p15:clr>
            <a:srgbClr val="FBAE40"/>
          </p15:clr>
        </p15:guide>
        <p15:guide id="15" orient="horz" pos="777">
          <p15:clr>
            <a:srgbClr val="FBAE40"/>
          </p15:clr>
        </p15:guide>
        <p15:guide id="16" orient="horz" pos="913">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1_Título | 1 linha - Black">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6C6735-2EA6-4401-8EF0-95EE6C287F44}"/>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137594789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640">
          <p15:clr>
            <a:srgbClr val="FBAE40"/>
          </p15:clr>
        </p15:guide>
        <p15:guide id="8" orient="horz" pos="504">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34_Título | 1 linha - Black">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6C6735-2EA6-4401-8EF0-95EE6C287F44}"/>
              </a:ext>
            </a:extLst>
          </p:cNvPr>
          <p:cNvCxnSpPr>
            <a:cxnSpLocks/>
          </p:cNvCxnSpPr>
          <p:nvPr userDrawn="1"/>
        </p:nvCxnSpPr>
        <p:spPr>
          <a:xfrm>
            <a:off x="334963" y="6573705"/>
            <a:ext cx="11094148" cy="0"/>
          </a:xfrm>
          <a:prstGeom prst="line">
            <a:avLst/>
          </a:prstGeom>
          <a:noFill/>
          <a:ln w="9525" cap="flat" cmpd="sng" algn="ctr">
            <a:solidFill>
              <a:schemeClr val="tx1">
                <a:lumMod val="75000"/>
                <a:lumOff val="25000"/>
              </a:schemeClr>
            </a:solidFill>
            <a:prstDash val="solid"/>
          </a:ln>
          <a:effectLst/>
        </p:spPr>
      </p:cxnSp>
    </p:spTree>
    <p:extLst>
      <p:ext uri="{BB962C8B-B14F-4D97-AF65-F5344CB8AC3E}">
        <p14:creationId xmlns:p14="http://schemas.microsoft.com/office/powerpoint/2010/main" val="393233978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640">
          <p15:clr>
            <a:srgbClr val="FBAE40"/>
          </p15:clr>
        </p15:guide>
        <p15:guide id="8" orient="horz" pos="504">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382541"/>
          </a:xfrm>
          <a:prstGeom prst="rect">
            <a:avLst/>
          </a:prstGeom>
        </p:spPr>
        <p:txBody>
          <a:bodyPr wrap="square" lIns="0" tIns="0" rIns="0" bIns="0">
            <a:spAutoFit/>
          </a:bodyPr>
          <a:lstStyle>
            <a:lvl1pPr>
              <a:defRPr sz="2486" b="1" i="0">
                <a:solidFill>
                  <a:schemeClr val="bg1"/>
                </a:solidFill>
                <a:latin typeface="Versos"/>
                <a:cs typeface="Versos"/>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5422442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tx1">
            <a:lumMod val="95000"/>
            <a:lumOff val="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71695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331388" y="524468"/>
            <a:ext cx="4193648" cy="382541"/>
          </a:xfrm>
        </p:spPr>
        <p:txBody>
          <a:bodyPr lIns="0" tIns="0" rIns="0" bIns="0"/>
          <a:lstStyle>
            <a:lvl1pPr>
              <a:defRPr sz="2486" b="1" i="0">
                <a:solidFill>
                  <a:schemeClr val="bg1"/>
                </a:solidFill>
                <a:latin typeface="Versos"/>
                <a:cs typeface="Versos"/>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2238120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331388" y="524468"/>
            <a:ext cx="4193648" cy="382541"/>
          </a:xfrm>
        </p:spPr>
        <p:txBody>
          <a:bodyPr lIns="0" tIns="0" rIns="0" bIns="0"/>
          <a:lstStyle>
            <a:lvl1pPr>
              <a:defRPr sz="2486" b="1" i="0">
                <a:solidFill>
                  <a:schemeClr val="bg1"/>
                </a:solidFill>
                <a:latin typeface="Versos"/>
                <a:cs typeface="Verso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12727484"/>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7920363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331388" y="524468"/>
            <a:ext cx="4193648" cy="382541"/>
          </a:xfrm>
        </p:spPr>
        <p:txBody>
          <a:bodyPr lIns="0" tIns="0" rIns="0" bIns="0"/>
          <a:lstStyle>
            <a:lvl1pPr>
              <a:defRPr sz="2486" b="1" i="0">
                <a:solidFill>
                  <a:schemeClr val="bg1"/>
                </a:solidFill>
                <a:latin typeface="Versos"/>
                <a:cs typeface="Verso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352183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33044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382541"/>
          </a:xfrm>
          <a:prstGeom prst="rect">
            <a:avLst/>
          </a:prstGeom>
        </p:spPr>
        <p:txBody>
          <a:bodyPr wrap="square" lIns="0" tIns="0" rIns="0" bIns="0">
            <a:spAutoFit/>
          </a:bodyPr>
          <a:lstStyle>
            <a:lvl1pPr>
              <a:defRPr sz="2486" b="1" i="0">
                <a:solidFill>
                  <a:schemeClr val="bg1"/>
                </a:solidFill>
                <a:latin typeface="Versos"/>
                <a:cs typeface="Versos"/>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99357143"/>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331388" y="524468"/>
            <a:ext cx="4193648" cy="382541"/>
          </a:xfrm>
        </p:spPr>
        <p:txBody>
          <a:bodyPr lIns="0" tIns="0" rIns="0" bIns="0"/>
          <a:lstStyle>
            <a:lvl1pPr>
              <a:defRPr sz="2486" b="1" i="0">
                <a:solidFill>
                  <a:schemeClr val="bg1"/>
                </a:solidFill>
                <a:latin typeface="Versos"/>
                <a:cs typeface="Verso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048161694"/>
      </p:ext>
    </p:extLst>
  </p:cSld>
  <p:clrMapOvr>
    <a:masterClrMapping/>
  </p:clrMapOvr>
  <p:extLst>
    <p:ext uri="{DCECCB84-F9BA-43D5-87BE-67443E8EF086}">
      <p15:sldGuideLst xmlns:p15="http://schemas.microsoft.com/office/powerpoint/2012/main">
        <p15:guide id="2" pos="12047">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331388" y="524468"/>
            <a:ext cx="4193648" cy="382541"/>
          </a:xfrm>
        </p:spPr>
        <p:txBody>
          <a:bodyPr lIns="0" tIns="0" rIns="0" bIns="0"/>
          <a:lstStyle>
            <a:lvl1pPr>
              <a:defRPr sz="2486" b="1" i="0">
                <a:solidFill>
                  <a:schemeClr val="bg1"/>
                </a:solidFill>
                <a:latin typeface="Versos"/>
                <a:cs typeface="Versos"/>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29881992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331388" y="524468"/>
            <a:ext cx="4193648" cy="382541"/>
          </a:xfrm>
        </p:spPr>
        <p:txBody>
          <a:bodyPr lIns="0" tIns="0" rIns="0" bIns="0"/>
          <a:lstStyle>
            <a:lvl1pPr>
              <a:defRPr sz="2486" b="1" i="0">
                <a:solidFill>
                  <a:schemeClr val="bg1"/>
                </a:solidFill>
                <a:latin typeface="Versos"/>
                <a:cs typeface="Verso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2159837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59698359"/>
      </p:ext>
    </p:extLst>
  </p:cSld>
  <p:clrMapOvr>
    <a:masterClrMapping/>
  </p:clrMapOvr>
  <p:extLst>
    <p:ext uri="{DCECCB84-F9BA-43D5-87BE-67443E8EF086}">
      <p15:sldGuideLst xmlns:p15="http://schemas.microsoft.com/office/powerpoint/2012/main">
        <p15:guide id="1" orient="horz" pos="7124">
          <p15:clr>
            <a:srgbClr val="FBAE40"/>
          </p15:clr>
        </p15:guide>
        <p15:guide id="2" pos="4">
          <p15:clr>
            <a:srgbClr val="FBAE40"/>
          </p15:clr>
        </p15:guide>
        <p15:guide id="3" pos="594">
          <p15:clr>
            <a:srgbClr val="FBAE40"/>
          </p15:clr>
        </p15:guide>
        <p15:guide id="4" pos="12047">
          <p15:clr>
            <a:srgbClr val="FBAE40"/>
          </p15:clr>
        </p15:guide>
        <p15:guide id="5" orient="horz" pos="1">
          <p15:clr>
            <a:srgbClr val="FBAE40"/>
          </p15:clr>
        </p15:guide>
        <p15:guide id="6" orient="horz" pos="500">
          <p15:clr>
            <a:srgbClr val="FBAE40"/>
          </p15:clr>
        </p15:guide>
        <p15:guide id="7" orient="horz" pos="659">
          <p15:clr>
            <a:srgbClr val="FBAE40"/>
          </p15:clr>
        </p15:guide>
        <p15:guide id="8" orient="horz" pos="818">
          <p15:clr>
            <a:srgbClr val="FBAE40"/>
          </p15:clr>
        </p15:guide>
        <p15:guide id="9" orient="horz" pos="7009">
          <p15:clr>
            <a:srgbClr val="FBAE40"/>
          </p15:clr>
        </p15:guide>
        <p15:guide id="10" orient="horz" pos="6601">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37" name="Imagem 36" descr="Uma imagem contendo Forma&#10;&#10;O conteúdo gerado por IA pode estar incorreto.">
            <a:extLst>
              <a:ext uri="{FF2B5EF4-FFF2-40B4-BE49-F238E27FC236}">
                <a16:creationId xmlns:a16="http://schemas.microsoft.com/office/drawing/2014/main" id="{CDA188C2-FAB4-A07A-A11A-4501F9364378}"/>
              </a:ext>
            </a:extLst>
          </p:cNvPr>
          <p:cNvPicPr>
            <a:picLocks noChangeAspect="1"/>
          </p:cNvPicPr>
          <p:nvPr userDrawn="1"/>
        </p:nvPicPr>
        <p:blipFill>
          <a:blip r:embed="rId2">
            <a:extLst>
              <a:ext uri="{28A0092B-C50C-407E-A947-70E740481C1C}">
                <a14:useLocalDpi xmlns:a14="http://schemas.microsoft.com/office/drawing/2010/main" val="0"/>
              </a:ext>
            </a:extLst>
          </a:blip>
          <a:srcRect t="1" b="530"/>
          <a:stretch>
            <a:fillRect/>
          </a:stretch>
        </p:blipFill>
        <p:spPr>
          <a:xfrm>
            <a:off x="-1" y="-3352"/>
            <a:ext cx="12230469" cy="6861353"/>
          </a:xfrm>
          <a:prstGeom prst="rect">
            <a:avLst/>
          </a:prstGeom>
        </p:spPr>
      </p:pic>
    </p:spTree>
    <p:extLst>
      <p:ext uri="{BB962C8B-B14F-4D97-AF65-F5344CB8AC3E}">
        <p14:creationId xmlns:p14="http://schemas.microsoft.com/office/powerpoint/2010/main" val="400650835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tx1">
            <a:lumMod val="95000"/>
            <a:lumOff val="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0100984"/>
      </p:ext>
    </p:extLst>
  </p:cSld>
  <p:clrMapOvr>
    <a:masterClrMapping/>
  </p:clrMapOvr>
  <p:extLst>
    <p:ext uri="{DCECCB84-F9BA-43D5-87BE-67443E8EF086}">
      <p15:sldGuideLst xmlns:p15="http://schemas.microsoft.com/office/powerpoint/2012/main">
        <p15:guide id="1" orient="horz" pos="2160">
          <p15:clr>
            <a:srgbClr val="FBAE40"/>
          </p15:clr>
        </p15:guide>
        <p15:guide id="2">
          <p15:clr>
            <a:srgbClr val="FBAE40"/>
          </p15:clr>
        </p15:guide>
        <p15:guide id="3" pos="768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type="obj" preserve="1">
  <p:cSld name="3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87776"/>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ítulo | 1 linha - Branco ">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lnSpc>
                <a:spcPct val="100000"/>
              </a:lnSpc>
              <a:spcBef>
                <a:spcPts val="0"/>
              </a:spcBef>
              <a:buNone/>
              <a:defRPr sz="2800">
                <a:solidFill>
                  <a:schemeClr val="accent6"/>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marL="0" indent="0">
              <a:lnSpc>
                <a:spcPct val="100000"/>
              </a:lnSpc>
              <a:spcBef>
                <a:spcPts val="0"/>
              </a:spcBef>
              <a:defRPr sz="900" baseline="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4"/>
            <a:ext cx="11522075" cy="4359311"/>
          </a:xfrm>
          <a:prstGeom prst="rect">
            <a:avLst/>
          </a:prstGeom>
        </p:spPr>
        <p:txBody>
          <a:bodyPr lIns="0" tIns="0" rIns="0" bIns="0"/>
          <a:lstStyle>
            <a:lvl1pPr marL="0" indent="0">
              <a:lnSpc>
                <a:spcPct val="100000"/>
              </a:lnSpc>
              <a:spcBef>
                <a:spcPts val="0"/>
              </a:spcBef>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30115"/>
          </a:xfrm>
          <a:prstGeom prst="rect">
            <a:avLst/>
          </a:prstGeom>
        </p:spPr>
        <p:txBody>
          <a:bodyPr lIns="0" tIns="0" rIns="0" bIns="0"/>
          <a:lstStyle>
            <a:lvl1pPr marL="0" indent="0">
              <a:lnSpc>
                <a:spcPct val="100000"/>
              </a:lnSpc>
              <a:spcBef>
                <a:spcPts val="0"/>
              </a:spcBef>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EFD7F938-B824-C27B-BEB2-95E90F5FFDD4}"/>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6"/>
              </a:solidFill>
            </a:endParaRPr>
          </a:p>
        </p:txBody>
      </p:sp>
      <p:cxnSp>
        <p:nvCxnSpPr>
          <p:cNvPr id="10" name="Straight Connector 9">
            <a:extLst>
              <a:ext uri="{FF2B5EF4-FFF2-40B4-BE49-F238E27FC236}">
                <a16:creationId xmlns:a16="http://schemas.microsoft.com/office/drawing/2014/main" id="{B819F04F-8ABD-ABFC-2381-D3C3D7CF30AF}"/>
              </a:ext>
            </a:extLst>
          </p:cNvPr>
          <p:cNvCxnSpPr/>
          <p:nvPr userDrawn="1"/>
        </p:nvCxnSpPr>
        <p:spPr>
          <a:xfrm>
            <a:off x="0" y="6699502"/>
            <a:ext cx="12192000" cy="0"/>
          </a:xfrm>
          <a:prstGeom prst="line">
            <a:avLst/>
          </a:prstGeom>
          <a:ln>
            <a:gradFill>
              <a:gsLst>
                <a:gs pos="0">
                  <a:schemeClr val="accent1"/>
                </a:gs>
                <a:gs pos="50000">
                  <a:srgbClr val="AAE4C0"/>
                </a:gs>
                <a:gs pos="100000">
                  <a:schemeClr val="accent2">
                    <a:alpha val="0"/>
                  </a:schemeClr>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FA29D40-8F86-4DCA-85E9-E401626339AF}"/>
              </a:ext>
            </a:extLst>
          </p:cNvPr>
          <p:cNvCxnSpPr>
            <a:cxnSpLocks/>
          </p:cNvCxnSpPr>
          <p:nvPr userDrawn="1"/>
        </p:nvCxnSpPr>
        <p:spPr>
          <a:xfrm flipH="1">
            <a:off x="0" y="6776531"/>
            <a:ext cx="12192000" cy="0"/>
          </a:xfrm>
          <a:prstGeom prst="line">
            <a:avLst/>
          </a:prstGeom>
          <a:ln>
            <a:gradFill>
              <a:gsLst>
                <a:gs pos="0">
                  <a:schemeClr val="accent3">
                    <a:lumMod val="50000"/>
                  </a:schemeClr>
                </a:gs>
                <a:gs pos="50000">
                  <a:schemeClr val="accent3">
                    <a:lumMod val="60000"/>
                    <a:lumOff val="40000"/>
                  </a:schemeClr>
                </a:gs>
                <a:gs pos="100000">
                  <a:schemeClr val="bg1"/>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247785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ítulo | 2 linhas - Branco ">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accent6"/>
                </a:solidFill>
              </a:defRPr>
            </a:lvl1pPr>
          </a:lstStyle>
          <a:p>
            <a:pPr lvl="0"/>
            <a:r>
              <a:rPr lang="en-US" err="1"/>
              <a:t>Título</a:t>
            </a:r>
            <a:endParaRPr lang="en-US"/>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34963" y="1949414"/>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2" name="Text Placeholder 8">
            <a:extLst>
              <a:ext uri="{FF2B5EF4-FFF2-40B4-BE49-F238E27FC236}">
                <a16:creationId xmlns:a16="http://schemas.microsoft.com/office/drawing/2014/main" id="{A0F307EA-4C29-0128-C5F3-1EC020414CC8}"/>
              </a:ext>
            </a:extLst>
          </p:cNvPr>
          <p:cNvSpPr>
            <a:spLocks noGrp="1"/>
          </p:cNvSpPr>
          <p:nvPr>
            <p:ph type="body" sz="quarter" idx="17"/>
          </p:nvPr>
        </p:nvSpPr>
        <p:spPr>
          <a:xfrm>
            <a:off x="6208640" y="1949414"/>
            <a:ext cx="5648397" cy="4359311"/>
          </a:xfrm>
          <a:prstGeom prst="rect">
            <a:avLst/>
          </a:prstGeom>
        </p:spPr>
        <p:txBody>
          <a:bodyPr lIns="0" tIns="0" rIns="0" bIns="0"/>
          <a:lstStyle>
            <a:lvl1pPr marL="0" indent="0">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FC74B37E-4911-072A-7204-9C9ACA9A1C80}"/>
              </a:ext>
            </a:extLst>
          </p:cNvPr>
          <p:cNvSpPr>
            <a:spLocks noGrp="1"/>
          </p:cNvSpPr>
          <p:nvPr>
            <p:ph type="body" sz="quarter" idx="18"/>
          </p:nvPr>
        </p:nvSpPr>
        <p:spPr>
          <a:xfrm>
            <a:off x="334963" y="1518527"/>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8">
            <a:extLst>
              <a:ext uri="{FF2B5EF4-FFF2-40B4-BE49-F238E27FC236}">
                <a16:creationId xmlns:a16="http://schemas.microsoft.com/office/drawing/2014/main" id="{75ABF0D0-FF53-6AFF-585A-B5197E38DF03}"/>
              </a:ext>
            </a:extLst>
          </p:cNvPr>
          <p:cNvSpPr>
            <a:spLocks noGrp="1"/>
          </p:cNvSpPr>
          <p:nvPr>
            <p:ph type="body" sz="quarter" idx="19"/>
          </p:nvPr>
        </p:nvSpPr>
        <p:spPr>
          <a:xfrm>
            <a:off x="6208640" y="1518527"/>
            <a:ext cx="5648397" cy="230115"/>
          </a:xfrm>
          <a:prstGeom prst="rect">
            <a:avLst/>
          </a:prstGeom>
        </p:spPr>
        <p:txBody>
          <a:bodyPr lIns="0" tIns="0" rIns="0" bIns="0"/>
          <a:lstStyle>
            <a:lvl1pPr marL="0" indent="0">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D2821058-F589-1511-1D91-0F05271A6C82}"/>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6"/>
              </a:solidFill>
            </a:endParaRPr>
          </a:p>
        </p:txBody>
      </p:sp>
      <p:cxnSp>
        <p:nvCxnSpPr>
          <p:cNvPr id="3" name="Straight Connector 2">
            <a:extLst>
              <a:ext uri="{FF2B5EF4-FFF2-40B4-BE49-F238E27FC236}">
                <a16:creationId xmlns:a16="http://schemas.microsoft.com/office/drawing/2014/main" id="{5A0A33CF-3720-1012-F597-F4ECE825DFE9}"/>
              </a:ext>
            </a:extLst>
          </p:cNvPr>
          <p:cNvCxnSpPr/>
          <p:nvPr userDrawn="1"/>
        </p:nvCxnSpPr>
        <p:spPr>
          <a:xfrm>
            <a:off x="334963"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608965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77">
          <p15:clr>
            <a:srgbClr val="FBAE40"/>
          </p15:clr>
        </p15:guide>
        <p15:guide id="7" orient="horz" pos="935">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ítulo | Box superior - Branco ">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tx1">
                    <a:lumMod val="95000"/>
                    <a:lumOff val="5000"/>
                  </a:schemeClr>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tx1">
                    <a:lumMod val="95000"/>
                    <a:lumOff val="5000"/>
                  </a:schemeClr>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accent2"/>
              </a:solidFill>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7" y="1045525"/>
            <a:ext cx="5421301" cy="156104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4" y="1045525"/>
            <a:ext cx="5420023" cy="1588382"/>
          </a:xfrm>
          <a:prstGeom prst="rect">
            <a:avLst/>
          </a:prstGeom>
        </p:spPr>
        <p:txBody>
          <a:bodyPr lIns="0" tIns="0" rIns="0" bIns="0"/>
          <a:lstStyle>
            <a:lvl1pPr marL="0" indent="0">
              <a:buNone/>
              <a:defRPr sz="1600">
                <a:solidFill>
                  <a:schemeClr val="accent4"/>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7" y="3021651"/>
            <a:ext cx="5296913"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1"/>
            <a:ext cx="5421332" cy="230115"/>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4931296C-3A93-5F16-2D9A-EB313B015B3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tx1">
                  <a:lumMod val="95000"/>
                  <a:lumOff val="5000"/>
                </a:schemeClr>
              </a:solidFill>
            </a:endParaRPr>
          </a:p>
        </p:txBody>
      </p:sp>
      <p:cxnSp>
        <p:nvCxnSpPr>
          <p:cNvPr id="3" name="Straight Connector 2">
            <a:extLst>
              <a:ext uri="{FF2B5EF4-FFF2-40B4-BE49-F238E27FC236}">
                <a16:creationId xmlns:a16="http://schemas.microsoft.com/office/drawing/2014/main" id="{09B6F29F-DF18-9050-9EF6-AF47C4A796AC}"/>
              </a:ext>
            </a:extLst>
          </p:cNvPr>
          <p:cNvCxnSpPr/>
          <p:nvPr userDrawn="1"/>
        </p:nvCxnSpPr>
        <p:spPr>
          <a:xfrm>
            <a:off x="334963"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344245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ítulo | Box lateral - Branco ">
    <p:spTree>
      <p:nvGrpSpPr>
        <p:cNvPr id="1" name=""/>
        <p:cNvGrpSpPr/>
        <p:nvPr/>
      </p:nvGrpSpPr>
      <p:grpSpPr>
        <a:xfrm>
          <a:off x="0" y="0"/>
          <a:ext cx="0" cy="0"/>
          <a:chOff x="0" y="0"/>
          <a:chExt cx="0" cy="0"/>
        </a:xfrm>
      </p:grpSpPr>
      <p:sp>
        <p:nvSpPr>
          <p:cNvPr id="19" name="Retângulo 1">
            <a:extLst>
              <a:ext uri="{FF2B5EF4-FFF2-40B4-BE49-F238E27FC236}">
                <a16:creationId xmlns:a16="http://schemas.microsoft.com/office/drawing/2014/main" id="{0B0E7351-5252-E626-42EB-CDCE7C083C49}"/>
              </a:ext>
            </a:extLst>
          </p:cNvPr>
          <p:cNvSpPr/>
          <p:nvPr userDrawn="1"/>
        </p:nvSpPr>
        <p:spPr>
          <a:xfrm>
            <a:off x="0" y="1"/>
            <a:ext cx="5420020" cy="6858000"/>
          </a:xfrm>
          <a:prstGeom prst="rect">
            <a:avLst/>
          </a:prstGeom>
          <a:gradFill>
            <a:gsLst>
              <a:gs pos="100000">
                <a:schemeClr val="tx1">
                  <a:lumMod val="95000"/>
                  <a:lumOff val="5000"/>
                </a:schemeClr>
              </a:gs>
              <a:gs pos="0">
                <a:schemeClr val="tx1">
                  <a:lumMod val="85000"/>
                  <a:lumOff val="15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bg1"/>
              </a:solidFill>
            </a:endParaRPr>
          </a:p>
        </p:txBody>
      </p:sp>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tx1">
                    <a:lumMod val="95000"/>
                    <a:lumOff val="5000"/>
                  </a:schemeClr>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5085057"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347026" y="1751285"/>
            <a:ext cx="4369353" cy="156104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333166" y="3849328"/>
            <a:ext cx="4383213" cy="1588382"/>
          </a:xfrm>
          <a:prstGeom prst="rect">
            <a:avLst/>
          </a:prstGeom>
        </p:spPr>
        <p:txBody>
          <a:bodyPr lIns="0" tIns="0" rIns="0" bIns="0"/>
          <a:lstStyle>
            <a:lvl1pPr marL="0" indent="0">
              <a:buNone/>
              <a:defRPr sz="16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5767046" y="1484313"/>
            <a:ext cx="6077927" cy="4458722"/>
          </a:xfrm>
          <a:prstGeom prst="rect">
            <a:avLst/>
          </a:prstGeom>
        </p:spPr>
        <p:txBody>
          <a:bodyPr lIns="0" tIns="0" rIns="0" bIns="0"/>
          <a:lstStyle>
            <a:lvl1pPr marL="0" indent="0">
              <a:buNone/>
              <a:defRPr sz="1400">
                <a:solidFill>
                  <a:schemeClr val="tx1">
                    <a:lumMod val="95000"/>
                    <a:lumOff val="5000"/>
                  </a:schemeClr>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2" name="Conector Reto 2">
            <a:extLst>
              <a:ext uri="{FF2B5EF4-FFF2-40B4-BE49-F238E27FC236}">
                <a16:creationId xmlns:a16="http://schemas.microsoft.com/office/drawing/2014/main" id="{D24BE17E-F6B3-8EAE-EC30-BB9C725FC11E}"/>
              </a:ext>
            </a:extLst>
          </p:cNvPr>
          <p:cNvCxnSpPr>
            <a:cxnSpLocks/>
          </p:cNvCxnSpPr>
          <p:nvPr userDrawn="1"/>
        </p:nvCxnSpPr>
        <p:spPr>
          <a:xfrm flipH="1">
            <a:off x="0" y="1482784"/>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Conector Reto 7">
            <a:extLst>
              <a:ext uri="{FF2B5EF4-FFF2-40B4-BE49-F238E27FC236}">
                <a16:creationId xmlns:a16="http://schemas.microsoft.com/office/drawing/2014/main" id="{0D6EA7A2-501E-AE25-217B-771E1489503C}"/>
              </a:ext>
            </a:extLst>
          </p:cNvPr>
          <p:cNvCxnSpPr>
            <a:cxnSpLocks/>
          </p:cNvCxnSpPr>
          <p:nvPr userDrawn="1"/>
        </p:nvCxnSpPr>
        <p:spPr>
          <a:xfrm flipH="1">
            <a:off x="0" y="3580828"/>
            <a:ext cx="1457739" cy="0"/>
          </a:xfrm>
          <a:prstGeom prst="line">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Picture 8">
            <a:extLst>
              <a:ext uri="{FF2B5EF4-FFF2-40B4-BE49-F238E27FC236}">
                <a16:creationId xmlns:a16="http://schemas.microsoft.com/office/drawing/2014/main" id="{68EB1F7D-EB42-B4A5-4EBA-55B2FE1DF06F}"/>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rgbClr val="000000"/>
          </a:solidFill>
          <a:ln w="1061" cap="flat">
            <a:noFill/>
            <a:prstDash val="solid"/>
            <a:miter/>
          </a:ln>
        </p:spPr>
        <p:txBody>
          <a:bodyPr rtlCol="0" anchor="ctr"/>
          <a:lstStyle/>
          <a:p>
            <a:endParaRPr lang="pt-BR">
              <a:solidFill>
                <a:schemeClr val="accent4"/>
              </a:solidFill>
            </a:endParaRPr>
          </a:p>
        </p:txBody>
      </p:sp>
    </p:spTree>
    <p:extLst>
      <p:ext uri="{BB962C8B-B14F-4D97-AF65-F5344CB8AC3E}">
        <p14:creationId xmlns:p14="http://schemas.microsoft.com/office/powerpoint/2010/main" val="288357766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Blank - Branco">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8C84EE7A-B951-B061-6439-B39DDC01B709}"/>
              </a:ext>
            </a:extLst>
          </p:cNvPr>
          <p:cNvCxnSpPr/>
          <p:nvPr userDrawn="1"/>
        </p:nvCxnSpPr>
        <p:spPr>
          <a:xfrm>
            <a:off x="334963" y="185353"/>
            <a:ext cx="104154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205414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ítulo | 1 linha - Black">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42233D2-9F78-8FB4-6848-6FABD836DEBB}"/>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1556338940"/>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3_Título | 1 linha - Bla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028075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2_Título | 1 linha - Black">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Tree>
    <p:extLst>
      <p:ext uri="{BB962C8B-B14F-4D97-AF65-F5344CB8AC3E}">
        <p14:creationId xmlns:p14="http://schemas.microsoft.com/office/powerpoint/2010/main" val="3231080513"/>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_Título | 1 linha - Black">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5752AA87-E9EF-F9C3-D180-0D695337BC25}"/>
              </a:ext>
            </a:extLst>
          </p:cNvPr>
          <p:cNvGrpSpPr/>
          <p:nvPr userDrawn="1"/>
        </p:nvGrpSpPr>
        <p:grpSpPr>
          <a:xfrm flipV="1">
            <a:off x="12099285" y="0"/>
            <a:ext cx="91438" cy="1832748"/>
            <a:chOff x="120125" y="5025253"/>
            <a:chExt cx="91438" cy="1832748"/>
          </a:xfrm>
        </p:grpSpPr>
        <p:sp>
          <p:nvSpPr>
            <p:cNvPr id="8" name="Rectangle 7">
              <a:extLst>
                <a:ext uri="{FF2B5EF4-FFF2-40B4-BE49-F238E27FC236}">
                  <a16:creationId xmlns:a16="http://schemas.microsoft.com/office/drawing/2014/main" id="{7E05AB66-66BE-D764-AEA7-119CD2ED8298}"/>
                </a:ext>
              </a:extLst>
            </p:cNvPr>
            <p:cNvSpPr/>
            <p:nvPr userDrawn="1"/>
          </p:nvSpPr>
          <p:spPr>
            <a:xfrm rot="16200000" flipV="1">
              <a:off x="-773389" y="5918767"/>
              <a:ext cx="1832748" cy="45719"/>
            </a:xfrm>
            <a:prstGeom prst="rect">
              <a:avLst/>
            </a:prstGeom>
            <a:gradFill>
              <a:gsLst>
                <a:gs pos="0">
                  <a:schemeClr val="accent3">
                    <a:lumMod val="50000"/>
                  </a:schemeClr>
                </a:gs>
                <a:gs pos="50000">
                  <a:schemeClr val="accent3">
                    <a:lumMod val="60000"/>
                    <a:lumOff val="40000"/>
                  </a:schemeClr>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8">
              <a:extLst>
                <a:ext uri="{FF2B5EF4-FFF2-40B4-BE49-F238E27FC236}">
                  <a16:creationId xmlns:a16="http://schemas.microsoft.com/office/drawing/2014/main" id="{25A8B063-3DCC-1280-CEC3-7512BA9DF746}"/>
                </a:ext>
              </a:extLst>
            </p:cNvPr>
            <p:cNvSpPr/>
            <p:nvPr userDrawn="1"/>
          </p:nvSpPr>
          <p:spPr>
            <a:xfrm rot="16200000" flipV="1">
              <a:off x="-727670" y="5918767"/>
              <a:ext cx="1832748" cy="45719"/>
            </a:xfrm>
            <a:prstGeom prst="rect">
              <a:avLst/>
            </a:prstGeom>
            <a:gradFill>
              <a:gsLst>
                <a:gs pos="0">
                  <a:schemeClr val="accent1"/>
                </a:gs>
                <a:gs pos="50000">
                  <a:schemeClr val="accent2"/>
                </a:gs>
                <a:gs pos="100000">
                  <a:schemeClr val="bg1">
                    <a:alpha val="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16819688"/>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ítulo | 1 linha - High Yield">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3" y="1949413"/>
            <a:ext cx="11522075"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361434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ítulo | 6 Boxes - High Yield">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3"/>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E9120CB5-4884-D14A-8682-CC106CAFBBEA}"/>
              </a:ext>
            </a:extLst>
          </p:cNvPr>
          <p:cNvSpPr>
            <a:spLocks noGrp="1"/>
          </p:cNvSpPr>
          <p:nvPr>
            <p:ph type="body" sz="quarter" idx="23"/>
          </p:nvPr>
        </p:nvSpPr>
        <p:spPr>
          <a:xfrm>
            <a:off x="8116637" y="3993674"/>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ECAC4E8C-2B3F-574D-C955-1EBD6FD7CDE9}"/>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2836762"/>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ítulo | 5 Boxes - High Yield">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10601806-BC35-9EEE-9C59-2DC0E49D5BA6}"/>
              </a:ext>
            </a:extLst>
          </p:cNvPr>
          <p:cNvSpPr>
            <a:spLocks noGrp="1"/>
          </p:cNvSpPr>
          <p:nvPr>
            <p:ph type="body" sz="quarter" idx="21"/>
          </p:nvPr>
        </p:nvSpPr>
        <p:spPr>
          <a:xfrm>
            <a:off x="4225799" y="3987408"/>
            <a:ext cx="3740400"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2"/>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8" name="Straight Connector 7">
            <a:extLst>
              <a:ext uri="{FF2B5EF4-FFF2-40B4-BE49-F238E27FC236}">
                <a16:creationId xmlns:a16="http://schemas.microsoft.com/office/drawing/2014/main" id="{D3A3FCC3-EBF1-0B54-4092-43FDDED92531}"/>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910752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ítulo | 4 Boxes - High Yield">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7"/>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sp>
        <p:nvSpPr>
          <p:cNvPr id="3" name="Text Placeholder 8">
            <a:extLst>
              <a:ext uri="{FF2B5EF4-FFF2-40B4-BE49-F238E27FC236}">
                <a16:creationId xmlns:a16="http://schemas.microsoft.com/office/drawing/2014/main" id="{7858F1CA-0E09-F094-AD45-52092585CA19}"/>
              </a:ext>
            </a:extLst>
          </p:cNvPr>
          <p:cNvSpPr>
            <a:spLocks noGrp="1"/>
          </p:cNvSpPr>
          <p:nvPr>
            <p:ph type="body" sz="quarter" idx="19"/>
          </p:nvPr>
        </p:nvSpPr>
        <p:spPr>
          <a:xfrm>
            <a:off x="4225800" y="1518527"/>
            <a:ext cx="3740400" cy="4776078"/>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Text Placeholder 8">
            <a:extLst>
              <a:ext uri="{FF2B5EF4-FFF2-40B4-BE49-F238E27FC236}">
                <a16:creationId xmlns:a16="http://schemas.microsoft.com/office/drawing/2014/main" id="{4E170CD4-5C01-DD85-2A0A-98954D99CAC5}"/>
              </a:ext>
            </a:extLst>
          </p:cNvPr>
          <p:cNvSpPr>
            <a:spLocks noGrp="1"/>
          </p:cNvSpPr>
          <p:nvPr>
            <p:ph type="body" sz="quarter" idx="20"/>
          </p:nvPr>
        </p:nvSpPr>
        <p:spPr>
          <a:xfrm>
            <a:off x="334962" y="3987408"/>
            <a:ext cx="3741737" cy="2313464"/>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9" name="Text Placeholder 8">
            <a:extLst>
              <a:ext uri="{FF2B5EF4-FFF2-40B4-BE49-F238E27FC236}">
                <a16:creationId xmlns:a16="http://schemas.microsoft.com/office/drawing/2014/main" id="{C805EFAA-C04F-7113-90E8-A7D66AF35288}"/>
              </a:ext>
            </a:extLst>
          </p:cNvPr>
          <p:cNvSpPr>
            <a:spLocks noGrp="1"/>
          </p:cNvSpPr>
          <p:nvPr>
            <p:ph type="body" sz="quarter" idx="22"/>
          </p:nvPr>
        </p:nvSpPr>
        <p:spPr>
          <a:xfrm>
            <a:off x="8116638" y="1524792"/>
            <a:ext cx="3740400" cy="4776079"/>
          </a:xfrm>
          <a:prstGeom prst="rect">
            <a:avLst/>
          </a:prstGeom>
          <a:ln>
            <a:solidFill>
              <a:schemeClr val="accent4"/>
            </a:solidFill>
          </a:ln>
        </p:spPr>
        <p:txBody>
          <a:bodyPr lIns="36000" tIns="36000" rIns="36000" bIns="36000"/>
          <a:lstStyle>
            <a:lvl1pPr marL="0" indent="0">
              <a:buNone/>
              <a:defRPr sz="12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7" name="Straight Connector 6">
            <a:extLst>
              <a:ext uri="{FF2B5EF4-FFF2-40B4-BE49-F238E27FC236}">
                <a16:creationId xmlns:a16="http://schemas.microsoft.com/office/drawing/2014/main" id="{4176D65B-577B-DA97-A4AE-85E5C579A955}"/>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1677175"/>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ítulo | 2 linhas - High Yie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2" name="Espaço Reservado para Número de Slide 5">
            <a:extLst>
              <a:ext uri="{FF2B5EF4-FFF2-40B4-BE49-F238E27FC236}">
                <a16:creationId xmlns:a16="http://schemas.microsoft.com/office/drawing/2014/main" id="{21758EB3-F057-8CDF-FF61-35E724EF59ED}"/>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7" name="Text Placeholder 8">
            <a:extLst>
              <a:ext uri="{FF2B5EF4-FFF2-40B4-BE49-F238E27FC236}">
                <a16:creationId xmlns:a16="http://schemas.microsoft.com/office/drawing/2014/main" id="{5629EC08-34A0-4F4F-BF0C-DAE3D73CA1CF}"/>
              </a:ext>
            </a:extLst>
          </p:cNvPr>
          <p:cNvSpPr>
            <a:spLocks noGrp="1"/>
          </p:cNvSpPr>
          <p:nvPr>
            <p:ph type="body" sz="quarter" idx="15"/>
          </p:nvPr>
        </p:nvSpPr>
        <p:spPr>
          <a:xfrm>
            <a:off x="334963" y="1949413"/>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8" name="Text Placeholder 10">
            <a:extLst>
              <a:ext uri="{FF2B5EF4-FFF2-40B4-BE49-F238E27FC236}">
                <a16:creationId xmlns:a16="http://schemas.microsoft.com/office/drawing/2014/main" id="{F37A98A2-2A9D-056F-7CA4-B986B8170761}"/>
              </a:ext>
            </a:extLst>
          </p:cNvPr>
          <p:cNvSpPr>
            <a:spLocks noGrp="1"/>
          </p:cNvSpPr>
          <p:nvPr>
            <p:ph type="body" sz="quarter" idx="16" hasCustomPrompt="1"/>
          </p:nvPr>
        </p:nvSpPr>
        <p:spPr>
          <a:xfrm>
            <a:off x="334963" y="6482556"/>
            <a:ext cx="10980000" cy="138499"/>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9" name="Text Placeholder 8">
            <a:extLst>
              <a:ext uri="{FF2B5EF4-FFF2-40B4-BE49-F238E27FC236}">
                <a16:creationId xmlns:a16="http://schemas.microsoft.com/office/drawing/2014/main" id="{AECBC137-580C-65EB-C713-E63CDBDB515E}"/>
              </a:ext>
            </a:extLst>
          </p:cNvPr>
          <p:cNvSpPr>
            <a:spLocks noGrp="1"/>
          </p:cNvSpPr>
          <p:nvPr>
            <p:ph type="body" sz="quarter" idx="17"/>
          </p:nvPr>
        </p:nvSpPr>
        <p:spPr>
          <a:xfrm>
            <a:off x="6208640" y="1949413"/>
            <a:ext cx="5648397" cy="4359311"/>
          </a:xfrm>
          <a:prstGeom prst="rect">
            <a:avLst/>
          </a:prstGeom>
        </p:spPr>
        <p:txBody>
          <a:bodyPr lIns="0" tIns="0" rIns="0" bIns="0"/>
          <a:lstStyle>
            <a:lvl1pPr marL="0" indent="0">
              <a:buNone/>
              <a:defRPr sz="1400">
                <a:solidFill>
                  <a:schemeClr val="bg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D1CF13AF-F1F7-29D7-F0C3-C23BE528C9A0}"/>
              </a:ext>
            </a:extLst>
          </p:cNvPr>
          <p:cNvSpPr>
            <a:spLocks noGrp="1"/>
          </p:cNvSpPr>
          <p:nvPr>
            <p:ph type="body" sz="quarter" idx="18"/>
          </p:nvPr>
        </p:nvSpPr>
        <p:spPr>
          <a:xfrm>
            <a:off x="334963" y="1518527"/>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47497781-FD6B-9B5D-3237-9AD784B8880E}"/>
              </a:ext>
            </a:extLst>
          </p:cNvPr>
          <p:cNvSpPr>
            <a:spLocks noGrp="1"/>
          </p:cNvSpPr>
          <p:nvPr>
            <p:ph type="body" sz="quarter" idx="19"/>
          </p:nvPr>
        </p:nvSpPr>
        <p:spPr>
          <a:xfrm>
            <a:off x="6208640" y="1518527"/>
            <a:ext cx="5648397"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5" name="Picture 8">
            <a:extLst>
              <a:ext uri="{FF2B5EF4-FFF2-40B4-BE49-F238E27FC236}">
                <a16:creationId xmlns:a16="http://schemas.microsoft.com/office/drawing/2014/main" id="{EB78A079-9AB0-B349-256E-BC9ED4CF0623}"/>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509A8969-4CCE-CE82-D2FB-901A726879C5}"/>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036302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ítulo | Box superior - High Yield">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6"/>
            <a:ext cx="10980000" cy="180000"/>
          </a:xfrm>
          <a:prstGeom prst="rect">
            <a:avLst/>
          </a:prstGeom>
        </p:spPr>
        <p:txBody>
          <a:bodyPr lIns="0" tIns="0" rIns="0" bIns="0"/>
          <a:lstStyle>
            <a:lvl1pPr>
              <a:defRPr sz="90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0" name="Retângulo 5">
            <a:extLst>
              <a:ext uri="{FF2B5EF4-FFF2-40B4-BE49-F238E27FC236}">
                <a16:creationId xmlns:a16="http://schemas.microsoft.com/office/drawing/2014/main" id="{7D36360D-ABDB-2B93-AA05-C90BA9D483DB}"/>
              </a:ext>
            </a:extLst>
          </p:cNvPr>
          <p:cNvSpPr/>
          <p:nvPr userDrawn="1"/>
        </p:nvSpPr>
        <p:spPr>
          <a:xfrm>
            <a:off x="0" y="807794"/>
            <a:ext cx="12192000" cy="2091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Versos" panose="020B0503020204030204" pitchFamily="34" charset="0"/>
            </a:endParaRPr>
          </a:p>
        </p:txBody>
      </p:sp>
      <p:sp>
        <p:nvSpPr>
          <p:cNvPr id="9" name="Text Placeholder 8">
            <a:extLst>
              <a:ext uri="{FF2B5EF4-FFF2-40B4-BE49-F238E27FC236}">
                <a16:creationId xmlns:a16="http://schemas.microsoft.com/office/drawing/2014/main" id="{C2BF5896-7E11-14FB-06A4-95B1CAD37BFE}"/>
              </a:ext>
            </a:extLst>
          </p:cNvPr>
          <p:cNvSpPr>
            <a:spLocks noGrp="1"/>
          </p:cNvSpPr>
          <p:nvPr>
            <p:ph type="body" sz="quarter" idx="15"/>
          </p:nvPr>
        </p:nvSpPr>
        <p:spPr>
          <a:xfrm>
            <a:off x="683427" y="1045525"/>
            <a:ext cx="5421301" cy="156104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cxnSp>
        <p:nvCxnSpPr>
          <p:cNvPr id="12" name="Conector Reto 6">
            <a:extLst>
              <a:ext uri="{FF2B5EF4-FFF2-40B4-BE49-F238E27FC236}">
                <a16:creationId xmlns:a16="http://schemas.microsoft.com/office/drawing/2014/main" id="{93D24C85-FAB3-23B7-3282-C0255DE4BF50}"/>
              </a:ext>
            </a:extLst>
          </p:cNvPr>
          <p:cNvCxnSpPr/>
          <p:nvPr userDrawn="1"/>
        </p:nvCxnSpPr>
        <p:spPr>
          <a:xfrm>
            <a:off x="583096"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7">
            <a:extLst>
              <a:ext uri="{FF2B5EF4-FFF2-40B4-BE49-F238E27FC236}">
                <a16:creationId xmlns:a16="http://schemas.microsoft.com/office/drawing/2014/main" id="{A040BC7F-4356-241E-DE98-A14572A424F9}"/>
              </a:ext>
            </a:extLst>
          </p:cNvPr>
          <p:cNvCxnSpPr>
            <a:cxnSpLocks/>
          </p:cNvCxnSpPr>
          <p:nvPr userDrawn="1"/>
        </p:nvCxnSpPr>
        <p:spPr>
          <a:xfrm>
            <a:off x="6336683" y="1364974"/>
            <a:ext cx="0" cy="15621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3D29ABC6-2275-8D02-5D8F-6C3128310873}"/>
              </a:ext>
            </a:extLst>
          </p:cNvPr>
          <p:cNvSpPr>
            <a:spLocks noGrp="1"/>
          </p:cNvSpPr>
          <p:nvPr>
            <p:ph type="body" sz="quarter" idx="17"/>
          </p:nvPr>
        </p:nvSpPr>
        <p:spPr>
          <a:xfrm>
            <a:off x="6437014" y="1045525"/>
            <a:ext cx="5420023" cy="1588382"/>
          </a:xfrm>
          <a:prstGeom prst="rect">
            <a:avLst/>
          </a:prstGeom>
        </p:spPr>
        <p:txBody>
          <a:bodyPr lIns="0" tIns="0" rIns="0" bIns="0"/>
          <a:lstStyle>
            <a:lvl1pPr marL="0" indent="0">
              <a:buNone/>
              <a:defRPr sz="16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7" name="Text Placeholder 8">
            <a:extLst>
              <a:ext uri="{FF2B5EF4-FFF2-40B4-BE49-F238E27FC236}">
                <a16:creationId xmlns:a16="http://schemas.microsoft.com/office/drawing/2014/main" id="{D0831873-076C-11EE-AA1E-02508B9C5655}"/>
              </a:ext>
            </a:extLst>
          </p:cNvPr>
          <p:cNvSpPr>
            <a:spLocks noGrp="1"/>
          </p:cNvSpPr>
          <p:nvPr>
            <p:ph type="body" sz="quarter" idx="18"/>
          </p:nvPr>
        </p:nvSpPr>
        <p:spPr>
          <a:xfrm>
            <a:off x="686447" y="3021651"/>
            <a:ext cx="5296913"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18" name="Text Placeholder 8">
            <a:extLst>
              <a:ext uri="{FF2B5EF4-FFF2-40B4-BE49-F238E27FC236}">
                <a16:creationId xmlns:a16="http://schemas.microsoft.com/office/drawing/2014/main" id="{89936DB2-1144-3AFC-1BBA-E1BDEB5020CC}"/>
              </a:ext>
            </a:extLst>
          </p:cNvPr>
          <p:cNvSpPr>
            <a:spLocks noGrp="1"/>
          </p:cNvSpPr>
          <p:nvPr>
            <p:ph type="body" sz="quarter" idx="19"/>
          </p:nvPr>
        </p:nvSpPr>
        <p:spPr>
          <a:xfrm>
            <a:off x="6435706" y="3021651"/>
            <a:ext cx="5421332" cy="230115"/>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C3DE3459-A0CC-6831-FC59-0F2863B6F3C9}"/>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904FAD7-D1D8-06F3-6189-A8707EDC8E87}"/>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4759939"/>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8_Título | 1 linha - Black">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algn="r">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3" y="368300"/>
            <a:ext cx="10183813" cy="430887"/>
          </a:xfrm>
          <a:prstGeom prst="rect">
            <a:avLst/>
          </a:prstGeom>
        </p:spPr>
        <p:txBody>
          <a:bodyPr lIns="0" tIns="0" rIns="0" bIns="0"/>
          <a:lstStyle>
            <a:lvl1pPr marL="0" indent="0">
              <a:buNone/>
              <a:defRPr sz="2800">
                <a:solidFill>
                  <a:schemeClr val="bg1"/>
                </a:solidFill>
              </a:defRPr>
            </a:lvl1pPr>
          </a:lstStyle>
          <a:p>
            <a:pPr lvl="0"/>
            <a:r>
              <a:rPr lang="en-US" err="1"/>
              <a:t>Título</a:t>
            </a:r>
            <a:endParaRPr lang="en-US"/>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2" y="1518527"/>
            <a:ext cx="11522585" cy="215444"/>
          </a:xfrm>
          <a:prstGeom prst="rect">
            <a:avLst/>
          </a:prstGeom>
        </p:spPr>
        <p:txBody>
          <a:bodyPr lIns="0" tIns="0" rIns="0" bIns="0"/>
          <a:lstStyle>
            <a:lvl1pPr marL="0" indent="0">
              <a:buNone/>
              <a:defRPr sz="1400">
                <a:solidFill>
                  <a:schemeClr val="bg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en-US"/>
              <a:t>Click to edit Master text styles</a:t>
            </a:r>
          </a:p>
        </p:txBody>
      </p:sp>
      <p:sp>
        <p:nvSpPr>
          <p:cNvPr id="2" name="Picture 8">
            <a:extLst>
              <a:ext uri="{FF2B5EF4-FFF2-40B4-BE49-F238E27FC236}">
                <a16:creationId xmlns:a16="http://schemas.microsoft.com/office/drawing/2014/main" id="{57BCE67C-64C7-2D0C-0DC2-7A4B4CC314E0}"/>
              </a:ext>
            </a:extLst>
          </p:cNvPr>
          <p:cNvSpPr/>
          <p:nvPr userDrawn="1"/>
        </p:nvSpPr>
        <p:spPr>
          <a:xfrm>
            <a:off x="11091186" y="377178"/>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a:solidFill>
                <a:schemeClr val="bg1"/>
              </a:solidFill>
            </a:endParaRPr>
          </a:p>
        </p:txBody>
      </p:sp>
      <p:cxnSp>
        <p:nvCxnSpPr>
          <p:cNvPr id="3" name="Straight Connector 2">
            <a:extLst>
              <a:ext uri="{FF2B5EF4-FFF2-40B4-BE49-F238E27FC236}">
                <a16:creationId xmlns:a16="http://schemas.microsoft.com/office/drawing/2014/main" id="{1E210A61-F7AF-5C56-9539-494DD44ED880}"/>
              </a:ext>
            </a:extLst>
          </p:cNvPr>
          <p:cNvCxnSpPr/>
          <p:nvPr userDrawn="1"/>
        </p:nvCxnSpPr>
        <p:spPr>
          <a:xfrm>
            <a:off x="334963"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6C6735-2EA6-4401-8EF0-95EE6C287F44}"/>
              </a:ext>
            </a:extLst>
          </p:cNvPr>
          <p:cNvCxnSpPr>
            <a:cxnSpLocks/>
          </p:cNvCxnSpPr>
          <p:nvPr userDrawn="1"/>
        </p:nvCxnSpPr>
        <p:spPr>
          <a:xfrm>
            <a:off x="334963" y="6573705"/>
            <a:ext cx="11094148" cy="0"/>
          </a:xfrm>
          <a:prstGeom prst="line">
            <a:avLst/>
          </a:prstGeom>
          <a:noFill/>
          <a:ln w="9525" cap="flat" cmpd="sng" algn="ctr">
            <a:solidFill>
              <a:schemeClr val="tx1">
                <a:lumMod val="85000"/>
                <a:lumOff val="15000"/>
              </a:schemeClr>
            </a:solidFill>
            <a:prstDash val="solid"/>
          </a:ln>
          <a:effectLst/>
        </p:spPr>
      </p:cxnSp>
    </p:spTree>
    <p:extLst>
      <p:ext uri="{BB962C8B-B14F-4D97-AF65-F5344CB8AC3E}">
        <p14:creationId xmlns:p14="http://schemas.microsoft.com/office/powerpoint/2010/main" val="1717222826"/>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type="obj" preserve="1">
  <p:cSld name="Slide de Título">
    <p:spTree>
      <p:nvGrpSpPr>
        <p:cNvPr id="1" name=""/>
        <p:cNvGrpSpPr/>
        <p:nvPr/>
      </p:nvGrpSpPr>
      <p:grpSpPr>
        <a:xfrm>
          <a:off x="0" y="0"/>
          <a:ext cx="0" cy="0"/>
          <a:chOff x="0" y="0"/>
          <a:chExt cx="0" cy="0"/>
        </a:xfrm>
      </p:grpSpPr>
      <p:sp>
        <p:nvSpPr>
          <p:cNvPr id="2" name="Holder 2"/>
          <p:cNvSpPr>
            <a:spLocks noGrp="1"/>
          </p:cNvSpPr>
          <p:nvPr>
            <p:ph type="ctrTitle"/>
          </p:nvPr>
        </p:nvSpPr>
        <p:spPr>
          <a:xfrm>
            <a:off x="914401" y="2125981"/>
            <a:ext cx="10363201" cy="276999"/>
          </a:xfrm>
          <a:prstGeom prst="rect">
            <a:avLst/>
          </a:prstGeom>
        </p:spPr>
        <p:txBody>
          <a:bodyPr wrap="square" lIns="0" tIns="0" rIns="0" bIns="0">
            <a:spAutoFit/>
          </a:bodyPr>
          <a:lstStyle>
            <a:lvl1pPr>
              <a:defRPr/>
            </a:lvl1pPr>
          </a:lstStyle>
          <a:p>
            <a:r>
              <a:rPr lang="pt-BR"/>
              <a:t>Clique para editar o título Mestre</a:t>
            </a:r>
            <a:endParaRPr/>
          </a:p>
        </p:txBody>
      </p:sp>
      <p:sp>
        <p:nvSpPr>
          <p:cNvPr id="3" name="Holder 3"/>
          <p:cNvSpPr>
            <a:spLocks noGrp="1"/>
          </p:cNvSpPr>
          <p:nvPr>
            <p:ph type="subTitle" idx="4"/>
          </p:nvPr>
        </p:nvSpPr>
        <p:spPr>
          <a:xfrm>
            <a:off x="1828800" y="3840481"/>
            <a:ext cx="8534400" cy="276999"/>
          </a:xfrm>
          <a:prstGeom prst="rect">
            <a:avLst/>
          </a:prstGeom>
        </p:spPr>
        <p:txBody>
          <a:bodyPr wrap="square" lIns="0" tIns="0" rIns="0" bIns="0">
            <a:spAutoFit/>
          </a:bodyPr>
          <a:lstStyle>
            <a:lvl1pPr>
              <a:defRPr/>
            </a:lvl1pPr>
          </a:lstStyle>
          <a:p>
            <a:r>
              <a:rPr lang="pt-BR"/>
              <a:t>Clique para editar o estilo do subtítulo Mestre</a:t>
            </a:r>
            <a:endParaRPr/>
          </a:p>
        </p:txBody>
      </p:sp>
      <p:sp>
        <p:nvSpPr>
          <p:cNvPr id="4" name="Holder 4"/>
          <p:cNvSpPr>
            <a:spLocks noGrp="1"/>
          </p:cNvSpPr>
          <p:nvPr>
            <p:ph type="ftr" sz="quarter" idx="5"/>
          </p:nvPr>
        </p:nvSpPr>
        <p:spPr>
          <a:xfrm>
            <a:off x="4145280" y="6377940"/>
            <a:ext cx="3901440" cy="276999"/>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6" name="Holder 6"/>
          <p:cNvSpPr>
            <a:spLocks noGrp="1"/>
          </p:cNvSpPr>
          <p:nvPr>
            <p:ph type="sldNum" sz="quarter" idx="7"/>
          </p:nvPr>
        </p:nvSpPr>
        <p:spPr>
          <a:xfrm>
            <a:off x="8778242" y="6377940"/>
            <a:ext cx="2804160" cy="276999"/>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46973249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Holder 2"/>
          <p:cNvSpPr>
            <a:spLocks noGrp="1"/>
          </p:cNvSpPr>
          <p:nvPr>
            <p:ph type="title"/>
          </p:nvPr>
        </p:nvSpPr>
        <p:spPr>
          <a:xfrm>
            <a:off x="425568" y="447772"/>
            <a:ext cx="11340864" cy="377924"/>
          </a:xfrm>
          <a:prstGeom prst="rect">
            <a:avLst/>
          </a:prstGeom>
        </p:spPr>
        <p:txBody>
          <a:bodyPr lIns="0" tIns="0" rIns="0" bIns="0"/>
          <a:lstStyle>
            <a:lvl1pPr>
              <a:defRPr sz="2456" b="0" i="0">
                <a:solidFill>
                  <a:schemeClr val="bg1"/>
                </a:solidFill>
                <a:latin typeface="Versos"/>
                <a:cs typeface="Versos"/>
              </a:defRPr>
            </a:lvl1pPr>
          </a:lstStyle>
          <a:p>
            <a:r>
              <a:rPr lang="pt-BR"/>
              <a:t>Clique para editar o título Mestre</a:t>
            </a:r>
            <a:endParaRPr/>
          </a:p>
        </p:txBody>
      </p:sp>
      <p:sp>
        <p:nvSpPr>
          <p:cNvPr id="3" name="Holder 3"/>
          <p:cNvSpPr>
            <a:spLocks noGrp="1"/>
          </p:cNvSpPr>
          <p:nvPr>
            <p:ph type="body" idx="1"/>
          </p:nvPr>
        </p:nvSpPr>
        <p:spPr>
          <a:xfrm>
            <a:off x="609600" y="1577340"/>
            <a:ext cx="10972800" cy="276999"/>
          </a:xfrm>
          <a:prstGeom prst="rect">
            <a:avLst/>
          </a:prstGeom>
        </p:spPr>
        <p:txBody>
          <a:bodyPr lIns="0" tIns="0" rIns="0" bIns="0"/>
          <a:lstStyle>
            <a:lvl1pPr>
              <a:defRPr/>
            </a:lvl1pPr>
          </a:lstStyle>
          <a:p>
            <a:pPr lvl="0"/>
            <a:r>
              <a:rPr lang="pt-BR"/>
              <a:t>Clique para editar os estilos de texto Mestres</a:t>
            </a:r>
          </a:p>
        </p:txBody>
      </p:sp>
      <p:sp>
        <p:nvSpPr>
          <p:cNvPr id="4" name="Holder 4"/>
          <p:cNvSpPr>
            <a:spLocks noGrp="1"/>
          </p:cNvSpPr>
          <p:nvPr>
            <p:ph type="ftr" sz="quarter" idx="5"/>
          </p:nvPr>
        </p:nvSpPr>
        <p:spPr>
          <a:xfrm>
            <a:off x="4145280" y="6377940"/>
            <a:ext cx="3901440" cy="276999"/>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6" name="Holder 6"/>
          <p:cNvSpPr>
            <a:spLocks noGrp="1"/>
          </p:cNvSpPr>
          <p:nvPr>
            <p:ph type="sldNum" sz="quarter" idx="7"/>
          </p:nvPr>
        </p:nvSpPr>
        <p:spPr>
          <a:xfrm>
            <a:off x="8778242" y="6377940"/>
            <a:ext cx="2804160" cy="276999"/>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33524482"/>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25568" y="447772"/>
            <a:ext cx="11340864" cy="377924"/>
          </a:xfrm>
          <a:prstGeom prst="rect">
            <a:avLst/>
          </a:prstGeom>
        </p:spPr>
        <p:txBody>
          <a:bodyPr lIns="0" tIns="0" rIns="0" bIns="0"/>
          <a:lstStyle>
            <a:lvl1pPr>
              <a:defRPr sz="2456" b="0" i="0">
                <a:solidFill>
                  <a:schemeClr val="bg1"/>
                </a:solidFill>
                <a:latin typeface="Versos"/>
                <a:cs typeface="Versos"/>
              </a:defRPr>
            </a:lvl1pPr>
          </a:lstStyle>
          <a:p>
            <a:r>
              <a:rPr lang="pt-BR"/>
              <a:t>Clique para editar o título Mestre</a:t>
            </a:r>
            <a:endParaRPr/>
          </a:p>
        </p:txBody>
      </p:sp>
      <p:sp>
        <p:nvSpPr>
          <p:cNvPr id="3" name="Holder 3"/>
          <p:cNvSpPr>
            <a:spLocks noGrp="1"/>
          </p:cNvSpPr>
          <p:nvPr>
            <p:ph sz="half" idx="2"/>
          </p:nvPr>
        </p:nvSpPr>
        <p:spPr>
          <a:xfrm>
            <a:off x="609600" y="1577341"/>
            <a:ext cx="5303520" cy="276999"/>
          </a:xfrm>
          <a:prstGeom prst="rect">
            <a:avLst/>
          </a:prstGeom>
        </p:spPr>
        <p:txBody>
          <a:bodyPr wrap="square" lIns="0" tIns="0" rIns="0" bIns="0">
            <a:spAutoFit/>
          </a:bodyPr>
          <a:lstStyle>
            <a:lvl1pPr>
              <a:defRPr/>
            </a:lvl1pPr>
          </a:lstStyle>
          <a:p>
            <a:pPr lvl="0"/>
            <a:r>
              <a:rPr lang="pt-BR"/>
              <a:t>Clique para editar os estilos de texto Mestres</a:t>
            </a:r>
          </a:p>
        </p:txBody>
      </p:sp>
      <p:sp>
        <p:nvSpPr>
          <p:cNvPr id="4" name="Holder 4"/>
          <p:cNvSpPr>
            <a:spLocks noGrp="1"/>
          </p:cNvSpPr>
          <p:nvPr>
            <p:ph sz="half" idx="3"/>
          </p:nvPr>
        </p:nvSpPr>
        <p:spPr>
          <a:xfrm>
            <a:off x="6278880" y="1577341"/>
            <a:ext cx="5303520" cy="276999"/>
          </a:xfrm>
          <a:prstGeom prst="rect">
            <a:avLst/>
          </a:prstGeom>
        </p:spPr>
        <p:txBody>
          <a:bodyPr wrap="square" lIns="0" tIns="0" rIns="0" bIns="0">
            <a:spAutoFit/>
          </a:bodyPr>
          <a:lstStyle>
            <a:lvl1pPr>
              <a:defRPr/>
            </a:lvl1pPr>
          </a:lstStyle>
          <a:p>
            <a:pPr lvl="0"/>
            <a:r>
              <a:rPr lang="pt-BR"/>
              <a:t>Clique para editar os estilos de texto Mestres</a:t>
            </a:r>
          </a:p>
        </p:txBody>
      </p:sp>
      <p:sp>
        <p:nvSpPr>
          <p:cNvPr id="5" name="Holder 5"/>
          <p:cNvSpPr>
            <a:spLocks noGrp="1"/>
          </p:cNvSpPr>
          <p:nvPr>
            <p:ph type="ftr" sz="quarter" idx="5"/>
          </p:nvPr>
        </p:nvSpPr>
        <p:spPr>
          <a:xfrm>
            <a:off x="4145280" y="6377940"/>
            <a:ext cx="3901440" cy="276999"/>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7" name="Holder 7"/>
          <p:cNvSpPr>
            <a:spLocks noGrp="1"/>
          </p:cNvSpPr>
          <p:nvPr>
            <p:ph type="sldNum" sz="quarter" idx="7"/>
          </p:nvPr>
        </p:nvSpPr>
        <p:spPr>
          <a:xfrm>
            <a:off x="8778242" y="6377940"/>
            <a:ext cx="2804160" cy="276999"/>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00257090"/>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obj" preserve="1">
  <p:cSld name="Somente Título">
    <p:spTree>
      <p:nvGrpSpPr>
        <p:cNvPr id="1" name=""/>
        <p:cNvGrpSpPr/>
        <p:nvPr/>
      </p:nvGrpSpPr>
      <p:grpSpPr>
        <a:xfrm>
          <a:off x="0" y="0"/>
          <a:ext cx="0" cy="0"/>
          <a:chOff x="0" y="0"/>
          <a:chExt cx="0" cy="0"/>
        </a:xfrm>
      </p:grpSpPr>
      <p:sp>
        <p:nvSpPr>
          <p:cNvPr id="2" name="Holder 2"/>
          <p:cNvSpPr>
            <a:spLocks noGrp="1"/>
          </p:cNvSpPr>
          <p:nvPr>
            <p:ph type="title"/>
          </p:nvPr>
        </p:nvSpPr>
        <p:spPr>
          <a:xfrm>
            <a:off x="425568" y="447772"/>
            <a:ext cx="11340864" cy="377924"/>
          </a:xfrm>
          <a:prstGeom prst="rect">
            <a:avLst/>
          </a:prstGeom>
        </p:spPr>
        <p:txBody>
          <a:bodyPr lIns="0" tIns="0" rIns="0" bIns="0"/>
          <a:lstStyle>
            <a:lvl1pPr>
              <a:defRPr sz="2456" b="0" i="0">
                <a:solidFill>
                  <a:schemeClr val="bg1"/>
                </a:solidFill>
                <a:latin typeface="+mj-lt"/>
                <a:cs typeface="Versos"/>
              </a:defRPr>
            </a:lvl1pPr>
          </a:lstStyle>
          <a:p>
            <a:r>
              <a:rPr lang="pt-BR"/>
              <a:t>Clique para editar o título Mestre</a:t>
            </a:r>
            <a:endParaRPr/>
          </a:p>
        </p:txBody>
      </p:sp>
      <p:sp>
        <p:nvSpPr>
          <p:cNvPr id="3" name="Holder 3"/>
          <p:cNvSpPr>
            <a:spLocks noGrp="1"/>
          </p:cNvSpPr>
          <p:nvPr>
            <p:ph type="ftr" sz="quarter" idx="5"/>
          </p:nvPr>
        </p:nvSpPr>
        <p:spPr>
          <a:xfrm>
            <a:off x="4145280" y="6377940"/>
            <a:ext cx="3901440" cy="276999"/>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5" name="Holder 5"/>
          <p:cNvSpPr>
            <a:spLocks noGrp="1"/>
          </p:cNvSpPr>
          <p:nvPr>
            <p:ph type="sldNum" sz="quarter" idx="7"/>
          </p:nvPr>
        </p:nvSpPr>
        <p:spPr>
          <a:xfrm>
            <a:off x="8778242" y="6377940"/>
            <a:ext cx="2804160" cy="276999"/>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46970674"/>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 preserve="1">
  <p:cSld name="Em Branco">
    <p:bg>
      <p:bgPr>
        <a:gradFill>
          <a:gsLst>
            <a:gs pos="67000">
              <a:schemeClr val="tx1"/>
            </a:gs>
            <a:gs pos="100000">
              <a:schemeClr val="tx1"/>
            </a:gs>
            <a:gs pos="0">
              <a:srgbClr val="161B21"/>
            </a:gs>
          </a:gsLst>
          <a:lin ang="84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12156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3_Título | 1 linha - Branco ">
    <p:bg>
      <p:bgPr>
        <a:gradFill>
          <a:gsLst>
            <a:gs pos="67000">
              <a:schemeClr val="tx1"/>
            </a:gs>
            <a:gs pos="100000">
              <a:schemeClr val="tx1"/>
            </a:gs>
            <a:gs pos="0">
              <a:srgbClr val="161B21"/>
            </a:gs>
          </a:gsLst>
          <a:lin ang="84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lnSpc>
                <a:spcPct val="100000"/>
              </a:lnSpc>
              <a:spcBef>
                <a:spcPts val="0"/>
              </a:spcBef>
              <a:buNone/>
              <a:defRPr sz="2800">
                <a:solidFill>
                  <a:schemeClr val="bg1"/>
                </a:solidFill>
                <a:latin typeface="+mj-lt"/>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marL="0" indent="0">
              <a:lnSpc>
                <a:spcPct val="100000"/>
              </a:lnSpc>
              <a:spcBef>
                <a:spcPts val="0"/>
              </a:spcBef>
              <a:defRPr sz="900" baseline="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5"/>
            <a:ext cx="11522075" cy="4359311"/>
          </a:xfrm>
          <a:prstGeom prst="rect">
            <a:avLst/>
          </a:prstGeom>
        </p:spPr>
        <p:txBody>
          <a:bodyPr lIns="0" tIns="0" rIns="0" bIns="0"/>
          <a:lstStyle>
            <a:lvl1pPr marL="0" indent="0">
              <a:lnSpc>
                <a:spcPct val="100000"/>
              </a:lnSpc>
              <a:spcBef>
                <a:spcPts val="0"/>
              </a:spcBef>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pt-BR"/>
              <a:t>Clique para editar os estilos de texto Mestres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30115"/>
          </a:xfrm>
          <a:prstGeom prst="rect">
            <a:avLst/>
          </a:prstGeom>
        </p:spPr>
        <p:txBody>
          <a:bodyPr lIns="0" tIns="0" rIns="0" bIns="0"/>
          <a:lstStyle>
            <a:lvl1pPr marL="0" indent="0">
              <a:lnSpc>
                <a:spcPct val="100000"/>
              </a:lnSpc>
              <a:spcBef>
                <a:spcPts val="0"/>
              </a:spcBef>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pt-BR"/>
              <a:t>Clique para editar os estilos de texto Mestres</a:t>
            </a:r>
          </a:p>
        </p:txBody>
      </p:sp>
      <p:sp>
        <p:nvSpPr>
          <p:cNvPr id="2" name="Picture 8">
            <a:extLst>
              <a:ext uri="{FF2B5EF4-FFF2-40B4-BE49-F238E27FC236}">
                <a16:creationId xmlns:a16="http://schemas.microsoft.com/office/drawing/2014/main" id="{EFD7F938-B824-C27B-BEB2-95E90F5FFDD4}"/>
              </a:ext>
            </a:extLst>
          </p:cNvPr>
          <p:cNvSpPr/>
          <p:nvPr/>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accent6"/>
              </a:solidFill>
            </a:endParaRPr>
          </a:p>
        </p:txBody>
      </p:sp>
      <p:cxnSp>
        <p:nvCxnSpPr>
          <p:cNvPr id="8" name="Straight Connector 7">
            <a:extLst>
              <a:ext uri="{FF2B5EF4-FFF2-40B4-BE49-F238E27FC236}">
                <a16:creationId xmlns:a16="http://schemas.microsoft.com/office/drawing/2014/main" id="{9E66A520-3C99-723C-6FAE-61E67E279300}"/>
              </a:ext>
            </a:extLst>
          </p:cNvPr>
          <p:cNvCxnSpPr>
            <a:cxnSpLocks/>
          </p:cNvCxnSpPr>
          <p:nvPr/>
        </p:nvCxnSpPr>
        <p:spPr>
          <a:xfrm>
            <a:off x="334964" y="6675256"/>
            <a:ext cx="12403137" cy="0"/>
          </a:xfrm>
          <a:prstGeom prst="line">
            <a:avLst/>
          </a:prstGeom>
          <a:ln>
            <a:gradFill>
              <a:gsLst>
                <a:gs pos="58000">
                  <a:schemeClr val="bg2">
                    <a:lumMod val="90000"/>
                  </a:schemeClr>
                </a:gs>
                <a:gs pos="100000">
                  <a:schemeClr val="bg1">
                    <a:alpha val="0"/>
                  </a:schemeClr>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1373034-B345-F25C-322C-7B02164ACFED}"/>
              </a:ext>
            </a:extLst>
          </p:cNvPr>
          <p:cNvCxnSpPr/>
          <p:nvPr/>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752934"/>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2_Capa 01 - Offwhite">
    <p:bg>
      <p:bgPr>
        <a:gradFill>
          <a:gsLst>
            <a:gs pos="67000">
              <a:schemeClr val="tx1"/>
            </a:gs>
            <a:gs pos="100000">
              <a:schemeClr val="tx1"/>
            </a:gs>
            <a:gs pos="0">
              <a:srgbClr val="161B21"/>
            </a:gs>
          </a:gsLst>
          <a:lin ang="8400000" scaled="0"/>
        </a:gradFill>
        <a:effectLst/>
      </p:bgPr>
    </p:bg>
    <p:spTree>
      <p:nvGrpSpPr>
        <p:cNvPr id="1" name=""/>
        <p:cNvGrpSpPr/>
        <p:nvPr/>
      </p:nvGrpSpPr>
      <p:grpSpPr>
        <a:xfrm>
          <a:off x="0" y="0"/>
          <a:ext cx="0" cy="0"/>
          <a:chOff x="0" y="0"/>
          <a:chExt cx="0" cy="0"/>
        </a:xfrm>
      </p:grpSpPr>
      <p:pic>
        <p:nvPicPr>
          <p:cNvPr id="24" name="Picture Placeholder 3">
            <a:extLst>
              <a:ext uri="{FF2B5EF4-FFF2-40B4-BE49-F238E27FC236}">
                <a16:creationId xmlns:a16="http://schemas.microsoft.com/office/drawing/2014/main" id="{1817CA7E-5179-C9F5-48AF-755DF56F61E9}"/>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Lst>
          </a:blip>
          <a:srcRect l="3124" r="3124"/>
          <a:stretch/>
        </p:blipFill>
        <p:spPr>
          <a:xfrm>
            <a:off x="0" y="0"/>
            <a:ext cx="12192000" cy="6858000"/>
          </a:xfrm>
          <a:prstGeom prst="rect">
            <a:avLst/>
          </a:prstGeom>
        </p:spPr>
      </p:pic>
      <p:pic>
        <p:nvPicPr>
          <p:cNvPr id="3" name="Picture 8">
            <a:extLst>
              <a:ext uri="{FF2B5EF4-FFF2-40B4-BE49-F238E27FC236}">
                <a16:creationId xmlns:a16="http://schemas.microsoft.com/office/drawing/2014/main" id="{17364209-1E38-0B40-9231-C88F3267BC2A}"/>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17" t="-23966" r="-8117" b="-23966"/>
          <a:stretch/>
        </p:blipFill>
        <p:spPr>
          <a:xfrm>
            <a:off x="10822779" y="335606"/>
            <a:ext cx="1080870" cy="468063"/>
          </a:xfrm>
          <a:prstGeom prst="rect">
            <a:avLst/>
          </a:prstGeom>
        </p:spPr>
      </p:pic>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407988" y="1621403"/>
            <a:ext cx="4789394" cy="1046440"/>
          </a:xfrm>
          <a:prstGeom prst="rect">
            <a:avLst/>
          </a:prstGeom>
        </p:spPr>
        <p:txBody>
          <a:bodyPr lIns="0" tIns="0" rIns="0" bIns="0" anchor="b" anchorCtr="0"/>
          <a:lstStyle>
            <a:lvl1pPr marL="0" indent="0">
              <a:buNone/>
              <a:defRPr sz="3400" b="1">
                <a:solidFill>
                  <a:schemeClr val="bg1"/>
                </a:solidFill>
                <a:latin typeface="Versos" panose="020B05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407989" y="2775019"/>
            <a:ext cx="2364803" cy="184666"/>
          </a:xfrm>
          <a:prstGeom prst="rect">
            <a:avLst/>
          </a:prstGeom>
        </p:spPr>
        <p:txBody>
          <a:bodyPr lIns="0" tIns="0" rIns="0" bIns="0">
            <a:noAutofit/>
          </a:bodyPr>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grpSp>
        <p:nvGrpSpPr>
          <p:cNvPr id="25" name="Group 24">
            <a:extLst>
              <a:ext uri="{FF2B5EF4-FFF2-40B4-BE49-F238E27FC236}">
                <a16:creationId xmlns:a16="http://schemas.microsoft.com/office/drawing/2014/main" id="{DCB7DBB8-8A97-3EC9-600D-C254A630EAF7}"/>
              </a:ext>
            </a:extLst>
          </p:cNvPr>
          <p:cNvGrpSpPr/>
          <p:nvPr/>
        </p:nvGrpSpPr>
        <p:grpSpPr>
          <a:xfrm flipV="1">
            <a:off x="-7870579" y="-1587993"/>
            <a:ext cx="20282791" cy="6312392"/>
            <a:chOff x="-62630" y="3261055"/>
            <a:chExt cx="12291315" cy="3825292"/>
          </a:xfrm>
        </p:grpSpPr>
        <p:sp>
          <p:nvSpPr>
            <p:cNvPr id="26" name="Freeform: Shape 25">
              <a:extLst>
                <a:ext uri="{FF2B5EF4-FFF2-40B4-BE49-F238E27FC236}">
                  <a16:creationId xmlns:a16="http://schemas.microsoft.com/office/drawing/2014/main" id="{7B8EA919-4550-54B4-377C-54BCF1E02D3F}"/>
                </a:ext>
              </a:extLst>
            </p:cNvPr>
            <p:cNvSpPr/>
            <p:nvPr/>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9525">
              <a:gradFill>
                <a:gsLst>
                  <a:gs pos="100000">
                    <a:schemeClr val="accent5">
                      <a:lumMod val="75000"/>
                    </a:schemeClr>
                  </a:gs>
                  <a:gs pos="27000">
                    <a:schemeClr val="bg1">
                      <a:alpha val="0"/>
                    </a:schemeClr>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
          <p:nvSpPr>
            <p:cNvPr id="27" name="Freeform: Shape 26">
              <a:extLst>
                <a:ext uri="{FF2B5EF4-FFF2-40B4-BE49-F238E27FC236}">
                  <a16:creationId xmlns:a16="http://schemas.microsoft.com/office/drawing/2014/main" id="{8E41EE52-58E2-CB6C-117D-1BB71B64ACA9}"/>
                </a:ext>
              </a:extLst>
            </p:cNvPr>
            <p:cNvSpPr/>
            <p:nvPr/>
          </p:nvSpPr>
          <p:spPr>
            <a:xfrm>
              <a:off x="7240261" y="3261055"/>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9525">
              <a:gradFill>
                <a:gsLst>
                  <a:gs pos="14000">
                    <a:schemeClr val="accent5">
                      <a:lumMod val="75000"/>
                    </a:schemeClr>
                  </a:gs>
                  <a:gs pos="100000">
                    <a:schemeClr val="bg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grpSp>
    </p:spTree>
    <p:extLst>
      <p:ext uri="{BB962C8B-B14F-4D97-AF65-F5344CB8AC3E}">
        <p14:creationId xmlns:p14="http://schemas.microsoft.com/office/powerpoint/2010/main" val="864114298"/>
      </p:ext>
    </p:extLst>
  </p:cSld>
  <p:clrMapOvr>
    <a:masterClrMapping/>
  </p:clrMapOvr>
  <p:extLst>
    <p:ext uri="{DCECCB84-F9BA-43D5-87BE-67443E8EF086}">
      <p15:sldGuideLst xmlns:p15="http://schemas.microsoft.com/office/powerpoint/2012/main">
        <p15:guide id="1" pos="257">
          <p15:clr>
            <a:srgbClr val="FBAE40"/>
          </p15:clr>
        </p15:guide>
        <p15:guide id="2" pos="7446">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3_Capa 01 - Offwhite">
    <p:bg>
      <p:bgPr>
        <a:gradFill>
          <a:gsLst>
            <a:gs pos="67000">
              <a:schemeClr val="tx1"/>
            </a:gs>
            <a:gs pos="100000">
              <a:schemeClr val="tx1"/>
            </a:gs>
            <a:gs pos="0">
              <a:srgbClr val="161B21"/>
            </a:gs>
          </a:gsLst>
          <a:lin ang="84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17364209-1E38-0B40-9231-C88F3267BC2A}"/>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822779" y="952391"/>
            <a:ext cx="1080870" cy="468063"/>
          </a:xfrm>
          <a:prstGeom prst="rect">
            <a:avLst/>
          </a:prstGeom>
        </p:spPr>
      </p:pic>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407988" y="2460687"/>
            <a:ext cx="4789394" cy="1046440"/>
          </a:xfrm>
          <a:prstGeom prst="rect">
            <a:avLst/>
          </a:prstGeom>
        </p:spPr>
        <p:txBody>
          <a:bodyPr lIns="0" tIns="0" rIns="0" bIns="0" anchor="b" anchorCtr="0"/>
          <a:lstStyle>
            <a:lvl1pPr marL="0" indent="0">
              <a:buNone/>
              <a:defRPr sz="3400" b="1">
                <a:solidFill>
                  <a:schemeClr val="bg1"/>
                </a:solidFill>
                <a:latin typeface="Versos" panose="020B05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grpSp>
        <p:nvGrpSpPr>
          <p:cNvPr id="4" name="object 23">
            <a:extLst>
              <a:ext uri="{FF2B5EF4-FFF2-40B4-BE49-F238E27FC236}">
                <a16:creationId xmlns:a16="http://schemas.microsoft.com/office/drawing/2014/main" id="{50D4309B-76E2-19A1-86E6-630C64E10DC1}"/>
              </a:ext>
            </a:extLst>
          </p:cNvPr>
          <p:cNvGrpSpPr/>
          <p:nvPr/>
        </p:nvGrpSpPr>
        <p:grpSpPr>
          <a:xfrm>
            <a:off x="-546445" y="2983906"/>
            <a:ext cx="12786104" cy="4703568"/>
            <a:chOff x="13449" y="560788"/>
            <a:chExt cx="7539039" cy="2773353"/>
          </a:xfrm>
        </p:grpSpPr>
        <p:sp>
          <p:nvSpPr>
            <p:cNvPr id="5" name="object 24">
              <a:extLst>
                <a:ext uri="{FF2B5EF4-FFF2-40B4-BE49-F238E27FC236}">
                  <a16:creationId xmlns:a16="http://schemas.microsoft.com/office/drawing/2014/main" id="{DE727D37-CBBB-D040-AA60-F758EAC5436B}"/>
                </a:ext>
              </a:extLst>
            </p:cNvPr>
            <p:cNvSpPr/>
            <p:nvPr/>
          </p:nvSpPr>
          <p:spPr>
            <a:xfrm>
              <a:off x="13449" y="560788"/>
              <a:ext cx="6531609" cy="1584960"/>
            </a:xfrm>
            <a:custGeom>
              <a:avLst/>
              <a:gdLst/>
              <a:ahLst/>
              <a:cxnLst/>
              <a:rect l="l" t="t" r="r" b="b"/>
              <a:pathLst>
                <a:path w="6531609" h="1584960">
                  <a:moveTo>
                    <a:pt x="405650" y="0"/>
                  </a:moveTo>
                  <a:lnTo>
                    <a:pt x="0" y="0"/>
                  </a:lnTo>
                </a:path>
                <a:path w="6531609" h="1584960">
                  <a:moveTo>
                    <a:pt x="0" y="1584629"/>
                  </a:moveTo>
                  <a:lnTo>
                    <a:pt x="6531127" y="1584629"/>
                  </a:lnTo>
                  <a:lnTo>
                    <a:pt x="6382397" y="1391958"/>
                  </a:lnTo>
                  <a:lnTo>
                    <a:pt x="6351092" y="1352015"/>
                  </a:lnTo>
                  <a:lnTo>
                    <a:pt x="6319315" y="1312579"/>
                  </a:lnTo>
                  <a:lnTo>
                    <a:pt x="6287071" y="1273655"/>
                  </a:lnTo>
                  <a:lnTo>
                    <a:pt x="6254367" y="1235245"/>
                  </a:lnTo>
                  <a:lnTo>
                    <a:pt x="6221207" y="1197353"/>
                  </a:lnTo>
                  <a:lnTo>
                    <a:pt x="6187597" y="1159983"/>
                  </a:lnTo>
                  <a:lnTo>
                    <a:pt x="6153543" y="1123138"/>
                  </a:lnTo>
                  <a:lnTo>
                    <a:pt x="6119049" y="1086822"/>
                  </a:lnTo>
                  <a:lnTo>
                    <a:pt x="6084122" y="1051038"/>
                  </a:lnTo>
                  <a:lnTo>
                    <a:pt x="6048766" y="1015790"/>
                  </a:lnTo>
                  <a:lnTo>
                    <a:pt x="6012987" y="981081"/>
                  </a:lnTo>
                  <a:lnTo>
                    <a:pt x="5976790" y="946915"/>
                  </a:lnTo>
                  <a:lnTo>
                    <a:pt x="5940181" y="913295"/>
                  </a:lnTo>
                  <a:lnTo>
                    <a:pt x="5903165" y="880225"/>
                  </a:lnTo>
                  <a:lnTo>
                    <a:pt x="5865748" y="847708"/>
                  </a:lnTo>
                  <a:lnTo>
                    <a:pt x="5827935" y="815749"/>
                  </a:lnTo>
                  <a:lnTo>
                    <a:pt x="5789731" y="784350"/>
                  </a:lnTo>
                  <a:lnTo>
                    <a:pt x="5751142" y="753515"/>
                  </a:lnTo>
                  <a:lnTo>
                    <a:pt x="5712173" y="723247"/>
                  </a:lnTo>
                  <a:lnTo>
                    <a:pt x="5672829" y="693551"/>
                  </a:lnTo>
                  <a:lnTo>
                    <a:pt x="5633117" y="664429"/>
                  </a:lnTo>
                  <a:lnTo>
                    <a:pt x="5593041" y="635885"/>
                  </a:lnTo>
                  <a:lnTo>
                    <a:pt x="5552607" y="607923"/>
                  </a:lnTo>
                  <a:lnTo>
                    <a:pt x="5511820" y="580546"/>
                  </a:lnTo>
                  <a:lnTo>
                    <a:pt x="5470685" y="553758"/>
                  </a:lnTo>
                  <a:lnTo>
                    <a:pt x="5429209" y="527562"/>
                  </a:lnTo>
                  <a:lnTo>
                    <a:pt x="5387396" y="501962"/>
                  </a:lnTo>
                  <a:lnTo>
                    <a:pt x="5345252" y="476961"/>
                  </a:lnTo>
                  <a:lnTo>
                    <a:pt x="5302782" y="452563"/>
                  </a:lnTo>
                  <a:lnTo>
                    <a:pt x="5259991" y="428771"/>
                  </a:lnTo>
                  <a:lnTo>
                    <a:pt x="5216886" y="405589"/>
                  </a:lnTo>
                  <a:lnTo>
                    <a:pt x="5173471" y="383021"/>
                  </a:lnTo>
                  <a:lnTo>
                    <a:pt x="5129752" y="361070"/>
                  </a:lnTo>
                  <a:lnTo>
                    <a:pt x="5085734" y="339739"/>
                  </a:lnTo>
                  <a:lnTo>
                    <a:pt x="5041423" y="319032"/>
                  </a:lnTo>
                  <a:lnTo>
                    <a:pt x="4996823" y="298953"/>
                  </a:lnTo>
                  <a:lnTo>
                    <a:pt x="4951941" y="279505"/>
                  </a:lnTo>
                  <a:lnTo>
                    <a:pt x="4906782" y="260691"/>
                  </a:lnTo>
                  <a:lnTo>
                    <a:pt x="4861352" y="242516"/>
                  </a:lnTo>
                  <a:lnTo>
                    <a:pt x="4815654" y="224982"/>
                  </a:lnTo>
                  <a:lnTo>
                    <a:pt x="4769696" y="208094"/>
                  </a:lnTo>
                  <a:lnTo>
                    <a:pt x="4723483" y="191854"/>
                  </a:lnTo>
                  <a:lnTo>
                    <a:pt x="4677019" y="176267"/>
                  </a:lnTo>
                  <a:lnTo>
                    <a:pt x="4630310" y="161335"/>
                  </a:lnTo>
                  <a:lnTo>
                    <a:pt x="4583362" y="147063"/>
                  </a:lnTo>
                  <a:lnTo>
                    <a:pt x="4536181" y="133453"/>
                  </a:lnTo>
                  <a:lnTo>
                    <a:pt x="4488770" y="120510"/>
                  </a:lnTo>
                  <a:lnTo>
                    <a:pt x="4441137" y="108237"/>
                  </a:lnTo>
                  <a:lnTo>
                    <a:pt x="4393285" y="96638"/>
                  </a:lnTo>
                  <a:lnTo>
                    <a:pt x="4345222" y="85715"/>
                  </a:lnTo>
                  <a:lnTo>
                    <a:pt x="4296951" y="75473"/>
                  </a:lnTo>
                  <a:lnTo>
                    <a:pt x="4248479" y="65915"/>
                  </a:lnTo>
                  <a:lnTo>
                    <a:pt x="4199811" y="57045"/>
                  </a:lnTo>
                  <a:lnTo>
                    <a:pt x="4150952" y="48865"/>
                  </a:lnTo>
                  <a:lnTo>
                    <a:pt x="4101908" y="41381"/>
                  </a:lnTo>
                  <a:lnTo>
                    <a:pt x="4052684" y="34594"/>
                  </a:lnTo>
                </a:path>
              </a:pathLst>
            </a:custGeom>
            <a:ln w="9525">
              <a:solidFill>
                <a:srgbClr val="C4E1CD"/>
              </a:solidFill>
            </a:ln>
          </p:spPr>
          <p:txBody>
            <a:bodyPr wrap="square" lIns="0" tIns="0" rIns="0" bIns="0" rtlCol="0"/>
            <a:lstStyle/>
            <a:p>
              <a:endParaRPr sz="849"/>
            </a:p>
          </p:txBody>
        </p:sp>
        <p:sp>
          <p:nvSpPr>
            <p:cNvPr id="6" name="object 25">
              <a:extLst>
                <a:ext uri="{FF2B5EF4-FFF2-40B4-BE49-F238E27FC236}">
                  <a16:creationId xmlns:a16="http://schemas.microsoft.com/office/drawing/2014/main" id="{8207C49E-615D-5482-45CB-4F23C1E9C0C1}"/>
                </a:ext>
              </a:extLst>
            </p:cNvPr>
            <p:cNvSpPr/>
            <p:nvPr/>
          </p:nvSpPr>
          <p:spPr>
            <a:xfrm>
              <a:off x="5882932" y="2145421"/>
              <a:ext cx="1323340" cy="1188720"/>
            </a:xfrm>
            <a:custGeom>
              <a:avLst/>
              <a:gdLst/>
              <a:ahLst/>
              <a:cxnLst/>
              <a:rect l="l" t="t" r="r" b="b"/>
              <a:pathLst>
                <a:path w="1323340" h="1188720">
                  <a:moveTo>
                    <a:pt x="1323243" y="1188341"/>
                  </a:moveTo>
                  <a:lnTo>
                    <a:pt x="1302947" y="1128198"/>
                  </a:lnTo>
                  <a:lnTo>
                    <a:pt x="1286304" y="1081545"/>
                  </a:lnTo>
                  <a:lnTo>
                    <a:pt x="1269001" y="1035125"/>
                  </a:lnTo>
                  <a:lnTo>
                    <a:pt x="1251041" y="988943"/>
                  </a:lnTo>
                  <a:lnTo>
                    <a:pt x="1232425" y="943003"/>
                  </a:lnTo>
                  <a:lnTo>
                    <a:pt x="1213154" y="897309"/>
                  </a:lnTo>
                  <a:lnTo>
                    <a:pt x="1193230" y="851867"/>
                  </a:lnTo>
                  <a:lnTo>
                    <a:pt x="1172655" y="806682"/>
                  </a:lnTo>
                  <a:lnTo>
                    <a:pt x="1151430" y="761757"/>
                  </a:lnTo>
                  <a:lnTo>
                    <a:pt x="1129556" y="717098"/>
                  </a:lnTo>
                  <a:lnTo>
                    <a:pt x="1107036" y="672709"/>
                  </a:lnTo>
                  <a:lnTo>
                    <a:pt x="1083871" y="628596"/>
                  </a:lnTo>
                  <a:lnTo>
                    <a:pt x="1060063" y="584762"/>
                  </a:lnTo>
                  <a:lnTo>
                    <a:pt x="1035612" y="541213"/>
                  </a:lnTo>
                  <a:lnTo>
                    <a:pt x="1010521" y="497952"/>
                  </a:lnTo>
                  <a:lnTo>
                    <a:pt x="984792" y="454986"/>
                  </a:lnTo>
                  <a:lnTo>
                    <a:pt x="958425" y="412319"/>
                  </a:lnTo>
                  <a:lnTo>
                    <a:pt x="931422" y="369954"/>
                  </a:lnTo>
                  <a:lnTo>
                    <a:pt x="903785" y="327898"/>
                  </a:lnTo>
                  <a:lnTo>
                    <a:pt x="875516" y="286155"/>
                  </a:lnTo>
                  <a:lnTo>
                    <a:pt x="846616" y="244729"/>
                  </a:lnTo>
                  <a:lnTo>
                    <a:pt x="817086" y="203625"/>
                  </a:lnTo>
                  <a:lnTo>
                    <a:pt x="786929" y="162848"/>
                  </a:lnTo>
                  <a:lnTo>
                    <a:pt x="756146" y="122402"/>
                  </a:lnTo>
                  <a:lnTo>
                    <a:pt x="661645" y="0"/>
                  </a:lnTo>
                  <a:lnTo>
                    <a:pt x="566966" y="122402"/>
                  </a:lnTo>
                  <a:lnTo>
                    <a:pt x="536204" y="162848"/>
                  </a:lnTo>
                  <a:lnTo>
                    <a:pt x="506066" y="203625"/>
                  </a:lnTo>
                  <a:lnTo>
                    <a:pt x="476554" y="244729"/>
                  </a:lnTo>
                  <a:lnTo>
                    <a:pt x="447670" y="286155"/>
                  </a:lnTo>
                  <a:lnTo>
                    <a:pt x="419415" y="327898"/>
                  </a:lnTo>
                  <a:lnTo>
                    <a:pt x="391791" y="369954"/>
                  </a:lnTo>
                  <a:lnTo>
                    <a:pt x="364799" y="412319"/>
                  </a:lnTo>
                  <a:lnTo>
                    <a:pt x="338442" y="454986"/>
                  </a:lnTo>
                  <a:lnTo>
                    <a:pt x="312721" y="497952"/>
                  </a:lnTo>
                  <a:lnTo>
                    <a:pt x="287637" y="541213"/>
                  </a:lnTo>
                  <a:lnTo>
                    <a:pt x="263192" y="584762"/>
                  </a:lnTo>
                  <a:lnTo>
                    <a:pt x="239388" y="628596"/>
                  </a:lnTo>
                  <a:lnTo>
                    <a:pt x="216227" y="672709"/>
                  </a:lnTo>
                  <a:lnTo>
                    <a:pt x="193709" y="717098"/>
                  </a:lnTo>
                  <a:lnTo>
                    <a:pt x="171837" y="761757"/>
                  </a:lnTo>
                  <a:lnTo>
                    <a:pt x="150613" y="806682"/>
                  </a:lnTo>
                  <a:lnTo>
                    <a:pt x="130037" y="851867"/>
                  </a:lnTo>
                  <a:lnTo>
                    <a:pt x="110112" y="897309"/>
                  </a:lnTo>
                  <a:lnTo>
                    <a:pt x="90839" y="943003"/>
                  </a:lnTo>
                  <a:lnTo>
                    <a:pt x="72220" y="988943"/>
                  </a:lnTo>
                  <a:lnTo>
                    <a:pt x="54257" y="1035125"/>
                  </a:lnTo>
                  <a:lnTo>
                    <a:pt x="36950" y="1081545"/>
                  </a:lnTo>
                  <a:lnTo>
                    <a:pt x="20302" y="1128198"/>
                  </a:lnTo>
                  <a:lnTo>
                    <a:pt x="4315" y="1175079"/>
                  </a:lnTo>
                  <a:lnTo>
                    <a:pt x="0" y="1188341"/>
                  </a:lnTo>
                </a:path>
              </a:pathLst>
            </a:custGeom>
            <a:ln w="9525">
              <a:solidFill>
                <a:srgbClr val="C4E1CD"/>
              </a:solidFill>
            </a:ln>
          </p:spPr>
          <p:txBody>
            <a:bodyPr wrap="square" lIns="0" tIns="0" rIns="0" bIns="0" rtlCol="0"/>
            <a:lstStyle/>
            <a:p>
              <a:endParaRPr sz="849"/>
            </a:p>
          </p:txBody>
        </p:sp>
        <p:sp>
          <p:nvSpPr>
            <p:cNvPr id="7" name="object 26">
              <a:extLst>
                <a:ext uri="{FF2B5EF4-FFF2-40B4-BE49-F238E27FC236}">
                  <a16:creationId xmlns:a16="http://schemas.microsoft.com/office/drawing/2014/main" id="{72246793-C8CC-C392-6977-F37744ACA046}"/>
                </a:ext>
              </a:extLst>
            </p:cNvPr>
            <p:cNvSpPr/>
            <p:nvPr/>
          </p:nvSpPr>
          <p:spPr>
            <a:xfrm>
              <a:off x="6544744" y="1151738"/>
              <a:ext cx="1007744" cy="993775"/>
            </a:xfrm>
            <a:custGeom>
              <a:avLst/>
              <a:gdLst/>
              <a:ahLst/>
              <a:cxnLst/>
              <a:rect l="l" t="t" r="r" b="b"/>
              <a:pathLst>
                <a:path w="1007745" h="993775">
                  <a:moveTo>
                    <a:pt x="1007475" y="0"/>
                  </a:moveTo>
                  <a:lnTo>
                    <a:pt x="964928" y="28652"/>
                  </a:lnTo>
                  <a:lnTo>
                    <a:pt x="925183" y="56259"/>
                  </a:lnTo>
                  <a:lnTo>
                    <a:pt x="885787" y="84427"/>
                  </a:lnTo>
                  <a:lnTo>
                    <a:pt x="846746" y="113153"/>
                  </a:lnTo>
                  <a:lnTo>
                    <a:pt x="808065" y="142436"/>
                  </a:lnTo>
                  <a:lnTo>
                    <a:pt x="769750" y="172273"/>
                  </a:lnTo>
                  <a:lnTo>
                    <a:pt x="731805" y="202660"/>
                  </a:lnTo>
                  <a:lnTo>
                    <a:pt x="694235" y="233595"/>
                  </a:lnTo>
                  <a:lnTo>
                    <a:pt x="657047" y="265076"/>
                  </a:lnTo>
                  <a:lnTo>
                    <a:pt x="620246" y="297101"/>
                  </a:lnTo>
                  <a:lnTo>
                    <a:pt x="583836" y="329665"/>
                  </a:lnTo>
                  <a:lnTo>
                    <a:pt x="547822" y="362768"/>
                  </a:lnTo>
                  <a:lnTo>
                    <a:pt x="512212" y="396406"/>
                  </a:lnTo>
                  <a:lnTo>
                    <a:pt x="477008" y="430576"/>
                  </a:lnTo>
                  <a:lnTo>
                    <a:pt x="442218" y="465277"/>
                  </a:lnTo>
                  <a:lnTo>
                    <a:pt x="407846" y="500505"/>
                  </a:lnTo>
                  <a:lnTo>
                    <a:pt x="373897" y="536258"/>
                  </a:lnTo>
                  <a:lnTo>
                    <a:pt x="340376" y="572533"/>
                  </a:lnTo>
                  <a:lnTo>
                    <a:pt x="307290" y="609328"/>
                  </a:lnTo>
                  <a:lnTo>
                    <a:pt x="274643" y="646640"/>
                  </a:lnTo>
                  <a:lnTo>
                    <a:pt x="242440" y="684467"/>
                  </a:lnTo>
                  <a:lnTo>
                    <a:pt x="210687" y="722805"/>
                  </a:lnTo>
                  <a:lnTo>
                    <a:pt x="179389" y="761653"/>
                  </a:lnTo>
                  <a:lnTo>
                    <a:pt x="148551" y="801007"/>
                  </a:lnTo>
                  <a:lnTo>
                    <a:pt x="0" y="993679"/>
                  </a:lnTo>
                  <a:lnTo>
                    <a:pt x="1007475" y="993679"/>
                  </a:lnTo>
                </a:path>
              </a:pathLst>
            </a:custGeom>
            <a:ln w="9525">
              <a:solidFill>
                <a:srgbClr val="C4E1CD"/>
              </a:solidFill>
            </a:ln>
          </p:spPr>
          <p:txBody>
            <a:bodyPr wrap="square" lIns="0" tIns="0" rIns="0" bIns="0" rtlCol="0"/>
            <a:lstStyle/>
            <a:p>
              <a:endParaRPr sz="849"/>
            </a:p>
          </p:txBody>
        </p:sp>
      </p:grpSp>
      <p:sp>
        <p:nvSpPr>
          <p:cNvPr id="8" name="Rectangle: Single Corner Rounded 7">
            <a:extLst>
              <a:ext uri="{FF2B5EF4-FFF2-40B4-BE49-F238E27FC236}">
                <a16:creationId xmlns:a16="http://schemas.microsoft.com/office/drawing/2014/main" id="{C8E93529-2614-7E2E-2EE2-98EFA88E353C}"/>
              </a:ext>
            </a:extLst>
          </p:cNvPr>
          <p:cNvSpPr/>
          <p:nvPr/>
        </p:nvSpPr>
        <p:spPr>
          <a:xfrm flipH="1" flipV="1">
            <a:off x="407988" y="0"/>
            <a:ext cx="11784012" cy="295836"/>
          </a:xfrm>
          <a:prstGeom prst="round1Rect">
            <a:avLst>
              <a:gd name="adj" fmla="val 50000"/>
            </a:avLst>
          </a:prstGeom>
          <a:solidFill>
            <a:srgbClr val="6479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Tree>
    <p:extLst>
      <p:ext uri="{BB962C8B-B14F-4D97-AF65-F5344CB8AC3E}">
        <p14:creationId xmlns:p14="http://schemas.microsoft.com/office/powerpoint/2010/main" val="3377138027"/>
      </p:ext>
    </p:extLst>
  </p:cSld>
  <p:clrMapOvr>
    <a:masterClrMapping/>
  </p:clrMapOvr>
  <p:extLst>
    <p:ext uri="{DCECCB84-F9BA-43D5-87BE-67443E8EF086}">
      <p15:sldGuideLst xmlns:p15="http://schemas.microsoft.com/office/powerpoint/2012/main">
        <p15:guide id="1" pos="257">
          <p15:clr>
            <a:srgbClr val="FBAE40"/>
          </p15:clr>
        </p15:guide>
        <p15:guide id="2" pos="7446">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p:cSld name="Divisória - Escuro">
    <p:bg>
      <p:bgPr>
        <a:gradFill>
          <a:gsLst>
            <a:gs pos="0">
              <a:schemeClr val="tx1">
                <a:lumMod val="95000"/>
                <a:lumOff val="5000"/>
              </a:schemeClr>
            </a:gs>
            <a:gs pos="100000">
              <a:schemeClr val="tx1">
                <a:lumMod val="85000"/>
                <a:lumOff val="15000"/>
              </a:schemeClr>
            </a:gs>
            <a:gs pos="49000">
              <a:schemeClr val="tx1">
                <a:lumMod val="95000"/>
                <a:lumOff val="5000"/>
              </a:schemeClr>
            </a:gs>
          </a:gsLst>
          <a:lin ang="4200000" scaled="0"/>
        </a:gradFill>
        <a:effectLst/>
      </p:bgPr>
    </p:bg>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F53E2E6E-222A-F591-1663-CA402B732DC6}"/>
              </a:ext>
            </a:extLst>
          </p:cNvPr>
          <p:cNvSpPr>
            <a:spLocks noGrp="1"/>
          </p:cNvSpPr>
          <p:nvPr>
            <p:ph type="body" sz="quarter" idx="13" hasCustomPrompt="1"/>
          </p:nvPr>
        </p:nvSpPr>
        <p:spPr>
          <a:xfrm>
            <a:off x="407988" y="2938015"/>
            <a:ext cx="4167530" cy="2783977"/>
          </a:xfrm>
          <a:prstGeom prst="rect">
            <a:avLst/>
          </a:prstGeom>
        </p:spPr>
        <p:txBody>
          <a:bodyPr lIns="0" tIns="0" rIns="0" bIns="0" anchor="b" anchorCtr="0"/>
          <a:lstStyle>
            <a:lvl1pPr marL="0" indent="0">
              <a:buNone/>
              <a:defRPr sz="3400">
                <a:solidFill>
                  <a:schemeClr val="bg1"/>
                </a:solidFill>
                <a:latin typeface="Versos Light" panose="020B0403020204030204" pitchFamily="34" charset="0"/>
              </a:defRPr>
            </a:lvl1pPr>
          </a:lstStyle>
          <a:p>
            <a:pPr lvl="0"/>
            <a:r>
              <a:rPr lang="en-US" err="1"/>
              <a:t>Anexos</a:t>
            </a:r>
            <a:endParaRPr lang="en-US"/>
          </a:p>
        </p:txBody>
      </p:sp>
      <p:sp>
        <p:nvSpPr>
          <p:cNvPr id="14" name="Text Placeholder 15">
            <a:extLst>
              <a:ext uri="{FF2B5EF4-FFF2-40B4-BE49-F238E27FC236}">
                <a16:creationId xmlns:a16="http://schemas.microsoft.com/office/drawing/2014/main" id="{96110406-75EA-FDCF-8EC5-7273399369D0}"/>
              </a:ext>
            </a:extLst>
          </p:cNvPr>
          <p:cNvSpPr>
            <a:spLocks noGrp="1"/>
          </p:cNvSpPr>
          <p:nvPr>
            <p:ph type="body" sz="quarter" idx="14" hasCustomPrompt="1"/>
          </p:nvPr>
        </p:nvSpPr>
        <p:spPr>
          <a:xfrm>
            <a:off x="407988" y="5722315"/>
            <a:ext cx="4167530" cy="997297"/>
          </a:xfrm>
          <a:prstGeom prst="rect">
            <a:avLst/>
          </a:prstGeom>
        </p:spPr>
        <p:txBody>
          <a:bodyPr lIns="0" tIns="0" rIns="0" bIns="0"/>
          <a:lstStyle>
            <a:lvl1pPr>
              <a:defRPr lang="en-US" sz="2000" b="1" i="0" u="none" strike="noStrike" kern="1200" cap="none" dirty="0" smtClean="0">
                <a:solidFill>
                  <a:schemeClr val="bg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sp>
        <p:nvSpPr>
          <p:cNvPr id="22" name="Text Placeholder 20">
            <a:extLst>
              <a:ext uri="{FF2B5EF4-FFF2-40B4-BE49-F238E27FC236}">
                <a16:creationId xmlns:a16="http://schemas.microsoft.com/office/drawing/2014/main" id="{D681B05B-2386-9C81-6A6D-BFFEF6DED57D}"/>
              </a:ext>
            </a:extLst>
          </p:cNvPr>
          <p:cNvSpPr>
            <a:spLocks noGrp="1"/>
          </p:cNvSpPr>
          <p:nvPr>
            <p:ph type="body" sz="quarter" idx="17" hasCustomPrompt="1"/>
          </p:nvPr>
        </p:nvSpPr>
        <p:spPr>
          <a:xfrm>
            <a:off x="6096001" y="5804626"/>
            <a:ext cx="1449387" cy="184666"/>
          </a:xfrm>
          <a:prstGeom prst="rect">
            <a:avLst/>
          </a:prstGeom>
        </p:spPr>
        <p:txBody>
          <a:bodyPr lIns="0" tIns="0" rIns="0" bIns="0">
            <a:noAutofit/>
          </a:bodyPr>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email@tivio.com</a:t>
            </a:r>
          </a:p>
        </p:txBody>
      </p:sp>
      <p:sp>
        <p:nvSpPr>
          <p:cNvPr id="23" name="Text Placeholder 20">
            <a:extLst>
              <a:ext uri="{FF2B5EF4-FFF2-40B4-BE49-F238E27FC236}">
                <a16:creationId xmlns:a16="http://schemas.microsoft.com/office/drawing/2014/main" id="{ACB2D47A-729B-16A4-3FD8-0779C01BA71B}"/>
              </a:ext>
            </a:extLst>
          </p:cNvPr>
          <p:cNvSpPr>
            <a:spLocks noGrp="1"/>
          </p:cNvSpPr>
          <p:nvPr>
            <p:ph type="body" sz="quarter" idx="19" hasCustomPrompt="1"/>
          </p:nvPr>
        </p:nvSpPr>
        <p:spPr>
          <a:xfrm>
            <a:off x="7766084" y="5804626"/>
            <a:ext cx="1449387" cy="184666"/>
          </a:xfrm>
          <a:prstGeom prst="rect">
            <a:avLst/>
          </a:prstGeom>
        </p:spPr>
        <p:txBody>
          <a:bodyPr lIns="0" tIns="0" rIns="0" bIns="0">
            <a:noAutofit/>
          </a:bodyPr>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email@tivio.com</a:t>
            </a:r>
          </a:p>
        </p:txBody>
      </p:sp>
      <p:sp>
        <p:nvSpPr>
          <p:cNvPr id="24" name="Text Placeholder 20">
            <a:extLst>
              <a:ext uri="{FF2B5EF4-FFF2-40B4-BE49-F238E27FC236}">
                <a16:creationId xmlns:a16="http://schemas.microsoft.com/office/drawing/2014/main" id="{6392F700-2642-3814-0747-D0EBAE5EE8DA}"/>
              </a:ext>
            </a:extLst>
          </p:cNvPr>
          <p:cNvSpPr>
            <a:spLocks noGrp="1"/>
          </p:cNvSpPr>
          <p:nvPr>
            <p:ph type="body" sz="quarter" idx="21" hasCustomPrompt="1"/>
          </p:nvPr>
        </p:nvSpPr>
        <p:spPr>
          <a:xfrm>
            <a:off x="9436009" y="5804626"/>
            <a:ext cx="1449387" cy="184666"/>
          </a:xfrm>
          <a:prstGeom prst="rect">
            <a:avLst/>
          </a:prstGeom>
        </p:spPr>
        <p:txBody>
          <a:bodyPr lIns="0" tIns="0" rIns="0" bIns="0">
            <a:noAutofit/>
          </a:bodyPr>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email@tivio.com</a:t>
            </a:r>
          </a:p>
        </p:txBody>
      </p:sp>
      <p:sp>
        <p:nvSpPr>
          <p:cNvPr id="25" name="Text Placeholder 41">
            <a:extLst>
              <a:ext uri="{FF2B5EF4-FFF2-40B4-BE49-F238E27FC236}">
                <a16:creationId xmlns:a16="http://schemas.microsoft.com/office/drawing/2014/main" id="{157C41B9-AF41-31A7-3A0A-19B45968B487}"/>
              </a:ext>
            </a:extLst>
          </p:cNvPr>
          <p:cNvSpPr>
            <a:spLocks noGrp="1"/>
          </p:cNvSpPr>
          <p:nvPr>
            <p:ph type="body" sz="quarter" idx="22" hasCustomPrompt="1"/>
          </p:nvPr>
        </p:nvSpPr>
        <p:spPr>
          <a:xfrm>
            <a:off x="6096001" y="5597734"/>
            <a:ext cx="1449387" cy="180000"/>
          </a:xfrm>
          <a:prstGeom prst="rect">
            <a:avLst/>
          </a:prstGeom>
        </p:spPr>
        <p:txBody>
          <a:bodyPr lIns="0" tIns="0" rIns="0" bIns="0"/>
          <a:lstStyle>
            <a:lvl1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6" name="Text Placeholder 41">
            <a:extLst>
              <a:ext uri="{FF2B5EF4-FFF2-40B4-BE49-F238E27FC236}">
                <a16:creationId xmlns:a16="http://schemas.microsoft.com/office/drawing/2014/main" id="{3517E57F-3F51-7633-EEE2-B42F36DCEDB6}"/>
              </a:ext>
            </a:extLst>
          </p:cNvPr>
          <p:cNvSpPr>
            <a:spLocks noGrp="1"/>
          </p:cNvSpPr>
          <p:nvPr>
            <p:ph type="body" sz="quarter" idx="23" hasCustomPrompt="1"/>
          </p:nvPr>
        </p:nvSpPr>
        <p:spPr>
          <a:xfrm>
            <a:off x="7766083" y="5597734"/>
            <a:ext cx="1449387" cy="180000"/>
          </a:xfrm>
          <a:prstGeom prst="rect">
            <a:avLst/>
          </a:prstGeom>
        </p:spPr>
        <p:txBody>
          <a:bodyPr lIns="0" tIns="0" rIns="0" bIns="0"/>
          <a:lstStyle>
            <a:lvl1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7" name="Text Placeholder 41">
            <a:extLst>
              <a:ext uri="{FF2B5EF4-FFF2-40B4-BE49-F238E27FC236}">
                <a16:creationId xmlns:a16="http://schemas.microsoft.com/office/drawing/2014/main" id="{87E0728A-5639-44E4-17A8-459EA60420AA}"/>
              </a:ext>
            </a:extLst>
          </p:cNvPr>
          <p:cNvSpPr>
            <a:spLocks noGrp="1"/>
          </p:cNvSpPr>
          <p:nvPr>
            <p:ph type="body" sz="quarter" idx="24" hasCustomPrompt="1"/>
          </p:nvPr>
        </p:nvSpPr>
        <p:spPr>
          <a:xfrm>
            <a:off x="9436008" y="5597734"/>
            <a:ext cx="1449387" cy="180000"/>
          </a:xfrm>
          <a:prstGeom prst="rect">
            <a:avLst/>
          </a:prstGeom>
        </p:spPr>
        <p:txBody>
          <a:bodyPr lIns="0" tIns="0" rIns="0" bIns="0"/>
          <a:lstStyle>
            <a:lvl1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8" name="Text Placeholder 17">
            <a:extLst>
              <a:ext uri="{FF2B5EF4-FFF2-40B4-BE49-F238E27FC236}">
                <a16:creationId xmlns:a16="http://schemas.microsoft.com/office/drawing/2014/main" id="{46268A65-19CA-59CF-EB3E-096ECD0A6AD9}"/>
              </a:ext>
            </a:extLst>
          </p:cNvPr>
          <p:cNvSpPr>
            <a:spLocks noGrp="1"/>
          </p:cNvSpPr>
          <p:nvPr>
            <p:ph type="body" sz="quarter" idx="15" hasCustomPrompt="1"/>
          </p:nvPr>
        </p:nvSpPr>
        <p:spPr>
          <a:xfrm>
            <a:off x="6096000" y="5300937"/>
            <a:ext cx="4789394" cy="200722"/>
          </a:xfrm>
          <a:prstGeom prst="rect">
            <a:avLst/>
          </a:prstGeom>
        </p:spPr>
        <p:txBody>
          <a:bodyPr lIns="0" tIns="0" rIns="0" bIns="0"/>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accent2"/>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Área de atuação</a:t>
            </a:r>
          </a:p>
        </p:txBody>
      </p:sp>
    </p:spTree>
    <p:extLst>
      <p:ext uri="{BB962C8B-B14F-4D97-AF65-F5344CB8AC3E}">
        <p14:creationId xmlns:p14="http://schemas.microsoft.com/office/powerpoint/2010/main" val="361398257"/>
      </p:ext>
    </p:extLst>
  </p:cSld>
  <p:clrMapOvr>
    <a:masterClrMapping/>
  </p:clrMapOvr>
  <p:extLst>
    <p:ext uri="{DCECCB84-F9BA-43D5-87BE-67443E8EF086}">
      <p15:sldGuideLst xmlns:p15="http://schemas.microsoft.com/office/powerpoint/2012/main">
        <p15:guide id="1" pos="257">
          <p15:clr>
            <a:srgbClr val="FBAE40"/>
          </p15:clr>
        </p15:guide>
        <p15:guide id="2" orient="horz" pos="3770">
          <p15:clr>
            <a:srgbClr val="FBAE40"/>
          </p15:clr>
        </p15:guide>
        <p15:guide id="3" pos="7446">
          <p15:clr>
            <a:srgbClr val="FBAE40"/>
          </p15:clr>
        </p15:guide>
        <p15:guide id="4" orient="horz" pos="3997">
          <p15:clr>
            <a:srgbClr val="FBAE40"/>
          </p15:clr>
        </p15:guide>
        <p15:guide id="5" orient="horz" pos="550">
          <p15:clr>
            <a:srgbClr val="FBAE40"/>
          </p15:clr>
        </p15:guide>
        <p15:guide id="6" orient="horz" pos="323">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type="obj" preserve="1">
  <p:cSld name="Contracapa">
    <p:bg>
      <p:bgPr>
        <a:solidFill>
          <a:schemeClr val="tx1"/>
        </a:solidFill>
        <a:effectLst/>
      </p:bgPr>
    </p:bg>
    <p:spTree>
      <p:nvGrpSpPr>
        <p:cNvPr id="1" name=""/>
        <p:cNvGrpSpPr/>
        <p:nvPr/>
      </p:nvGrpSpPr>
      <p:grpSpPr>
        <a:xfrm>
          <a:off x="0" y="0"/>
          <a:ext cx="0" cy="0"/>
          <a:chOff x="0" y="0"/>
          <a:chExt cx="0" cy="0"/>
        </a:xfrm>
      </p:grpSpPr>
      <p:sp>
        <p:nvSpPr>
          <p:cNvPr id="7" name="CaixaDeTexto 5">
            <a:extLst>
              <a:ext uri="{FF2B5EF4-FFF2-40B4-BE49-F238E27FC236}">
                <a16:creationId xmlns:a16="http://schemas.microsoft.com/office/drawing/2014/main" id="{43DFA321-6122-DD56-1B69-CCC4924A73A8}"/>
              </a:ext>
            </a:extLst>
          </p:cNvPr>
          <p:cNvSpPr txBox="1"/>
          <p:nvPr/>
        </p:nvSpPr>
        <p:spPr>
          <a:xfrm>
            <a:off x="7491664" y="5251905"/>
            <a:ext cx="4155689" cy="1077218"/>
          </a:xfrm>
          <a:prstGeom prst="rect">
            <a:avLst/>
          </a:prstGeom>
          <a:noFill/>
        </p:spPr>
        <p:txBody>
          <a:bodyPr wrap="square" lIns="0" tIns="0" rIns="0" bIns="0">
            <a:spAutoFit/>
          </a:bodyPr>
          <a:lstStyle/>
          <a:p>
            <a:pPr algn="r"/>
            <a:r>
              <a:rPr lang="it-IT" sz="14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Avenida Brigadeiro Faria Lima, 4.300</a:t>
            </a:r>
          </a:p>
          <a:p>
            <a:pPr algn="r"/>
            <a:r>
              <a:rPr lang="it-IT" sz="14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r"/>
            <a:r>
              <a:rPr lang="it-IT" sz="14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r"/>
            <a:endParaRPr lang="it-IT" sz="1400">
              <a:solidFill>
                <a:schemeClr val="bg1"/>
              </a:solidFill>
              <a:latin typeface="Versos Light" panose="020B0403020204030204" pitchFamily="34" charset="0"/>
              <a:cs typeface="Times New Roman" panose="02020603050405020304" pitchFamily="18" charset="0"/>
            </a:endParaRPr>
          </a:p>
          <a:p>
            <a:pPr algn="r"/>
            <a:r>
              <a:rPr lang="it-IT" sz="1400" b="0">
                <a:solidFill>
                  <a:schemeClr val="bg1"/>
                </a:solidFill>
                <a:latin typeface="+mn-lt"/>
                <a:cs typeface="Times New Roman" panose="02020603050405020304" pitchFamily="18" charset="0"/>
              </a:rPr>
              <a:t>www.tivio.com</a:t>
            </a:r>
            <a:endParaRPr lang="pt-BR" sz="1400" b="0">
              <a:solidFill>
                <a:schemeClr val="bg1"/>
              </a:solidFill>
              <a:latin typeface="+mn-lt"/>
            </a:endParaRPr>
          </a:p>
        </p:txBody>
      </p:sp>
      <p:grpSp>
        <p:nvGrpSpPr>
          <p:cNvPr id="11" name="Group 10">
            <a:extLst>
              <a:ext uri="{FF2B5EF4-FFF2-40B4-BE49-F238E27FC236}">
                <a16:creationId xmlns:a16="http://schemas.microsoft.com/office/drawing/2014/main" id="{1A330FC6-53B2-4C95-7A0F-A920F3013C49}"/>
              </a:ext>
            </a:extLst>
          </p:cNvPr>
          <p:cNvGrpSpPr/>
          <p:nvPr/>
        </p:nvGrpSpPr>
        <p:grpSpPr>
          <a:xfrm>
            <a:off x="-7705924" y="882317"/>
            <a:ext cx="19934609" cy="6204031"/>
            <a:chOff x="-62630" y="3261055"/>
            <a:chExt cx="12291315" cy="3825292"/>
          </a:xfrm>
        </p:grpSpPr>
        <p:sp>
          <p:nvSpPr>
            <p:cNvPr id="8" name="Freeform: Shape 7">
              <a:extLst>
                <a:ext uri="{FF2B5EF4-FFF2-40B4-BE49-F238E27FC236}">
                  <a16:creationId xmlns:a16="http://schemas.microsoft.com/office/drawing/2014/main" id="{BBF3B65E-8CAD-31B1-6F90-86F99F800687}"/>
                </a:ext>
              </a:extLst>
            </p:cNvPr>
            <p:cNvSpPr/>
            <p:nvPr/>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
          <p:nvSpPr>
            <p:cNvPr id="9" name="Freeform: Shape 8">
              <a:extLst>
                <a:ext uri="{FF2B5EF4-FFF2-40B4-BE49-F238E27FC236}">
                  <a16:creationId xmlns:a16="http://schemas.microsoft.com/office/drawing/2014/main" id="{087CECC5-0785-0E7C-A4CB-3D289F54A871}"/>
                </a:ext>
              </a:extLst>
            </p:cNvPr>
            <p:cNvSpPr/>
            <p:nvPr/>
          </p:nvSpPr>
          <p:spPr>
            <a:xfrm>
              <a:off x="7240261" y="3261055"/>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grpSp>
      <p:sp>
        <p:nvSpPr>
          <p:cNvPr id="10" name="object 5"/>
          <p:cNvSpPr/>
          <p:nvPr/>
        </p:nvSpPr>
        <p:spPr>
          <a:xfrm>
            <a:off x="757218" y="3474647"/>
            <a:ext cx="1501480" cy="509684"/>
          </a:xfrm>
          <a:custGeom>
            <a:avLst/>
            <a:gdLst/>
            <a:ahLst/>
            <a:cxnLst/>
            <a:rect l="l" t="t" r="r" b="b"/>
            <a:pathLst>
              <a:path w="4495165" h="1525904">
                <a:moveTo>
                  <a:pt x="549605" y="149009"/>
                </a:moveTo>
                <a:lnTo>
                  <a:pt x="502272" y="93929"/>
                </a:lnTo>
                <a:lnTo>
                  <a:pt x="463880" y="62522"/>
                </a:lnTo>
                <a:lnTo>
                  <a:pt x="421525" y="37515"/>
                </a:lnTo>
                <a:lnTo>
                  <a:pt x="375894" y="19253"/>
                </a:lnTo>
                <a:lnTo>
                  <a:pt x="327634" y="8051"/>
                </a:lnTo>
                <a:lnTo>
                  <a:pt x="277444" y="4241"/>
                </a:lnTo>
                <a:lnTo>
                  <a:pt x="0" y="4241"/>
                </a:lnTo>
                <a:lnTo>
                  <a:pt x="0" y="149009"/>
                </a:lnTo>
                <a:lnTo>
                  <a:pt x="549605" y="149009"/>
                </a:lnTo>
                <a:close/>
              </a:path>
              <a:path w="4495165" h="1525904">
                <a:moveTo>
                  <a:pt x="630440" y="613206"/>
                </a:moveTo>
                <a:lnTo>
                  <a:pt x="626249" y="610260"/>
                </a:lnTo>
                <a:lnTo>
                  <a:pt x="626249" y="359600"/>
                </a:lnTo>
                <a:lnTo>
                  <a:pt x="621880" y="305828"/>
                </a:lnTo>
                <a:lnTo>
                  <a:pt x="608939" y="254203"/>
                </a:lnTo>
                <a:lnTo>
                  <a:pt x="587654" y="205422"/>
                </a:lnTo>
                <a:lnTo>
                  <a:pt x="558253" y="160185"/>
                </a:lnTo>
                <a:lnTo>
                  <a:pt x="549617" y="149009"/>
                </a:lnTo>
                <a:lnTo>
                  <a:pt x="511581" y="205422"/>
                </a:lnTo>
                <a:lnTo>
                  <a:pt x="490296" y="254203"/>
                </a:lnTo>
                <a:lnTo>
                  <a:pt x="477342" y="305828"/>
                </a:lnTo>
                <a:lnTo>
                  <a:pt x="472973" y="359600"/>
                </a:lnTo>
                <a:lnTo>
                  <a:pt x="472859" y="937183"/>
                </a:lnTo>
                <a:lnTo>
                  <a:pt x="472973" y="948131"/>
                </a:lnTo>
                <a:lnTo>
                  <a:pt x="626389" y="948131"/>
                </a:lnTo>
                <a:lnTo>
                  <a:pt x="626249" y="619315"/>
                </a:lnTo>
                <a:lnTo>
                  <a:pt x="630440" y="613206"/>
                </a:lnTo>
                <a:close/>
              </a:path>
              <a:path w="4495165" h="1525904">
                <a:moveTo>
                  <a:pt x="1099248" y="4241"/>
                </a:moveTo>
                <a:lnTo>
                  <a:pt x="821817" y="4241"/>
                </a:lnTo>
                <a:lnTo>
                  <a:pt x="771613" y="8051"/>
                </a:lnTo>
                <a:lnTo>
                  <a:pt x="723353" y="19253"/>
                </a:lnTo>
                <a:lnTo>
                  <a:pt x="677710" y="37515"/>
                </a:lnTo>
                <a:lnTo>
                  <a:pt x="635355" y="62522"/>
                </a:lnTo>
                <a:lnTo>
                  <a:pt x="596963" y="93929"/>
                </a:lnTo>
                <a:lnTo>
                  <a:pt x="563206" y="131406"/>
                </a:lnTo>
                <a:lnTo>
                  <a:pt x="549630" y="149009"/>
                </a:lnTo>
                <a:lnTo>
                  <a:pt x="1099248" y="149009"/>
                </a:lnTo>
                <a:lnTo>
                  <a:pt x="1099248" y="4241"/>
                </a:lnTo>
                <a:close/>
              </a:path>
              <a:path w="4495165" h="1525904">
                <a:moveTo>
                  <a:pt x="1472869" y="12420"/>
                </a:moveTo>
                <a:lnTo>
                  <a:pt x="1323860" y="12420"/>
                </a:lnTo>
                <a:lnTo>
                  <a:pt x="1323860" y="966152"/>
                </a:lnTo>
                <a:lnTo>
                  <a:pt x="1472869" y="966152"/>
                </a:lnTo>
                <a:lnTo>
                  <a:pt x="1472869" y="12420"/>
                </a:lnTo>
                <a:close/>
              </a:path>
              <a:path w="4495165" h="1525904">
                <a:moveTo>
                  <a:pt x="1628749" y="1277899"/>
                </a:moveTo>
                <a:lnTo>
                  <a:pt x="1610728" y="1227213"/>
                </a:lnTo>
                <a:lnTo>
                  <a:pt x="1577505" y="1188466"/>
                </a:lnTo>
                <a:lnTo>
                  <a:pt x="1531823" y="1163904"/>
                </a:lnTo>
                <a:lnTo>
                  <a:pt x="1476400" y="1155725"/>
                </a:lnTo>
                <a:lnTo>
                  <a:pt x="1451190" y="1157160"/>
                </a:lnTo>
                <a:lnTo>
                  <a:pt x="1405432" y="1168730"/>
                </a:lnTo>
                <a:lnTo>
                  <a:pt x="1366278" y="1191602"/>
                </a:lnTo>
                <a:lnTo>
                  <a:pt x="1335862" y="1224229"/>
                </a:lnTo>
                <a:lnTo>
                  <a:pt x="1314729" y="1265936"/>
                </a:lnTo>
                <a:lnTo>
                  <a:pt x="1304061" y="1314284"/>
                </a:lnTo>
                <a:lnTo>
                  <a:pt x="1302727" y="1340802"/>
                </a:lnTo>
                <a:lnTo>
                  <a:pt x="1304061" y="1367536"/>
                </a:lnTo>
                <a:lnTo>
                  <a:pt x="1314729" y="1416011"/>
                </a:lnTo>
                <a:lnTo>
                  <a:pt x="1335862" y="1457528"/>
                </a:lnTo>
                <a:lnTo>
                  <a:pt x="1366278" y="1490027"/>
                </a:lnTo>
                <a:lnTo>
                  <a:pt x="1405432" y="1512874"/>
                </a:lnTo>
                <a:lnTo>
                  <a:pt x="1451190" y="1524444"/>
                </a:lnTo>
                <a:lnTo>
                  <a:pt x="1476400" y="1525879"/>
                </a:lnTo>
                <a:lnTo>
                  <a:pt x="1505534" y="1523834"/>
                </a:lnTo>
                <a:lnTo>
                  <a:pt x="1556080" y="1507464"/>
                </a:lnTo>
                <a:lnTo>
                  <a:pt x="1595793" y="1475270"/>
                </a:lnTo>
                <a:lnTo>
                  <a:pt x="1621142" y="1430566"/>
                </a:lnTo>
                <a:lnTo>
                  <a:pt x="1582991" y="1403718"/>
                </a:lnTo>
                <a:lnTo>
                  <a:pt x="1576679" y="1421866"/>
                </a:lnTo>
                <a:lnTo>
                  <a:pt x="1568157" y="1437843"/>
                </a:lnTo>
                <a:lnTo>
                  <a:pt x="1529600" y="1472450"/>
                </a:lnTo>
                <a:lnTo>
                  <a:pt x="1474330" y="1484312"/>
                </a:lnTo>
                <a:lnTo>
                  <a:pt x="1456156" y="1483182"/>
                </a:lnTo>
                <a:lnTo>
                  <a:pt x="1408290" y="1466113"/>
                </a:lnTo>
                <a:lnTo>
                  <a:pt x="1372857" y="1430629"/>
                </a:lnTo>
                <a:lnTo>
                  <a:pt x="1352854" y="1380197"/>
                </a:lnTo>
                <a:lnTo>
                  <a:pt x="1349019" y="1340802"/>
                </a:lnTo>
                <a:lnTo>
                  <a:pt x="1349984" y="1320342"/>
                </a:lnTo>
                <a:lnTo>
                  <a:pt x="1364361" y="1266202"/>
                </a:lnTo>
                <a:lnTo>
                  <a:pt x="1394828" y="1225511"/>
                </a:lnTo>
                <a:lnTo>
                  <a:pt x="1439100" y="1201864"/>
                </a:lnTo>
                <a:lnTo>
                  <a:pt x="1474330" y="1197305"/>
                </a:lnTo>
                <a:lnTo>
                  <a:pt x="1494332" y="1198638"/>
                </a:lnTo>
                <a:lnTo>
                  <a:pt x="1544777" y="1218641"/>
                </a:lnTo>
                <a:lnTo>
                  <a:pt x="1577378" y="1259967"/>
                </a:lnTo>
                <a:lnTo>
                  <a:pt x="1583512" y="1277899"/>
                </a:lnTo>
                <a:lnTo>
                  <a:pt x="1628749" y="1277899"/>
                </a:lnTo>
                <a:close/>
              </a:path>
              <a:path w="4495165" h="1525904">
                <a:moveTo>
                  <a:pt x="2171014" y="1522780"/>
                </a:moveTo>
                <a:lnTo>
                  <a:pt x="2133663" y="1424520"/>
                </a:lnTo>
                <a:lnTo>
                  <a:pt x="2118055" y="1383449"/>
                </a:lnTo>
                <a:lnTo>
                  <a:pt x="2070646" y="1258697"/>
                </a:lnTo>
                <a:lnTo>
                  <a:pt x="2070646" y="1383449"/>
                </a:lnTo>
                <a:lnTo>
                  <a:pt x="1939112" y="1383449"/>
                </a:lnTo>
                <a:lnTo>
                  <a:pt x="2004631" y="1208227"/>
                </a:lnTo>
                <a:lnTo>
                  <a:pt x="2070646" y="1383449"/>
                </a:lnTo>
                <a:lnTo>
                  <a:pt x="2070646" y="1258697"/>
                </a:lnTo>
                <a:lnTo>
                  <a:pt x="2051469" y="1208227"/>
                </a:lnTo>
                <a:lnTo>
                  <a:pt x="2032698" y="1158849"/>
                </a:lnTo>
                <a:lnTo>
                  <a:pt x="1979155" y="1158849"/>
                </a:lnTo>
                <a:lnTo>
                  <a:pt x="1840344" y="1522780"/>
                </a:lnTo>
                <a:lnTo>
                  <a:pt x="1887118" y="1522780"/>
                </a:lnTo>
                <a:lnTo>
                  <a:pt x="1925599" y="1424520"/>
                </a:lnTo>
                <a:lnTo>
                  <a:pt x="2084158" y="1424520"/>
                </a:lnTo>
                <a:lnTo>
                  <a:pt x="2122652" y="1522780"/>
                </a:lnTo>
                <a:lnTo>
                  <a:pt x="2171014" y="1522780"/>
                </a:lnTo>
                <a:close/>
              </a:path>
              <a:path w="4495165" h="1525904">
                <a:moveTo>
                  <a:pt x="2247239" y="966165"/>
                </a:moveTo>
                <a:lnTo>
                  <a:pt x="1863674" y="12433"/>
                </a:lnTo>
                <a:lnTo>
                  <a:pt x="1691932" y="12433"/>
                </a:lnTo>
                <a:lnTo>
                  <a:pt x="2035683" y="832091"/>
                </a:lnTo>
                <a:lnTo>
                  <a:pt x="2059952" y="874915"/>
                </a:lnTo>
                <a:lnTo>
                  <a:pt x="2093137" y="910628"/>
                </a:lnTo>
                <a:lnTo>
                  <a:pt x="2133714" y="938288"/>
                </a:lnTo>
                <a:lnTo>
                  <a:pt x="2180196" y="956932"/>
                </a:lnTo>
                <a:lnTo>
                  <a:pt x="2231034" y="965619"/>
                </a:lnTo>
                <a:lnTo>
                  <a:pt x="2230818" y="966165"/>
                </a:lnTo>
                <a:lnTo>
                  <a:pt x="2247239" y="966165"/>
                </a:lnTo>
                <a:close/>
              </a:path>
              <a:path w="4495165" h="1525904">
                <a:moveTo>
                  <a:pt x="2670111" y="1270609"/>
                </a:moveTo>
                <a:lnTo>
                  <a:pt x="2661780" y="1224749"/>
                </a:lnTo>
                <a:lnTo>
                  <a:pt x="2647569" y="1200429"/>
                </a:lnTo>
                <a:lnTo>
                  <a:pt x="2647086" y="1199718"/>
                </a:lnTo>
                <a:lnTo>
                  <a:pt x="2637282" y="1189253"/>
                </a:lnTo>
                <a:lnTo>
                  <a:pt x="2625902" y="1180223"/>
                </a:lnTo>
                <a:lnTo>
                  <a:pt x="2623832" y="1179017"/>
                </a:lnTo>
                <a:lnTo>
                  <a:pt x="2623832" y="1270609"/>
                </a:lnTo>
                <a:lnTo>
                  <a:pt x="2622499" y="1285925"/>
                </a:lnTo>
                <a:lnTo>
                  <a:pt x="2602534" y="1322095"/>
                </a:lnTo>
                <a:lnTo>
                  <a:pt x="2562352" y="1340129"/>
                </a:lnTo>
                <a:lnTo>
                  <a:pt x="2545321" y="1341323"/>
                </a:lnTo>
                <a:lnTo>
                  <a:pt x="2454859" y="1341323"/>
                </a:lnTo>
                <a:lnTo>
                  <a:pt x="2454859" y="1200429"/>
                </a:lnTo>
                <a:lnTo>
                  <a:pt x="2545842" y="1200429"/>
                </a:lnTo>
                <a:lnTo>
                  <a:pt x="2591320" y="1211110"/>
                </a:lnTo>
                <a:lnTo>
                  <a:pt x="2618575" y="1241704"/>
                </a:lnTo>
                <a:lnTo>
                  <a:pt x="2623832" y="1270609"/>
                </a:lnTo>
                <a:lnTo>
                  <a:pt x="2623832" y="1179017"/>
                </a:lnTo>
                <a:lnTo>
                  <a:pt x="2583281" y="1162278"/>
                </a:lnTo>
                <a:lnTo>
                  <a:pt x="2549487" y="1158824"/>
                </a:lnTo>
                <a:lnTo>
                  <a:pt x="2409634" y="1158824"/>
                </a:lnTo>
                <a:lnTo>
                  <a:pt x="2409634" y="1522780"/>
                </a:lnTo>
                <a:lnTo>
                  <a:pt x="2454859" y="1522780"/>
                </a:lnTo>
                <a:lnTo>
                  <a:pt x="2454859" y="1382915"/>
                </a:lnTo>
                <a:lnTo>
                  <a:pt x="2549487" y="1382915"/>
                </a:lnTo>
                <a:lnTo>
                  <a:pt x="2598470" y="1375168"/>
                </a:lnTo>
                <a:lnTo>
                  <a:pt x="2636901" y="1352448"/>
                </a:lnTo>
                <a:lnTo>
                  <a:pt x="2647124" y="1341323"/>
                </a:lnTo>
                <a:lnTo>
                  <a:pt x="2655036" y="1329893"/>
                </a:lnTo>
                <a:lnTo>
                  <a:pt x="2661628" y="1316634"/>
                </a:lnTo>
                <a:lnTo>
                  <a:pt x="2666339" y="1302346"/>
                </a:lnTo>
                <a:lnTo>
                  <a:pt x="2669171" y="1287005"/>
                </a:lnTo>
                <a:lnTo>
                  <a:pt x="2670111" y="1270609"/>
                </a:lnTo>
                <a:close/>
              </a:path>
              <a:path w="4495165" h="1525904">
                <a:moveTo>
                  <a:pt x="2802534" y="12433"/>
                </a:moveTo>
                <a:lnTo>
                  <a:pt x="2630805" y="12433"/>
                </a:lnTo>
                <a:lnTo>
                  <a:pt x="2247239" y="966165"/>
                </a:lnTo>
                <a:lnTo>
                  <a:pt x="2263660" y="966165"/>
                </a:lnTo>
                <a:lnTo>
                  <a:pt x="2263432" y="965619"/>
                </a:lnTo>
                <a:lnTo>
                  <a:pt x="2314283" y="956932"/>
                </a:lnTo>
                <a:lnTo>
                  <a:pt x="2360752" y="938288"/>
                </a:lnTo>
                <a:lnTo>
                  <a:pt x="2401341" y="910628"/>
                </a:lnTo>
                <a:lnTo>
                  <a:pt x="2434526" y="874915"/>
                </a:lnTo>
                <a:lnTo>
                  <a:pt x="2458796" y="832091"/>
                </a:lnTo>
                <a:lnTo>
                  <a:pt x="2802534" y="12433"/>
                </a:lnTo>
                <a:close/>
              </a:path>
              <a:path w="4495165" h="1525904">
                <a:moveTo>
                  <a:pt x="2961271" y="1158836"/>
                </a:moveTo>
                <a:lnTo>
                  <a:pt x="2916047" y="1158836"/>
                </a:lnTo>
                <a:lnTo>
                  <a:pt x="2916047" y="1522780"/>
                </a:lnTo>
                <a:lnTo>
                  <a:pt x="2961271" y="1522780"/>
                </a:lnTo>
                <a:lnTo>
                  <a:pt x="2961271" y="1158836"/>
                </a:lnTo>
                <a:close/>
              </a:path>
              <a:path w="4495165" h="1525904">
                <a:moveTo>
                  <a:pt x="3170644" y="12420"/>
                </a:moveTo>
                <a:lnTo>
                  <a:pt x="3021622" y="12420"/>
                </a:lnTo>
                <a:lnTo>
                  <a:pt x="3021622" y="966152"/>
                </a:lnTo>
                <a:lnTo>
                  <a:pt x="3170644" y="966152"/>
                </a:lnTo>
                <a:lnTo>
                  <a:pt x="3170644" y="12420"/>
                </a:lnTo>
                <a:close/>
              </a:path>
              <a:path w="4495165" h="1525904">
                <a:moveTo>
                  <a:pt x="3488461" y="1158836"/>
                </a:moveTo>
                <a:lnTo>
                  <a:pt x="3207194" y="1158836"/>
                </a:lnTo>
                <a:lnTo>
                  <a:pt x="3207194" y="1200746"/>
                </a:lnTo>
                <a:lnTo>
                  <a:pt x="3325203" y="1200746"/>
                </a:lnTo>
                <a:lnTo>
                  <a:pt x="3325203" y="1523326"/>
                </a:lnTo>
                <a:lnTo>
                  <a:pt x="3370453" y="1523326"/>
                </a:lnTo>
                <a:lnTo>
                  <a:pt x="3370453" y="1200746"/>
                </a:lnTo>
                <a:lnTo>
                  <a:pt x="3488461" y="1200746"/>
                </a:lnTo>
                <a:lnTo>
                  <a:pt x="3488461" y="1158836"/>
                </a:lnTo>
                <a:close/>
              </a:path>
              <a:path w="4495165" h="1525904">
                <a:moveTo>
                  <a:pt x="3983431" y="1522780"/>
                </a:moveTo>
                <a:lnTo>
                  <a:pt x="3946093" y="1424520"/>
                </a:lnTo>
                <a:lnTo>
                  <a:pt x="3930485" y="1383449"/>
                </a:lnTo>
                <a:lnTo>
                  <a:pt x="3883075" y="1258697"/>
                </a:lnTo>
                <a:lnTo>
                  <a:pt x="3883075" y="1383449"/>
                </a:lnTo>
                <a:lnTo>
                  <a:pt x="3751542" y="1383449"/>
                </a:lnTo>
                <a:lnTo>
                  <a:pt x="3817048" y="1208227"/>
                </a:lnTo>
                <a:lnTo>
                  <a:pt x="3883075" y="1383449"/>
                </a:lnTo>
                <a:lnTo>
                  <a:pt x="3883075" y="1258697"/>
                </a:lnTo>
                <a:lnTo>
                  <a:pt x="3863898" y="1208227"/>
                </a:lnTo>
                <a:lnTo>
                  <a:pt x="3845128" y="1158849"/>
                </a:lnTo>
                <a:lnTo>
                  <a:pt x="3791572" y="1158849"/>
                </a:lnTo>
                <a:lnTo>
                  <a:pt x="3652761" y="1522780"/>
                </a:lnTo>
                <a:lnTo>
                  <a:pt x="3699548" y="1522780"/>
                </a:lnTo>
                <a:lnTo>
                  <a:pt x="3738029" y="1424520"/>
                </a:lnTo>
                <a:lnTo>
                  <a:pt x="3896588" y="1424520"/>
                </a:lnTo>
                <a:lnTo>
                  <a:pt x="3935069" y="1522780"/>
                </a:lnTo>
                <a:lnTo>
                  <a:pt x="3983431" y="1522780"/>
                </a:lnTo>
                <a:close/>
              </a:path>
              <a:path w="4495165" h="1525904">
                <a:moveTo>
                  <a:pt x="4433138" y="1480870"/>
                </a:moveTo>
                <a:lnTo>
                  <a:pt x="4267276" y="1480870"/>
                </a:lnTo>
                <a:lnTo>
                  <a:pt x="4267276" y="1158290"/>
                </a:lnTo>
                <a:lnTo>
                  <a:pt x="4222051" y="1158290"/>
                </a:lnTo>
                <a:lnTo>
                  <a:pt x="4222051" y="1480870"/>
                </a:lnTo>
                <a:lnTo>
                  <a:pt x="4222051" y="1522780"/>
                </a:lnTo>
                <a:lnTo>
                  <a:pt x="4433138" y="1522780"/>
                </a:lnTo>
                <a:lnTo>
                  <a:pt x="4433138" y="1480870"/>
                </a:lnTo>
                <a:close/>
              </a:path>
              <a:path w="4495165" h="1525904">
                <a:moveTo>
                  <a:pt x="4494847" y="489292"/>
                </a:moveTo>
                <a:lnTo>
                  <a:pt x="4492307" y="437197"/>
                </a:lnTo>
                <a:lnTo>
                  <a:pt x="4484738" y="386778"/>
                </a:lnTo>
                <a:lnTo>
                  <a:pt x="4472267" y="338289"/>
                </a:lnTo>
                <a:lnTo>
                  <a:pt x="4455020" y="292011"/>
                </a:lnTo>
                <a:lnTo>
                  <a:pt x="4433113" y="248221"/>
                </a:lnTo>
                <a:lnTo>
                  <a:pt x="4406671" y="207187"/>
                </a:lnTo>
                <a:lnTo>
                  <a:pt x="4375797" y="169176"/>
                </a:lnTo>
                <a:lnTo>
                  <a:pt x="4357306" y="150926"/>
                </a:lnTo>
                <a:lnTo>
                  <a:pt x="4341698" y="135521"/>
                </a:lnTo>
                <a:lnTo>
                  <a:pt x="4341698" y="489292"/>
                </a:lnTo>
                <a:lnTo>
                  <a:pt x="4338663" y="537616"/>
                </a:lnTo>
                <a:lnTo>
                  <a:pt x="4329646" y="583184"/>
                </a:lnTo>
                <a:lnTo>
                  <a:pt x="4314761" y="625754"/>
                </a:lnTo>
                <a:lnTo>
                  <a:pt x="4294111" y="665073"/>
                </a:lnTo>
                <a:lnTo>
                  <a:pt x="4267809" y="700887"/>
                </a:lnTo>
                <a:lnTo>
                  <a:pt x="4235958" y="732955"/>
                </a:lnTo>
                <a:lnTo>
                  <a:pt x="4197947" y="761492"/>
                </a:lnTo>
                <a:lnTo>
                  <a:pt x="4155338" y="785063"/>
                </a:lnTo>
                <a:lnTo>
                  <a:pt x="4108437" y="803567"/>
                </a:lnTo>
                <a:lnTo>
                  <a:pt x="4057561" y="816902"/>
                </a:lnTo>
                <a:lnTo>
                  <a:pt x="4002989" y="824979"/>
                </a:lnTo>
                <a:lnTo>
                  <a:pt x="3945039" y="827697"/>
                </a:lnTo>
                <a:lnTo>
                  <a:pt x="3887089" y="824979"/>
                </a:lnTo>
                <a:lnTo>
                  <a:pt x="3832517" y="816902"/>
                </a:lnTo>
                <a:lnTo>
                  <a:pt x="3781628" y="803567"/>
                </a:lnTo>
                <a:lnTo>
                  <a:pt x="3734739" y="785063"/>
                </a:lnTo>
                <a:lnTo>
                  <a:pt x="3692131" y="761492"/>
                </a:lnTo>
                <a:lnTo>
                  <a:pt x="3654120" y="732955"/>
                </a:lnTo>
                <a:lnTo>
                  <a:pt x="3622268" y="700887"/>
                </a:lnTo>
                <a:lnTo>
                  <a:pt x="3595967" y="665073"/>
                </a:lnTo>
                <a:lnTo>
                  <a:pt x="3575316" y="625754"/>
                </a:lnTo>
                <a:lnTo>
                  <a:pt x="3560432" y="583184"/>
                </a:lnTo>
                <a:lnTo>
                  <a:pt x="3551415" y="537616"/>
                </a:lnTo>
                <a:lnTo>
                  <a:pt x="3548392" y="489292"/>
                </a:lnTo>
                <a:lnTo>
                  <a:pt x="3551415" y="440994"/>
                </a:lnTo>
                <a:lnTo>
                  <a:pt x="3560432" y="395427"/>
                </a:lnTo>
                <a:lnTo>
                  <a:pt x="3575316" y="352856"/>
                </a:lnTo>
                <a:lnTo>
                  <a:pt x="3595967" y="313537"/>
                </a:lnTo>
                <a:lnTo>
                  <a:pt x="3622268" y="277723"/>
                </a:lnTo>
                <a:lnTo>
                  <a:pt x="3654120" y="245668"/>
                </a:lnTo>
                <a:lnTo>
                  <a:pt x="3692131" y="217131"/>
                </a:lnTo>
                <a:lnTo>
                  <a:pt x="3734739" y="193573"/>
                </a:lnTo>
                <a:lnTo>
                  <a:pt x="3781628" y="175069"/>
                </a:lnTo>
                <a:lnTo>
                  <a:pt x="3832517" y="161721"/>
                </a:lnTo>
                <a:lnTo>
                  <a:pt x="3887089" y="153644"/>
                </a:lnTo>
                <a:lnTo>
                  <a:pt x="3945039" y="150926"/>
                </a:lnTo>
                <a:lnTo>
                  <a:pt x="4002989" y="153644"/>
                </a:lnTo>
                <a:lnTo>
                  <a:pt x="4057561" y="161721"/>
                </a:lnTo>
                <a:lnTo>
                  <a:pt x="4108437" y="175069"/>
                </a:lnTo>
                <a:lnTo>
                  <a:pt x="4155338" y="193573"/>
                </a:lnTo>
                <a:lnTo>
                  <a:pt x="4197947" y="217131"/>
                </a:lnTo>
                <a:lnTo>
                  <a:pt x="4235958" y="245668"/>
                </a:lnTo>
                <a:lnTo>
                  <a:pt x="4267809" y="277723"/>
                </a:lnTo>
                <a:lnTo>
                  <a:pt x="4294111" y="313537"/>
                </a:lnTo>
                <a:lnTo>
                  <a:pt x="4314761" y="352856"/>
                </a:lnTo>
                <a:lnTo>
                  <a:pt x="4329646" y="395427"/>
                </a:lnTo>
                <a:lnTo>
                  <a:pt x="4338663" y="440994"/>
                </a:lnTo>
                <a:lnTo>
                  <a:pt x="4341698" y="489292"/>
                </a:lnTo>
                <a:lnTo>
                  <a:pt x="4341698" y="135521"/>
                </a:lnTo>
                <a:lnTo>
                  <a:pt x="4306087" y="106692"/>
                </a:lnTo>
                <a:lnTo>
                  <a:pt x="4268914" y="82029"/>
                </a:lnTo>
                <a:lnTo>
                  <a:pt x="4229214" y="60515"/>
                </a:lnTo>
                <a:lnTo>
                  <a:pt x="4187126" y="42202"/>
                </a:lnTo>
                <a:lnTo>
                  <a:pt x="4142765" y="27127"/>
                </a:lnTo>
                <a:lnTo>
                  <a:pt x="4096258" y="15316"/>
                </a:lnTo>
                <a:lnTo>
                  <a:pt x="4047718" y="6832"/>
                </a:lnTo>
                <a:lnTo>
                  <a:pt x="3997274" y="1714"/>
                </a:lnTo>
                <a:lnTo>
                  <a:pt x="3945039" y="0"/>
                </a:lnTo>
                <a:lnTo>
                  <a:pt x="3892804" y="1714"/>
                </a:lnTo>
                <a:lnTo>
                  <a:pt x="3842359" y="6832"/>
                </a:lnTo>
                <a:lnTo>
                  <a:pt x="3793820" y="15316"/>
                </a:lnTo>
                <a:lnTo>
                  <a:pt x="3747312" y="27127"/>
                </a:lnTo>
                <a:lnTo>
                  <a:pt x="3702951" y="42202"/>
                </a:lnTo>
                <a:lnTo>
                  <a:pt x="3660864" y="60515"/>
                </a:lnTo>
                <a:lnTo>
                  <a:pt x="3621176" y="82029"/>
                </a:lnTo>
                <a:lnTo>
                  <a:pt x="3583990" y="106692"/>
                </a:lnTo>
                <a:lnTo>
                  <a:pt x="3549459" y="134467"/>
                </a:lnTo>
                <a:lnTo>
                  <a:pt x="3514280" y="169176"/>
                </a:lnTo>
                <a:lnTo>
                  <a:pt x="3483406" y="207187"/>
                </a:lnTo>
                <a:lnTo>
                  <a:pt x="3456952" y="248221"/>
                </a:lnTo>
                <a:lnTo>
                  <a:pt x="3435058" y="292011"/>
                </a:lnTo>
                <a:lnTo>
                  <a:pt x="3417811" y="338289"/>
                </a:lnTo>
                <a:lnTo>
                  <a:pt x="3405352" y="386778"/>
                </a:lnTo>
                <a:lnTo>
                  <a:pt x="3397783" y="437197"/>
                </a:lnTo>
                <a:lnTo>
                  <a:pt x="3395243" y="489292"/>
                </a:lnTo>
                <a:lnTo>
                  <a:pt x="3397783" y="541401"/>
                </a:lnTo>
                <a:lnTo>
                  <a:pt x="3405352" y="591832"/>
                </a:lnTo>
                <a:lnTo>
                  <a:pt x="3417811" y="640334"/>
                </a:lnTo>
                <a:lnTo>
                  <a:pt x="3435058" y="686600"/>
                </a:lnTo>
                <a:lnTo>
                  <a:pt x="3456952" y="730389"/>
                </a:lnTo>
                <a:lnTo>
                  <a:pt x="3483406" y="771423"/>
                </a:lnTo>
                <a:lnTo>
                  <a:pt x="3514280" y="809434"/>
                </a:lnTo>
                <a:lnTo>
                  <a:pt x="3549459" y="844130"/>
                </a:lnTo>
                <a:lnTo>
                  <a:pt x="3583990" y="871918"/>
                </a:lnTo>
                <a:lnTo>
                  <a:pt x="3621176" y="896594"/>
                </a:lnTo>
                <a:lnTo>
                  <a:pt x="3660864" y="918108"/>
                </a:lnTo>
                <a:lnTo>
                  <a:pt x="3702951" y="936421"/>
                </a:lnTo>
                <a:lnTo>
                  <a:pt x="3747312" y="951496"/>
                </a:lnTo>
                <a:lnTo>
                  <a:pt x="3793820" y="963295"/>
                </a:lnTo>
                <a:lnTo>
                  <a:pt x="3842359" y="971778"/>
                </a:lnTo>
                <a:lnTo>
                  <a:pt x="3892804" y="976896"/>
                </a:lnTo>
                <a:lnTo>
                  <a:pt x="3945039" y="978611"/>
                </a:lnTo>
                <a:lnTo>
                  <a:pt x="3997274" y="976896"/>
                </a:lnTo>
                <a:lnTo>
                  <a:pt x="4047718" y="971778"/>
                </a:lnTo>
                <a:lnTo>
                  <a:pt x="4096258" y="963295"/>
                </a:lnTo>
                <a:lnTo>
                  <a:pt x="4142765" y="951496"/>
                </a:lnTo>
                <a:lnTo>
                  <a:pt x="4187126" y="936421"/>
                </a:lnTo>
                <a:lnTo>
                  <a:pt x="4229214" y="918108"/>
                </a:lnTo>
                <a:lnTo>
                  <a:pt x="4268914" y="896594"/>
                </a:lnTo>
                <a:lnTo>
                  <a:pt x="4306087" y="871918"/>
                </a:lnTo>
                <a:lnTo>
                  <a:pt x="4340631" y="844130"/>
                </a:lnTo>
                <a:lnTo>
                  <a:pt x="4375797" y="809434"/>
                </a:lnTo>
                <a:lnTo>
                  <a:pt x="4406671" y="771423"/>
                </a:lnTo>
                <a:lnTo>
                  <a:pt x="4433113" y="730389"/>
                </a:lnTo>
                <a:lnTo>
                  <a:pt x="4455020" y="686600"/>
                </a:lnTo>
                <a:lnTo>
                  <a:pt x="4472267" y="640334"/>
                </a:lnTo>
                <a:lnTo>
                  <a:pt x="4484738" y="591832"/>
                </a:lnTo>
                <a:lnTo>
                  <a:pt x="4492307" y="541401"/>
                </a:lnTo>
                <a:lnTo>
                  <a:pt x="4494847" y="489292"/>
                </a:lnTo>
                <a:close/>
              </a:path>
            </a:pathLst>
          </a:custGeom>
          <a:solidFill>
            <a:schemeClr val="bg1"/>
          </a:solidFill>
        </p:spPr>
        <p:txBody>
          <a:bodyPr wrap="square" lIns="0" tIns="0" rIns="0" bIns="0" rtlCol="0"/>
          <a:lstStyle/>
          <a:p>
            <a:pPr defTabSz="554466"/>
            <a:endParaRPr sz="1092" kern="0">
              <a:solidFill>
                <a:sysClr val="windowText" lastClr="000000"/>
              </a:solidFill>
            </a:endParaRPr>
          </a:p>
        </p:txBody>
      </p:sp>
    </p:spTree>
    <p:extLst>
      <p:ext uri="{BB962C8B-B14F-4D97-AF65-F5344CB8AC3E}">
        <p14:creationId xmlns:p14="http://schemas.microsoft.com/office/powerpoint/2010/main" val="1974492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Capa">
    <p:bg>
      <p:bgPr>
        <a:gradFill>
          <a:gsLst>
            <a:gs pos="0">
              <a:schemeClr val="accent2"/>
            </a:gs>
            <a:gs pos="100000">
              <a:schemeClr val="accent3"/>
            </a:gs>
          </a:gsLst>
          <a:lin ang="84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37205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1" y="2125981"/>
            <a:ext cx="10363201" cy="276999"/>
          </a:xfrm>
          <a:prstGeom prst="rect">
            <a:avLst/>
          </a:prstGeom>
        </p:spPr>
        <p:txBody>
          <a:bodyPr wrap="square" lIns="0" tIns="0" rIns="0" bIns="0">
            <a:spAutoFit/>
          </a:bodyPr>
          <a:lstStyle>
            <a:lvl1pPr>
              <a:defRPr/>
            </a:lvl1pPr>
          </a:lstStyle>
          <a:p>
            <a:r>
              <a:rPr lang="pt-BR"/>
              <a:t>Clique para editar o título Mestre</a:t>
            </a:r>
            <a:endParaRPr/>
          </a:p>
        </p:txBody>
      </p:sp>
      <p:sp>
        <p:nvSpPr>
          <p:cNvPr id="3" name="Holder 3"/>
          <p:cNvSpPr>
            <a:spLocks noGrp="1"/>
          </p:cNvSpPr>
          <p:nvPr>
            <p:ph type="subTitle" idx="4"/>
          </p:nvPr>
        </p:nvSpPr>
        <p:spPr>
          <a:xfrm>
            <a:off x="1828800" y="3840481"/>
            <a:ext cx="8534400" cy="276999"/>
          </a:xfrm>
          <a:prstGeom prst="rect">
            <a:avLst/>
          </a:prstGeom>
        </p:spPr>
        <p:txBody>
          <a:bodyPr wrap="square" lIns="0" tIns="0" rIns="0" bIns="0">
            <a:spAutoFit/>
          </a:bodyPr>
          <a:lstStyle>
            <a:lvl1pPr>
              <a:defRPr/>
            </a:lvl1pPr>
          </a:lstStyle>
          <a:p>
            <a:r>
              <a:rPr lang="pt-BR"/>
              <a:t>Clique para editar o estilo do subtítulo Mestre</a:t>
            </a:r>
            <a:endParaRPr/>
          </a:p>
        </p:txBody>
      </p:sp>
      <p:sp>
        <p:nvSpPr>
          <p:cNvPr id="4" name="Holder 4"/>
          <p:cNvSpPr>
            <a:spLocks noGrp="1"/>
          </p:cNvSpPr>
          <p:nvPr>
            <p:ph type="ftr" sz="quarter" idx="5"/>
          </p:nvPr>
        </p:nvSpPr>
        <p:spPr>
          <a:xfrm>
            <a:off x="4145280" y="6377940"/>
            <a:ext cx="3901440" cy="276999"/>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6" name="Holder 6"/>
          <p:cNvSpPr>
            <a:spLocks noGrp="1"/>
          </p:cNvSpPr>
          <p:nvPr>
            <p:ph type="sldNum" sz="quarter" idx="7"/>
          </p:nvPr>
        </p:nvSpPr>
        <p:spPr>
          <a:xfrm>
            <a:off x="8778242" y="6377940"/>
            <a:ext cx="2804160" cy="276999"/>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214911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25568" y="447772"/>
            <a:ext cx="11340864" cy="377924"/>
          </a:xfrm>
          <a:prstGeom prst="rect">
            <a:avLst/>
          </a:prstGeom>
        </p:spPr>
        <p:txBody>
          <a:bodyPr lIns="0" tIns="0" rIns="0" bIns="0"/>
          <a:lstStyle>
            <a:lvl1pPr>
              <a:defRPr sz="2456" b="0" i="0">
                <a:solidFill>
                  <a:schemeClr val="bg1"/>
                </a:solidFill>
                <a:latin typeface="Versos"/>
                <a:cs typeface="Versos"/>
              </a:defRPr>
            </a:lvl1pPr>
          </a:lstStyle>
          <a:p>
            <a:r>
              <a:rPr lang="pt-BR"/>
              <a:t>Clique para editar o título Mestre</a:t>
            </a:r>
            <a:endParaRPr/>
          </a:p>
        </p:txBody>
      </p:sp>
      <p:sp>
        <p:nvSpPr>
          <p:cNvPr id="3" name="Holder 3"/>
          <p:cNvSpPr>
            <a:spLocks noGrp="1"/>
          </p:cNvSpPr>
          <p:nvPr>
            <p:ph type="body" idx="1"/>
          </p:nvPr>
        </p:nvSpPr>
        <p:spPr>
          <a:xfrm>
            <a:off x="609600" y="1577340"/>
            <a:ext cx="10972800" cy="276999"/>
          </a:xfrm>
          <a:prstGeom prst="rect">
            <a:avLst/>
          </a:prstGeom>
        </p:spPr>
        <p:txBody>
          <a:bodyPr lIns="0" tIns="0" rIns="0" bIns="0"/>
          <a:lstStyle>
            <a:lvl1pPr>
              <a:defRPr/>
            </a:lvl1pPr>
          </a:lstStyle>
          <a:p>
            <a:pPr lvl="0"/>
            <a:r>
              <a:rPr lang="pt-BR"/>
              <a:t>Clique para editar os estilos de texto Mestres</a:t>
            </a:r>
          </a:p>
        </p:txBody>
      </p:sp>
      <p:sp>
        <p:nvSpPr>
          <p:cNvPr id="4" name="Holder 4"/>
          <p:cNvSpPr>
            <a:spLocks noGrp="1"/>
          </p:cNvSpPr>
          <p:nvPr>
            <p:ph type="ftr" sz="quarter" idx="5"/>
          </p:nvPr>
        </p:nvSpPr>
        <p:spPr>
          <a:xfrm>
            <a:off x="4145280" y="6377940"/>
            <a:ext cx="3901440" cy="276999"/>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6" name="Holder 6"/>
          <p:cNvSpPr>
            <a:spLocks noGrp="1"/>
          </p:cNvSpPr>
          <p:nvPr>
            <p:ph type="sldNum" sz="quarter" idx="7"/>
          </p:nvPr>
        </p:nvSpPr>
        <p:spPr>
          <a:xfrm>
            <a:off x="8778242" y="6377940"/>
            <a:ext cx="2804160" cy="276999"/>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28705313"/>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type="obj" preserve="1">
  <p:cSld name="2_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25568" y="447772"/>
            <a:ext cx="11340864" cy="377924"/>
          </a:xfrm>
          <a:prstGeom prst="rect">
            <a:avLst/>
          </a:prstGeom>
        </p:spPr>
        <p:txBody>
          <a:bodyPr lIns="0" tIns="0" rIns="0" bIns="0"/>
          <a:lstStyle>
            <a:lvl1pPr>
              <a:defRPr sz="2456" b="0" i="0">
                <a:solidFill>
                  <a:schemeClr val="bg1"/>
                </a:solidFill>
                <a:latin typeface="Versos"/>
                <a:cs typeface="Versos"/>
              </a:defRPr>
            </a:lvl1pPr>
          </a:lstStyle>
          <a:p>
            <a:r>
              <a:rPr lang="pt-BR"/>
              <a:t>Clique para editar o título Mestre</a:t>
            </a:r>
            <a:endParaRPr/>
          </a:p>
        </p:txBody>
      </p:sp>
      <p:sp>
        <p:nvSpPr>
          <p:cNvPr id="3" name="Holder 3"/>
          <p:cNvSpPr>
            <a:spLocks noGrp="1"/>
          </p:cNvSpPr>
          <p:nvPr>
            <p:ph sz="half" idx="2"/>
          </p:nvPr>
        </p:nvSpPr>
        <p:spPr>
          <a:xfrm>
            <a:off x="609600" y="1577341"/>
            <a:ext cx="5303520" cy="276999"/>
          </a:xfrm>
          <a:prstGeom prst="rect">
            <a:avLst/>
          </a:prstGeom>
        </p:spPr>
        <p:txBody>
          <a:bodyPr wrap="square" lIns="0" tIns="0" rIns="0" bIns="0">
            <a:spAutoFit/>
          </a:bodyPr>
          <a:lstStyle>
            <a:lvl1pPr>
              <a:defRPr/>
            </a:lvl1pPr>
          </a:lstStyle>
          <a:p>
            <a:pPr lvl="0"/>
            <a:r>
              <a:rPr lang="pt-BR"/>
              <a:t>Clique para editar os estilos de texto Mestres</a:t>
            </a:r>
          </a:p>
        </p:txBody>
      </p:sp>
      <p:sp>
        <p:nvSpPr>
          <p:cNvPr id="4" name="Holder 4"/>
          <p:cNvSpPr>
            <a:spLocks noGrp="1"/>
          </p:cNvSpPr>
          <p:nvPr>
            <p:ph sz="half" idx="3"/>
          </p:nvPr>
        </p:nvSpPr>
        <p:spPr>
          <a:xfrm>
            <a:off x="6278880" y="1577341"/>
            <a:ext cx="5303520" cy="276999"/>
          </a:xfrm>
          <a:prstGeom prst="rect">
            <a:avLst/>
          </a:prstGeom>
        </p:spPr>
        <p:txBody>
          <a:bodyPr wrap="square" lIns="0" tIns="0" rIns="0" bIns="0">
            <a:spAutoFit/>
          </a:bodyPr>
          <a:lstStyle>
            <a:lvl1pPr>
              <a:defRPr/>
            </a:lvl1pPr>
          </a:lstStyle>
          <a:p>
            <a:pPr lvl="0"/>
            <a:r>
              <a:rPr lang="pt-BR"/>
              <a:t>Clique para editar os estilos de texto Mestres</a:t>
            </a:r>
          </a:p>
        </p:txBody>
      </p:sp>
      <p:sp>
        <p:nvSpPr>
          <p:cNvPr id="5" name="Holder 5"/>
          <p:cNvSpPr>
            <a:spLocks noGrp="1"/>
          </p:cNvSpPr>
          <p:nvPr>
            <p:ph type="ftr" sz="quarter" idx="5"/>
          </p:nvPr>
        </p:nvSpPr>
        <p:spPr>
          <a:xfrm>
            <a:off x="4145280" y="6377940"/>
            <a:ext cx="3901440" cy="276999"/>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7" name="Holder 7"/>
          <p:cNvSpPr>
            <a:spLocks noGrp="1"/>
          </p:cNvSpPr>
          <p:nvPr>
            <p:ph type="sldNum" sz="quarter" idx="7"/>
          </p:nvPr>
        </p:nvSpPr>
        <p:spPr>
          <a:xfrm>
            <a:off x="8778242" y="6377940"/>
            <a:ext cx="2804160" cy="276999"/>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0297378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1_Title Only">
    <p:spTree>
      <p:nvGrpSpPr>
        <p:cNvPr id="1" name=""/>
        <p:cNvGrpSpPr/>
        <p:nvPr/>
      </p:nvGrpSpPr>
      <p:grpSpPr>
        <a:xfrm>
          <a:off x="0" y="0"/>
          <a:ext cx="0" cy="0"/>
          <a:chOff x="0" y="0"/>
          <a:chExt cx="0" cy="0"/>
        </a:xfrm>
      </p:grpSpPr>
      <p:sp>
        <p:nvSpPr>
          <p:cNvPr id="2" name="Holder 2"/>
          <p:cNvSpPr>
            <a:spLocks noGrp="1"/>
          </p:cNvSpPr>
          <p:nvPr>
            <p:ph type="title"/>
          </p:nvPr>
        </p:nvSpPr>
        <p:spPr>
          <a:xfrm>
            <a:off x="425568" y="447772"/>
            <a:ext cx="11340864" cy="377924"/>
          </a:xfrm>
          <a:prstGeom prst="rect">
            <a:avLst/>
          </a:prstGeom>
        </p:spPr>
        <p:txBody>
          <a:bodyPr lIns="0" tIns="0" rIns="0" bIns="0"/>
          <a:lstStyle>
            <a:lvl1pPr>
              <a:defRPr sz="2456" b="0" i="0">
                <a:solidFill>
                  <a:schemeClr val="bg1"/>
                </a:solidFill>
                <a:latin typeface="+mj-lt"/>
                <a:cs typeface="Versos"/>
              </a:defRPr>
            </a:lvl1pPr>
          </a:lstStyle>
          <a:p>
            <a:r>
              <a:rPr lang="pt-BR"/>
              <a:t>Clique para editar o título Mestre</a:t>
            </a:r>
            <a:endParaRPr/>
          </a:p>
        </p:txBody>
      </p:sp>
      <p:sp>
        <p:nvSpPr>
          <p:cNvPr id="3" name="Holder 3"/>
          <p:cNvSpPr>
            <a:spLocks noGrp="1"/>
          </p:cNvSpPr>
          <p:nvPr>
            <p:ph type="ftr" sz="quarter" idx="5"/>
          </p:nvPr>
        </p:nvSpPr>
        <p:spPr>
          <a:xfrm>
            <a:off x="4145280" y="6377940"/>
            <a:ext cx="3901440" cy="276999"/>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609600" y="6377940"/>
            <a:ext cx="2804160" cy="2769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5" name="Holder 5"/>
          <p:cNvSpPr>
            <a:spLocks noGrp="1"/>
          </p:cNvSpPr>
          <p:nvPr>
            <p:ph type="sldNum" sz="quarter" idx="7"/>
          </p:nvPr>
        </p:nvSpPr>
        <p:spPr>
          <a:xfrm>
            <a:off x="8778242" y="6377940"/>
            <a:ext cx="2804160" cy="276999"/>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5567116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obj" preserve="1">
  <p:cSld name="1_Blank">
    <p:bg>
      <p:bgPr>
        <a:gradFill>
          <a:gsLst>
            <a:gs pos="67000">
              <a:schemeClr val="tx1"/>
            </a:gs>
            <a:gs pos="100000">
              <a:schemeClr val="tx1"/>
            </a:gs>
            <a:gs pos="0">
              <a:srgbClr val="161B21"/>
            </a:gs>
          </a:gsLst>
          <a:lin ang="84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88646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4_Título | 1 linha - Branco ">
    <p:bg>
      <p:bgPr>
        <a:gradFill>
          <a:gsLst>
            <a:gs pos="67000">
              <a:schemeClr val="tx1"/>
            </a:gs>
            <a:gs pos="100000">
              <a:schemeClr val="tx1"/>
            </a:gs>
            <a:gs pos="0">
              <a:srgbClr val="161B21"/>
            </a:gs>
          </a:gsLst>
          <a:lin ang="8400000" scaled="0"/>
        </a:grad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2132BCE3-A04F-8602-64F7-7623C7EAF165}"/>
              </a:ext>
            </a:extLst>
          </p:cNvPr>
          <p:cNvSpPr>
            <a:spLocks noGrp="1"/>
          </p:cNvSpPr>
          <p:nvPr>
            <p:ph type="sldNum" sz="quarter" idx="12"/>
          </p:nvPr>
        </p:nvSpPr>
        <p:spPr>
          <a:xfrm>
            <a:off x="11561763" y="6482556"/>
            <a:ext cx="295275" cy="169277"/>
          </a:xfrm>
          <a:prstGeom prst="rect">
            <a:avLst/>
          </a:prstGeom>
        </p:spPr>
        <p:txBody>
          <a:bodyPr wrap="square" lIns="0" tIns="0" rIns="0" bIns="0">
            <a:spAutoFit/>
          </a:bodyPr>
          <a:lstStyle>
            <a:lvl1pPr marL="0" indent="0" algn="r">
              <a:lnSpc>
                <a:spcPct val="100000"/>
              </a:lnSpc>
              <a:spcBef>
                <a:spcPts val="0"/>
              </a:spcBef>
              <a:defRPr sz="1100">
                <a:solidFill>
                  <a:schemeClr val="bg1"/>
                </a:solidFill>
                <a:latin typeface="Versos" panose="020B0503020204030204" pitchFamily="34" charset="0"/>
                <a:cs typeface="Versos" panose="020B0503020204030204" pitchFamily="34" charset="0"/>
              </a:defRPr>
            </a:lvl1pPr>
          </a:lstStyle>
          <a:p>
            <a:fld id="{77667D73-C69A-4DAA-9003-24A825D36FE9}" type="slidenum">
              <a:rPr lang="pt-BR" smtClean="0"/>
              <a:pPr/>
              <a:t>‹#›</a:t>
            </a:fld>
            <a:endParaRPr lang="pt-BR"/>
          </a:p>
        </p:txBody>
      </p:sp>
      <p:sp>
        <p:nvSpPr>
          <p:cNvPr id="4" name="Text Placeholder 3">
            <a:extLst>
              <a:ext uri="{FF2B5EF4-FFF2-40B4-BE49-F238E27FC236}">
                <a16:creationId xmlns:a16="http://schemas.microsoft.com/office/drawing/2014/main" id="{C9B13D7C-5A47-B0DF-B518-26E79F5D2DB1}"/>
              </a:ext>
            </a:extLst>
          </p:cNvPr>
          <p:cNvSpPr>
            <a:spLocks noGrp="1"/>
          </p:cNvSpPr>
          <p:nvPr>
            <p:ph type="body" sz="quarter" idx="13" hasCustomPrompt="1"/>
          </p:nvPr>
        </p:nvSpPr>
        <p:spPr>
          <a:xfrm>
            <a:off x="334964" y="368301"/>
            <a:ext cx="10183813" cy="430887"/>
          </a:xfrm>
          <a:prstGeom prst="rect">
            <a:avLst/>
          </a:prstGeom>
        </p:spPr>
        <p:txBody>
          <a:bodyPr lIns="0" tIns="0" rIns="0" bIns="0"/>
          <a:lstStyle>
            <a:lvl1pPr marL="0" indent="0">
              <a:lnSpc>
                <a:spcPct val="100000"/>
              </a:lnSpc>
              <a:spcBef>
                <a:spcPts val="0"/>
              </a:spcBef>
              <a:buNone/>
              <a:defRPr sz="2800">
                <a:solidFill>
                  <a:schemeClr val="bg1"/>
                </a:solidFill>
                <a:latin typeface="+mj-lt"/>
              </a:defRPr>
            </a:lvl1pPr>
          </a:lstStyle>
          <a:p>
            <a:pPr lvl="0"/>
            <a:r>
              <a:rPr lang="en-US" err="1"/>
              <a:t>Título</a:t>
            </a:r>
            <a:endParaRPr lang="en-US"/>
          </a:p>
        </p:txBody>
      </p:sp>
      <p:sp>
        <p:nvSpPr>
          <p:cNvPr id="11" name="Text Placeholder 10">
            <a:extLst>
              <a:ext uri="{FF2B5EF4-FFF2-40B4-BE49-F238E27FC236}">
                <a16:creationId xmlns:a16="http://schemas.microsoft.com/office/drawing/2014/main" id="{F401465E-A8CD-A3BA-BE2A-9597492FDC6E}"/>
              </a:ext>
            </a:extLst>
          </p:cNvPr>
          <p:cNvSpPr>
            <a:spLocks noGrp="1"/>
          </p:cNvSpPr>
          <p:nvPr>
            <p:ph type="body" sz="quarter" idx="16" hasCustomPrompt="1"/>
          </p:nvPr>
        </p:nvSpPr>
        <p:spPr>
          <a:xfrm>
            <a:off x="334963" y="6482557"/>
            <a:ext cx="10980000" cy="138499"/>
          </a:xfrm>
          <a:prstGeom prst="rect">
            <a:avLst/>
          </a:prstGeom>
        </p:spPr>
        <p:txBody>
          <a:bodyPr lIns="0" tIns="0" rIns="0" bIns="0"/>
          <a:lstStyle>
            <a:lvl1pPr marL="0" indent="0">
              <a:lnSpc>
                <a:spcPct val="100000"/>
              </a:lnSpc>
              <a:spcBef>
                <a:spcPts val="0"/>
              </a:spcBef>
              <a:defRPr sz="900" baseline="0">
                <a:solidFill>
                  <a:schemeClr val="bg1"/>
                </a:solidFill>
                <a:latin typeface="Versos Light" panose="020B0403020204030204" pitchFamily="34" charset="0"/>
              </a:defRPr>
            </a:lvl1pPr>
            <a:lvl2pPr>
              <a:defRPr sz="900">
                <a:latin typeface="Versos Light" panose="020B0403020204030204" pitchFamily="34" charset="0"/>
              </a:defRPr>
            </a:lvl2pPr>
            <a:lvl3pPr>
              <a:defRPr sz="900">
                <a:latin typeface="Versos Light" panose="020B0403020204030204" pitchFamily="34" charset="0"/>
              </a:defRPr>
            </a:lvl3pPr>
            <a:lvl4pPr>
              <a:defRPr sz="900">
                <a:latin typeface="Versos Light" panose="020B0403020204030204" pitchFamily="34" charset="0"/>
              </a:defRPr>
            </a:lvl4pPr>
            <a:lvl5pPr>
              <a:defRPr sz="900">
                <a:latin typeface="Versos Light" panose="020B0403020204030204" pitchFamily="34" charset="0"/>
              </a:defRPr>
            </a:lvl5pPr>
          </a:lstStyle>
          <a:p>
            <a:pPr lvl="0"/>
            <a:r>
              <a:rPr lang="en-US"/>
              <a:t>Fonte:</a:t>
            </a:r>
            <a:endParaRPr lang="pt-BR"/>
          </a:p>
        </p:txBody>
      </p:sp>
      <p:sp>
        <p:nvSpPr>
          <p:cNvPr id="12" name="Text Placeholder 8">
            <a:extLst>
              <a:ext uri="{FF2B5EF4-FFF2-40B4-BE49-F238E27FC236}">
                <a16:creationId xmlns:a16="http://schemas.microsoft.com/office/drawing/2014/main" id="{7A7A9582-3614-801A-785B-273FCD3E092F}"/>
              </a:ext>
            </a:extLst>
          </p:cNvPr>
          <p:cNvSpPr>
            <a:spLocks noGrp="1"/>
          </p:cNvSpPr>
          <p:nvPr>
            <p:ph type="body" sz="quarter" idx="15"/>
          </p:nvPr>
        </p:nvSpPr>
        <p:spPr>
          <a:xfrm>
            <a:off x="334964" y="1949415"/>
            <a:ext cx="11522075" cy="4359311"/>
          </a:xfrm>
          <a:prstGeom prst="rect">
            <a:avLst/>
          </a:prstGeom>
        </p:spPr>
        <p:txBody>
          <a:bodyPr lIns="0" tIns="0" rIns="0" bIns="0"/>
          <a:lstStyle>
            <a:lvl1pPr marL="0" indent="0">
              <a:lnSpc>
                <a:spcPct val="100000"/>
              </a:lnSpc>
              <a:spcBef>
                <a:spcPts val="0"/>
              </a:spcBef>
              <a:buNone/>
              <a:defRPr sz="1400">
                <a:solidFill>
                  <a:schemeClr val="tx1"/>
                </a:solidFill>
                <a:latin typeface="Versos Light" panose="020B04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pt-BR"/>
              <a:t>Clique para editar os estilos de texto Mestres</a:t>
            </a:r>
          </a:p>
        </p:txBody>
      </p:sp>
      <p:sp>
        <p:nvSpPr>
          <p:cNvPr id="13" name="Text Placeholder 8">
            <a:extLst>
              <a:ext uri="{FF2B5EF4-FFF2-40B4-BE49-F238E27FC236}">
                <a16:creationId xmlns:a16="http://schemas.microsoft.com/office/drawing/2014/main" id="{7F86D482-580C-D22A-58CC-10B9C4F7EDD2}"/>
              </a:ext>
            </a:extLst>
          </p:cNvPr>
          <p:cNvSpPr>
            <a:spLocks noGrp="1"/>
          </p:cNvSpPr>
          <p:nvPr>
            <p:ph type="body" sz="quarter" idx="18"/>
          </p:nvPr>
        </p:nvSpPr>
        <p:spPr>
          <a:xfrm>
            <a:off x="334963" y="1518528"/>
            <a:ext cx="11522585" cy="230115"/>
          </a:xfrm>
          <a:prstGeom prst="rect">
            <a:avLst/>
          </a:prstGeom>
        </p:spPr>
        <p:txBody>
          <a:bodyPr lIns="0" tIns="0" rIns="0" bIns="0"/>
          <a:lstStyle>
            <a:lvl1pPr marL="0" indent="0">
              <a:lnSpc>
                <a:spcPct val="100000"/>
              </a:lnSpc>
              <a:spcBef>
                <a:spcPts val="0"/>
              </a:spcBef>
              <a:buNone/>
              <a:defRPr sz="1400">
                <a:solidFill>
                  <a:schemeClr val="tx1"/>
                </a:solidFill>
                <a:latin typeface="Versos" panose="020B0503020204030204" pitchFamily="34" charset="0"/>
              </a:defRPr>
            </a:lvl1pPr>
            <a:lvl2pPr>
              <a:defRPr sz="2000">
                <a:latin typeface="Versos" panose="020B0503020204030204" pitchFamily="34" charset="0"/>
              </a:defRPr>
            </a:lvl2pPr>
            <a:lvl3pPr>
              <a:defRPr sz="2000">
                <a:latin typeface="Versos" panose="020B0503020204030204" pitchFamily="34" charset="0"/>
              </a:defRPr>
            </a:lvl3pPr>
            <a:lvl4pPr>
              <a:defRPr sz="2000">
                <a:latin typeface="Versos" panose="020B0503020204030204" pitchFamily="34" charset="0"/>
              </a:defRPr>
            </a:lvl4pPr>
            <a:lvl5pPr>
              <a:defRPr sz="2000">
                <a:latin typeface="Versos" panose="020B0503020204030204" pitchFamily="34" charset="0"/>
              </a:defRPr>
            </a:lvl5pPr>
          </a:lstStyle>
          <a:p>
            <a:pPr lvl="0"/>
            <a:r>
              <a:rPr lang="pt-BR"/>
              <a:t>Clique para editar os estilos de texto Mestres</a:t>
            </a:r>
          </a:p>
        </p:txBody>
      </p:sp>
      <p:sp>
        <p:nvSpPr>
          <p:cNvPr id="2" name="Picture 8">
            <a:extLst>
              <a:ext uri="{FF2B5EF4-FFF2-40B4-BE49-F238E27FC236}">
                <a16:creationId xmlns:a16="http://schemas.microsoft.com/office/drawing/2014/main" id="{EFD7F938-B824-C27B-BEB2-95E90F5FFDD4}"/>
              </a:ext>
            </a:extLst>
          </p:cNvPr>
          <p:cNvSpPr/>
          <p:nvPr/>
        </p:nvSpPr>
        <p:spPr>
          <a:xfrm>
            <a:off x="11091186" y="377179"/>
            <a:ext cx="765852" cy="260086"/>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endParaRPr lang="pt-BR" sz="849">
              <a:solidFill>
                <a:schemeClr val="accent6"/>
              </a:solidFill>
            </a:endParaRPr>
          </a:p>
        </p:txBody>
      </p:sp>
      <p:cxnSp>
        <p:nvCxnSpPr>
          <p:cNvPr id="8" name="Straight Connector 7">
            <a:extLst>
              <a:ext uri="{FF2B5EF4-FFF2-40B4-BE49-F238E27FC236}">
                <a16:creationId xmlns:a16="http://schemas.microsoft.com/office/drawing/2014/main" id="{9E66A520-3C99-723C-6FAE-61E67E279300}"/>
              </a:ext>
            </a:extLst>
          </p:cNvPr>
          <p:cNvCxnSpPr>
            <a:cxnSpLocks/>
          </p:cNvCxnSpPr>
          <p:nvPr/>
        </p:nvCxnSpPr>
        <p:spPr>
          <a:xfrm>
            <a:off x="334964" y="6675256"/>
            <a:ext cx="12403137" cy="0"/>
          </a:xfrm>
          <a:prstGeom prst="line">
            <a:avLst/>
          </a:prstGeom>
          <a:ln>
            <a:gradFill>
              <a:gsLst>
                <a:gs pos="58000">
                  <a:schemeClr val="bg2">
                    <a:lumMod val="90000"/>
                  </a:schemeClr>
                </a:gs>
                <a:gs pos="100000">
                  <a:schemeClr val="bg1">
                    <a:alpha val="0"/>
                  </a:schemeClr>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1373034-B345-F25C-322C-7B02164ACFED}"/>
              </a:ext>
            </a:extLst>
          </p:cNvPr>
          <p:cNvCxnSpPr/>
          <p:nvPr/>
        </p:nvCxnSpPr>
        <p:spPr>
          <a:xfrm>
            <a:off x="334964" y="185353"/>
            <a:ext cx="104154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4895607"/>
      </p:ext>
    </p:extLst>
  </p:cSld>
  <p:clrMapOvr>
    <a:masterClrMapping/>
  </p:clrMapOvr>
  <p:extLst>
    <p:ext uri="{DCECCB84-F9BA-43D5-87BE-67443E8EF086}">
      <p15:sldGuideLst xmlns:p15="http://schemas.microsoft.com/office/powerpoint/2012/main">
        <p15:guide id="1" pos="7469">
          <p15:clr>
            <a:srgbClr val="FBAE40"/>
          </p15:clr>
        </p15:guide>
        <p15:guide id="2" orient="horz" pos="3974">
          <p15:clr>
            <a:srgbClr val="FBAE40"/>
          </p15:clr>
        </p15:guide>
        <p15:guide id="3" orient="horz" pos="232">
          <p15:clr>
            <a:srgbClr val="FBAE40"/>
          </p15:clr>
        </p15:guide>
        <p15:guide id="4" pos="211">
          <p15:clr>
            <a:srgbClr val="FBAE40"/>
          </p15:clr>
        </p15:guide>
        <p15:guide id="5" orient="horz" pos="4065">
          <p15:clr>
            <a:srgbClr val="FBAE40"/>
          </p15:clr>
        </p15:guide>
        <p15:guide id="6" orient="horz" pos="799">
          <p15:clr>
            <a:srgbClr val="FBAE40"/>
          </p15:clr>
        </p15:guide>
        <p15:guide id="7" orient="horz" pos="935">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5_Capa 01 - Offwhite">
    <p:bg>
      <p:bgPr>
        <a:gradFill>
          <a:gsLst>
            <a:gs pos="67000">
              <a:schemeClr val="tx1"/>
            </a:gs>
            <a:gs pos="100000">
              <a:schemeClr val="tx1"/>
            </a:gs>
            <a:gs pos="0">
              <a:srgbClr val="161B21"/>
            </a:gs>
          </a:gsLst>
          <a:lin ang="8400000" scaled="0"/>
        </a:gradFill>
        <a:effectLst/>
      </p:bgPr>
    </p:bg>
    <p:spTree>
      <p:nvGrpSpPr>
        <p:cNvPr id="1" name=""/>
        <p:cNvGrpSpPr/>
        <p:nvPr/>
      </p:nvGrpSpPr>
      <p:grpSpPr>
        <a:xfrm>
          <a:off x="0" y="0"/>
          <a:ext cx="0" cy="0"/>
          <a:chOff x="0" y="0"/>
          <a:chExt cx="0" cy="0"/>
        </a:xfrm>
      </p:grpSpPr>
      <p:pic>
        <p:nvPicPr>
          <p:cNvPr id="24" name="Picture Placeholder 3">
            <a:extLst>
              <a:ext uri="{FF2B5EF4-FFF2-40B4-BE49-F238E27FC236}">
                <a16:creationId xmlns:a16="http://schemas.microsoft.com/office/drawing/2014/main" id="{1817CA7E-5179-C9F5-48AF-755DF56F61E9}"/>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Lst>
          </a:blip>
          <a:srcRect l="3124" r="3124"/>
          <a:stretch/>
        </p:blipFill>
        <p:spPr>
          <a:xfrm>
            <a:off x="0" y="0"/>
            <a:ext cx="12192000" cy="6858000"/>
          </a:xfrm>
          <a:prstGeom prst="rect">
            <a:avLst/>
          </a:prstGeom>
        </p:spPr>
      </p:pic>
      <p:pic>
        <p:nvPicPr>
          <p:cNvPr id="3" name="Picture 8">
            <a:extLst>
              <a:ext uri="{FF2B5EF4-FFF2-40B4-BE49-F238E27FC236}">
                <a16:creationId xmlns:a16="http://schemas.microsoft.com/office/drawing/2014/main" id="{17364209-1E38-0B40-9231-C88F3267BC2A}"/>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17" t="-23966" r="-8117" b="-23966"/>
          <a:stretch/>
        </p:blipFill>
        <p:spPr>
          <a:xfrm>
            <a:off x="10822779" y="335606"/>
            <a:ext cx="1080870" cy="468063"/>
          </a:xfrm>
          <a:prstGeom prst="rect">
            <a:avLst/>
          </a:prstGeom>
        </p:spPr>
      </p:pic>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407988" y="1621403"/>
            <a:ext cx="4789394" cy="1046440"/>
          </a:xfrm>
          <a:prstGeom prst="rect">
            <a:avLst/>
          </a:prstGeom>
        </p:spPr>
        <p:txBody>
          <a:bodyPr lIns="0" tIns="0" rIns="0" bIns="0" anchor="b" anchorCtr="0"/>
          <a:lstStyle>
            <a:lvl1pPr marL="0" indent="0">
              <a:buNone/>
              <a:defRPr sz="3400" b="1">
                <a:solidFill>
                  <a:schemeClr val="bg1"/>
                </a:solidFill>
                <a:latin typeface="Versos" panose="020B05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sp>
        <p:nvSpPr>
          <p:cNvPr id="2" name="Text Placeholder 20">
            <a:extLst>
              <a:ext uri="{FF2B5EF4-FFF2-40B4-BE49-F238E27FC236}">
                <a16:creationId xmlns:a16="http://schemas.microsoft.com/office/drawing/2014/main" id="{595D97E3-B378-E7B0-4A76-391C0989E8B6}"/>
              </a:ext>
            </a:extLst>
          </p:cNvPr>
          <p:cNvSpPr>
            <a:spLocks noGrp="1"/>
          </p:cNvSpPr>
          <p:nvPr>
            <p:ph type="body" sz="quarter" idx="25" hasCustomPrompt="1"/>
          </p:nvPr>
        </p:nvSpPr>
        <p:spPr>
          <a:xfrm>
            <a:off x="407989" y="2775019"/>
            <a:ext cx="2364803" cy="184666"/>
          </a:xfrm>
          <a:prstGeom prst="rect">
            <a:avLst/>
          </a:prstGeom>
        </p:spPr>
        <p:txBody>
          <a:bodyPr lIns="0" tIns="0" rIns="0" bIns="0">
            <a:noAutofit/>
          </a:bodyPr>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Data</a:t>
            </a:r>
          </a:p>
        </p:txBody>
      </p:sp>
      <p:grpSp>
        <p:nvGrpSpPr>
          <p:cNvPr id="25" name="Group 24">
            <a:extLst>
              <a:ext uri="{FF2B5EF4-FFF2-40B4-BE49-F238E27FC236}">
                <a16:creationId xmlns:a16="http://schemas.microsoft.com/office/drawing/2014/main" id="{DCB7DBB8-8A97-3EC9-600D-C254A630EAF7}"/>
              </a:ext>
            </a:extLst>
          </p:cNvPr>
          <p:cNvGrpSpPr/>
          <p:nvPr/>
        </p:nvGrpSpPr>
        <p:grpSpPr>
          <a:xfrm flipV="1">
            <a:off x="-7870579" y="-1587993"/>
            <a:ext cx="20282791" cy="6312392"/>
            <a:chOff x="-62630" y="3261055"/>
            <a:chExt cx="12291315" cy="3825292"/>
          </a:xfrm>
        </p:grpSpPr>
        <p:sp>
          <p:nvSpPr>
            <p:cNvPr id="26" name="Freeform: Shape 25">
              <a:extLst>
                <a:ext uri="{FF2B5EF4-FFF2-40B4-BE49-F238E27FC236}">
                  <a16:creationId xmlns:a16="http://schemas.microsoft.com/office/drawing/2014/main" id="{7B8EA919-4550-54B4-377C-54BCF1E02D3F}"/>
                </a:ext>
              </a:extLst>
            </p:cNvPr>
            <p:cNvSpPr/>
            <p:nvPr/>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9525">
              <a:gradFill>
                <a:gsLst>
                  <a:gs pos="100000">
                    <a:schemeClr val="accent5">
                      <a:lumMod val="75000"/>
                    </a:schemeClr>
                  </a:gs>
                  <a:gs pos="27000">
                    <a:schemeClr val="bg1">
                      <a:alpha val="0"/>
                    </a:schemeClr>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
          <p:nvSpPr>
            <p:cNvPr id="27" name="Freeform: Shape 26">
              <a:extLst>
                <a:ext uri="{FF2B5EF4-FFF2-40B4-BE49-F238E27FC236}">
                  <a16:creationId xmlns:a16="http://schemas.microsoft.com/office/drawing/2014/main" id="{8E41EE52-58E2-CB6C-117D-1BB71B64ACA9}"/>
                </a:ext>
              </a:extLst>
            </p:cNvPr>
            <p:cNvSpPr/>
            <p:nvPr/>
          </p:nvSpPr>
          <p:spPr>
            <a:xfrm>
              <a:off x="7240261" y="3261055"/>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9525">
              <a:gradFill>
                <a:gsLst>
                  <a:gs pos="14000">
                    <a:schemeClr val="accent5">
                      <a:lumMod val="75000"/>
                    </a:schemeClr>
                  </a:gs>
                  <a:gs pos="100000">
                    <a:schemeClr val="bg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grpSp>
    </p:spTree>
    <p:extLst>
      <p:ext uri="{BB962C8B-B14F-4D97-AF65-F5344CB8AC3E}">
        <p14:creationId xmlns:p14="http://schemas.microsoft.com/office/powerpoint/2010/main" val="2546729993"/>
      </p:ext>
    </p:extLst>
  </p:cSld>
  <p:clrMapOvr>
    <a:masterClrMapping/>
  </p:clrMapOvr>
  <p:extLst>
    <p:ext uri="{DCECCB84-F9BA-43D5-87BE-67443E8EF086}">
      <p15:sldGuideLst xmlns:p15="http://schemas.microsoft.com/office/powerpoint/2012/main">
        <p15:guide id="1" pos="257">
          <p15:clr>
            <a:srgbClr val="FBAE40"/>
          </p15:clr>
        </p15:guide>
        <p15:guide id="2" pos="7446">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4_Capa 01 - Offwhite">
    <p:bg>
      <p:bgPr>
        <a:gradFill>
          <a:gsLst>
            <a:gs pos="67000">
              <a:schemeClr val="tx1"/>
            </a:gs>
            <a:gs pos="100000">
              <a:schemeClr val="tx1"/>
            </a:gs>
            <a:gs pos="0">
              <a:srgbClr val="161B21"/>
            </a:gs>
          </a:gsLst>
          <a:lin ang="8400000" scaled="0"/>
        </a:gra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17364209-1E38-0B40-9231-C88F3267BC2A}"/>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10822779" y="952391"/>
            <a:ext cx="1080870" cy="468063"/>
          </a:xfrm>
          <a:prstGeom prst="rect">
            <a:avLst/>
          </a:prstGeom>
        </p:spPr>
      </p:pic>
      <p:sp>
        <p:nvSpPr>
          <p:cNvPr id="13" name="Text Placeholder 3">
            <a:extLst>
              <a:ext uri="{FF2B5EF4-FFF2-40B4-BE49-F238E27FC236}">
                <a16:creationId xmlns:a16="http://schemas.microsoft.com/office/drawing/2014/main" id="{AAA4D9F5-240A-9CC5-1EF0-9AAA83CC6908}"/>
              </a:ext>
            </a:extLst>
          </p:cNvPr>
          <p:cNvSpPr>
            <a:spLocks noGrp="1"/>
          </p:cNvSpPr>
          <p:nvPr>
            <p:ph type="body" sz="quarter" idx="13" hasCustomPrompt="1"/>
          </p:nvPr>
        </p:nvSpPr>
        <p:spPr>
          <a:xfrm>
            <a:off x="407988" y="2460687"/>
            <a:ext cx="4789394" cy="1046440"/>
          </a:xfrm>
          <a:prstGeom prst="rect">
            <a:avLst/>
          </a:prstGeom>
        </p:spPr>
        <p:txBody>
          <a:bodyPr lIns="0" tIns="0" rIns="0" bIns="0" anchor="b" anchorCtr="0"/>
          <a:lstStyle>
            <a:lvl1pPr marL="0" indent="0">
              <a:buNone/>
              <a:defRPr sz="3400" b="1">
                <a:solidFill>
                  <a:schemeClr val="bg1"/>
                </a:solidFill>
                <a:latin typeface="Versos" panose="020B0503020204030204" pitchFamily="34" charset="0"/>
              </a:defRPr>
            </a:lvl1pPr>
          </a:lstStyle>
          <a:p>
            <a:pPr lvl="0"/>
            <a:r>
              <a:rPr lang="en-US" err="1"/>
              <a:t>Título</a:t>
            </a:r>
            <a:r>
              <a:rPr lang="en-US"/>
              <a:t> Template</a:t>
            </a:r>
          </a:p>
          <a:p>
            <a:pPr lvl="0"/>
            <a:r>
              <a:rPr lang="en-US" err="1"/>
              <a:t>Padrão</a:t>
            </a:r>
            <a:r>
              <a:rPr lang="en-US"/>
              <a:t> </a:t>
            </a:r>
            <a:r>
              <a:rPr lang="en-US" err="1"/>
              <a:t>Exemplo</a:t>
            </a:r>
            <a:endParaRPr lang="en-US"/>
          </a:p>
        </p:txBody>
      </p:sp>
      <p:grpSp>
        <p:nvGrpSpPr>
          <p:cNvPr id="4" name="object 23">
            <a:extLst>
              <a:ext uri="{FF2B5EF4-FFF2-40B4-BE49-F238E27FC236}">
                <a16:creationId xmlns:a16="http://schemas.microsoft.com/office/drawing/2014/main" id="{50D4309B-76E2-19A1-86E6-630C64E10DC1}"/>
              </a:ext>
            </a:extLst>
          </p:cNvPr>
          <p:cNvGrpSpPr/>
          <p:nvPr/>
        </p:nvGrpSpPr>
        <p:grpSpPr>
          <a:xfrm>
            <a:off x="-546445" y="2983906"/>
            <a:ext cx="12786104" cy="4703568"/>
            <a:chOff x="13449" y="560788"/>
            <a:chExt cx="7539039" cy="2773353"/>
          </a:xfrm>
        </p:grpSpPr>
        <p:sp>
          <p:nvSpPr>
            <p:cNvPr id="5" name="object 24">
              <a:extLst>
                <a:ext uri="{FF2B5EF4-FFF2-40B4-BE49-F238E27FC236}">
                  <a16:creationId xmlns:a16="http://schemas.microsoft.com/office/drawing/2014/main" id="{DE727D37-CBBB-D040-AA60-F758EAC5436B}"/>
                </a:ext>
              </a:extLst>
            </p:cNvPr>
            <p:cNvSpPr/>
            <p:nvPr/>
          </p:nvSpPr>
          <p:spPr>
            <a:xfrm>
              <a:off x="13449" y="560788"/>
              <a:ext cx="6531609" cy="1584960"/>
            </a:xfrm>
            <a:custGeom>
              <a:avLst/>
              <a:gdLst/>
              <a:ahLst/>
              <a:cxnLst/>
              <a:rect l="l" t="t" r="r" b="b"/>
              <a:pathLst>
                <a:path w="6531609" h="1584960">
                  <a:moveTo>
                    <a:pt x="405650" y="0"/>
                  </a:moveTo>
                  <a:lnTo>
                    <a:pt x="0" y="0"/>
                  </a:lnTo>
                </a:path>
                <a:path w="6531609" h="1584960">
                  <a:moveTo>
                    <a:pt x="0" y="1584629"/>
                  </a:moveTo>
                  <a:lnTo>
                    <a:pt x="6531127" y="1584629"/>
                  </a:lnTo>
                  <a:lnTo>
                    <a:pt x="6382397" y="1391958"/>
                  </a:lnTo>
                  <a:lnTo>
                    <a:pt x="6351092" y="1352015"/>
                  </a:lnTo>
                  <a:lnTo>
                    <a:pt x="6319315" y="1312579"/>
                  </a:lnTo>
                  <a:lnTo>
                    <a:pt x="6287071" y="1273655"/>
                  </a:lnTo>
                  <a:lnTo>
                    <a:pt x="6254367" y="1235245"/>
                  </a:lnTo>
                  <a:lnTo>
                    <a:pt x="6221207" y="1197353"/>
                  </a:lnTo>
                  <a:lnTo>
                    <a:pt x="6187597" y="1159983"/>
                  </a:lnTo>
                  <a:lnTo>
                    <a:pt x="6153543" y="1123138"/>
                  </a:lnTo>
                  <a:lnTo>
                    <a:pt x="6119049" y="1086822"/>
                  </a:lnTo>
                  <a:lnTo>
                    <a:pt x="6084122" y="1051038"/>
                  </a:lnTo>
                  <a:lnTo>
                    <a:pt x="6048766" y="1015790"/>
                  </a:lnTo>
                  <a:lnTo>
                    <a:pt x="6012987" y="981081"/>
                  </a:lnTo>
                  <a:lnTo>
                    <a:pt x="5976790" y="946915"/>
                  </a:lnTo>
                  <a:lnTo>
                    <a:pt x="5940181" y="913295"/>
                  </a:lnTo>
                  <a:lnTo>
                    <a:pt x="5903165" y="880225"/>
                  </a:lnTo>
                  <a:lnTo>
                    <a:pt x="5865748" y="847708"/>
                  </a:lnTo>
                  <a:lnTo>
                    <a:pt x="5827935" y="815749"/>
                  </a:lnTo>
                  <a:lnTo>
                    <a:pt x="5789731" y="784350"/>
                  </a:lnTo>
                  <a:lnTo>
                    <a:pt x="5751142" y="753515"/>
                  </a:lnTo>
                  <a:lnTo>
                    <a:pt x="5712173" y="723247"/>
                  </a:lnTo>
                  <a:lnTo>
                    <a:pt x="5672829" y="693551"/>
                  </a:lnTo>
                  <a:lnTo>
                    <a:pt x="5633117" y="664429"/>
                  </a:lnTo>
                  <a:lnTo>
                    <a:pt x="5593041" y="635885"/>
                  </a:lnTo>
                  <a:lnTo>
                    <a:pt x="5552607" y="607923"/>
                  </a:lnTo>
                  <a:lnTo>
                    <a:pt x="5511820" y="580546"/>
                  </a:lnTo>
                  <a:lnTo>
                    <a:pt x="5470685" y="553758"/>
                  </a:lnTo>
                  <a:lnTo>
                    <a:pt x="5429209" y="527562"/>
                  </a:lnTo>
                  <a:lnTo>
                    <a:pt x="5387396" y="501962"/>
                  </a:lnTo>
                  <a:lnTo>
                    <a:pt x="5345252" y="476961"/>
                  </a:lnTo>
                  <a:lnTo>
                    <a:pt x="5302782" y="452563"/>
                  </a:lnTo>
                  <a:lnTo>
                    <a:pt x="5259991" y="428771"/>
                  </a:lnTo>
                  <a:lnTo>
                    <a:pt x="5216886" y="405589"/>
                  </a:lnTo>
                  <a:lnTo>
                    <a:pt x="5173471" y="383021"/>
                  </a:lnTo>
                  <a:lnTo>
                    <a:pt x="5129752" y="361070"/>
                  </a:lnTo>
                  <a:lnTo>
                    <a:pt x="5085734" y="339739"/>
                  </a:lnTo>
                  <a:lnTo>
                    <a:pt x="5041423" y="319032"/>
                  </a:lnTo>
                  <a:lnTo>
                    <a:pt x="4996823" y="298953"/>
                  </a:lnTo>
                  <a:lnTo>
                    <a:pt x="4951941" y="279505"/>
                  </a:lnTo>
                  <a:lnTo>
                    <a:pt x="4906782" y="260691"/>
                  </a:lnTo>
                  <a:lnTo>
                    <a:pt x="4861352" y="242516"/>
                  </a:lnTo>
                  <a:lnTo>
                    <a:pt x="4815654" y="224982"/>
                  </a:lnTo>
                  <a:lnTo>
                    <a:pt x="4769696" y="208094"/>
                  </a:lnTo>
                  <a:lnTo>
                    <a:pt x="4723483" y="191854"/>
                  </a:lnTo>
                  <a:lnTo>
                    <a:pt x="4677019" y="176267"/>
                  </a:lnTo>
                  <a:lnTo>
                    <a:pt x="4630310" y="161335"/>
                  </a:lnTo>
                  <a:lnTo>
                    <a:pt x="4583362" y="147063"/>
                  </a:lnTo>
                  <a:lnTo>
                    <a:pt x="4536181" y="133453"/>
                  </a:lnTo>
                  <a:lnTo>
                    <a:pt x="4488770" y="120510"/>
                  </a:lnTo>
                  <a:lnTo>
                    <a:pt x="4441137" y="108237"/>
                  </a:lnTo>
                  <a:lnTo>
                    <a:pt x="4393285" y="96638"/>
                  </a:lnTo>
                  <a:lnTo>
                    <a:pt x="4345222" y="85715"/>
                  </a:lnTo>
                  <a:lnTo>
                    <a:pt x="4296951" y="75473"/>
                  </a:lnTo>
                  <a:lnTo>
                    <a:pt x="4248479" y="65915"/>
                  </a:lnTo>
                  <a:lnTo>
                    <a:pt x="4199811" y="57045"/>
                  </a:lnTo>
                  <a:lnTo>
                    <a:pt x="4150952" y="48865"/>
                  </a:lnTo>
                  <a:lnTo>
                    <a:pt x="4101908" y="41381"/>
                  </a:lnTo>
                  <a:lnTo>
                    <a:pt x="4052684" y="34594"/>
                  </a:lnTo>
                </a:path>
              </a:pathLst>
            </a:custGeom>
            <a:ln w="9525">
              <a:solidFill>
                <a:srgbClr val="C4E1CD"/>
              </a:solidFill>
            </a:ln>
          </p:spPr>
          <p:txBody>
            <a:bodyPr wrap="square" lIns="0" tIns="0" rIns="0" bIns="0" rtlCol="0"/>
            <a:lstStyle/>
            <a:p>
              <a:endParaRPr sz="849"/>
            </a:p>
          </p:txBody>
        </p:sp>
        <p:sp>
          <p:nvSpPr>
            <p:cNvPr id="6" name="object 25">
              <a:extLst>
                <a:ext uri="{FF2B5EF4-FFF2-40B4-BE49-F238E27FC236}">
                  <a16:creationId xmlns:a16="http://schemas.microsoft.com/office/drawing/2014/main" id="{8207C49E-615D-5482-45CB-4F23C1E9C0C1}"/>
                </a:ext>
              </a:extLst>
            </p:cNvPr>
            <p:cNvSpPr/>
            <p:nvPr/>
          </p:nvSpPr>
          <p:spPr>
            <a:xfrm>
              <a:off x="5882932" y="2145421"/>
              <a:ext cx="1323340" cy="1188720"/>
            </a:xfrm>
            <a:custGeom>
              <a:avLst/>
              <a:gdLst/>
              <a:ahLst/>
              <a:cxnLst/>
              <a:rect l="l" t="t" r="r" b="b"/>
              <a:pathLst>
                <a:path w="1323340" h="1188720">
                  <a:moveTo>
                    <a:pt x="1323243" y="1188341"/>
                  </a:moveTo>
                  <a:lnTo>
                    <a:pt x="1302947" y="1128198"/>
                  </a:lnTo>
                  <a:lnTo>
                    <a:pt x="1286304" y="1081545"/>
                  </a:lnTo>
                  <a:lnTo>
                    <a:pt x="1269001" y="1035125"/>
                  </a:lnTo>
                  <a:lnTo>
                    <a:pt x="1251041" y="988943"/>
                  </a:lnTo>
                  <a:lnTo>
                    <a:pt x="1232425" y="943003"/>
                  </a:lnTo>
                  <a:lnTo>
                    <a:pt x="1213154" y="897309"/>
                  </a:lnTo>
                  <a:lnTo>
                    <a:pt x="1193230" y="851867"/>
                  </a:lnTo>
                  <a:lnTo>
                    <a:pt x="1172655" y="806682"/>
                  </a:lnTo>
                  <a:lnTo>
                    <a:pt x="1151430" y="761757"/>
                  </a:lnTo>
                  <a:lnTo>
                    <a:pt x="1129556" y="717098"/>
                  </a:lnTo>
                  <a:lnTo>
                    <a:pt x="1107036" y="672709"/>
                  </a:lnTo>
                  <a:lnTo>
                    <a:pt x="1083871" y="628596"/>
                  </a:lnTo>
                  <a:lnTo>
                    <a:pt x="1060063" y="584762"/>
                  </a:lnTo>
                  <a:lnTo>
                    <a:pt x="1035612" y="541213"/>
                  </a:lnTo>
                  <a:lnTo>
                    <a:pt x="1010521" y="497952"/>
                  </a:lnTo>
                  <a:lnTo>
                    <a:pt x="984792" y="454986"/>
                  </a:lnTo>
                  <a:lnTo>
                    <a:pt x="958425" y="412319"/>
                  </a:lnTo>
                  <a:lnTo>
                    <a:pt x="931422" y="369954"/>
                  </a:lnTo>
                  <a:lnTo>
                    <a:pt x="903785" y="327898"/>
                  </a:lnTo>
                  <a:lnTo>
                    <a:pt x="875516" y="286155"/>
                  </a:lnTo>
                  <a:lnTo>
                    <a:pt x="846616" y="244729"/>
                  </a:lnTo>
                  <a:lnTo>
                    <a:pt x="817086" y="203625"/>
                  </a:lnTo>
                  <a:lnTo>
                    <a:pt x="786929" y="162848"/>
                  </a:lnTo>
                  <a:lnTo>
                    <a:pt x="756146" y="122402"/>
                  </a:lnTo>
                  <a:lnTo>
                    <a:pt x="661645" y="0"/>
                  </a:lnTo>
                  <a:lnTo>
                    <a:pt x="566966" y="122402"/>
                  </a:lnTo>
                  <a:lnTo>
                    <a:pt x="536204" y="162848"/>
                  </a:lnTo>
                  <a:lnTo>
                    <a:pt x="506066" y="203625"/>
                  </a:lnTo>
                  <a:lnTo>
                    <a:pt x="476554" y="244729"/>
                  </a:lnTo>
                  <a:lnTo>
                    <a:pt x="447670" y="286155"/>
                  </a:lnTo>
                  <a:lnTo>
                    <a:pt x="419415" y="327898"/>
                  </a:lnTo>
                  <a:lnTo>
                    <a:pt x="391791" y="369954"/>
                  </a:lnTo>
                  <a:lnTo>
                    <a:pt x="364799" y="412319"/>
                  </a:lnTo>
                  <a:lnTo>
                    <a:pt x="338442" y="454986"/>
                  </a:lnTo>
                  <a:lnTo>
                    <a:pt x="312721" y="497952"/>
                  </a:lnTo>
                  <a:lnTo>
                    <a:pt x="287637" y="541213"/>
                  </a:lnTo>
                  <a:lnTo>
                    <a:pt x="263192" y="584762"/>
                  </a:lnTo>
                  <a:lnTo>
                    <a:pt x="239388" y="628596"/>
                  </a:lnTo>
                  <a:lnTo>
                    <a:pt x="216227" y="672709"/>
                  </a:lnTo>
                  <a:lnTo>
                    <a:pt x="193709" y="717098"/>
                  </a:lnTo>
                  <a:lnTo>
                    <a:pt x="171837" y="761757"/>
                  </a:lnTo>
                  <a:lnTo>
                    <a:pt x="150613" y="806682"/>
                  </a:lnTo>
                  <a:lnTo>
                    <a:pt x="130037" y="851867"/>
                  </a:lnTo>
                  <a:lnTo>
                    <a:pt x="110112" y="897309"/>
                  </a:lnTo>
                  <a:lnTo>
                    <a:pt x="90839" y="943003"/>
                  </a:lnTo>
                  <a:lnTo>
                    <a:pt x="72220" y="988943"/>
                  </a:lnTo>
                  <a:lnTo>
                    <a:pt x="54257" y="1035125"/>
                  </a:lnTo>
                  <a:lnTo>
                    <a:pt x="36950" y="1081545"/>
                  </a:lnTo>
                  <a:lnTo>
                    <a:pt x="20302" y="1128198"/>
                  </a:lnTo>
                  <a:lnTo>
                    <a:pt x="4315" y="1175079"/>
                  </a:lnTo>
                  <a:lnTo>
                    <a:pt x="0" y="1188341"/>
                  </a:lnTo>
                </a:path>
              </a:pathLst>
            </a:custGeom>
            <a:ln w="9525">
              <a:solidFill>
                <a:srgbClr val="C4E1CD"/>
              </a:solidFill>
            </a:ln>
          </p:spPr>
          <p:txBody>
            <a:bodyPr wrap="square" lIns="0" tIns="0" rIns="0" bIns="0" rtlCol="0"/>
            <a:lstStyle/>
            <a:p>
              <a:endParaRPr sz="849"/>
            </a:p>
          </p:txBody>
        </p:sp>
        <p:sp>
          <p:nvSpPr>
            <p:cNvPr id="7" name="object 26">
              <a:extLst>
                <a:ext uri="{FF2B5EF4-FFF2-40B4-BE49-F238E27FC236}">
                  <a16:creationId xmlns:a16="http://schemas.microsoft.com/office/drawing/2014/main" id="{72246793-C8CC-C392-6977-F37744ACA046}"/>
                </a:ext>
              </a:extLst>
            </p:cNvPr>
            <p:cNvSpPr/>
            <p:nvPr/>
          </p:nvSpPr>
          <p:spPr>
            <a:xfrm>
              <a:off x="6544744" y="1151738"/>
              <a:ext cx="1007744" cy="993775"/>
            </a:xfrm>
            <a:custGeom>
              <a:avLst/>
              <a:gdLst/>
              <a:ahLst/>
              <a:cxnLst/>
              <a:rect l="l" t="t" r="r" b="b"/>
              <a:pathLst>
                <a:path w="1007745" h="993775">
                  <a:moveTo>
                    <a:pt x="1007475" y="0"/>
                  </a:moveTo>
                  <a:lnTo>
                    <a:pt x="964928" y="28652"/>
                  </a:lnTo>
                  <a:lnTo>
                    <a:pt x="925183" y="56259"/>
                  </a:lnTo>
                  <a:lnTo>
                    <a:pt x="885787" y="84427"/>
                  </a:lnTo>
                  <a:lnTo>
                    <a:pt x="846746" y="113153"/>
                  </a:lnTo>
                  <a:lnTo>
                    <a:pt x="808065" y="142436"/>
                  </a:lnTo>
                  <a:lnTo>
                    <a:pt x="769750" y="172273"/>
                  </a:lnTo>
                  <a:lnTo>
                    <a:pt x="731805" y="202660"/>
                  </a:lnTo>
                  <a:lnTo>
                    <a:pt x="694235" y="233595"/>
                  </a:lnTo>
                  <a:lnTo>
                    <a:pt x="657047" y="265076"/>
                  </a:lnTo>
                  <a:lnTo>
                    <a:pt x="620246" y="297101"/>
                  </a:lnTo>
                  <a:lnTo>
                    <a:pt x="583836" y="329665"/>
                  </a:lnTo>
                  <a:lnTo>
                    <a:pt x="547822" y="362768"/>
                  </a:lnTo>
                  <a:lnTo>
                    <a:pt x="512212" y="396406"/>
                  </a:lnTo>
                  <a:lnTo>
                    <a:pt x="477008" y="430576"/>
                  </a:lnTo>
                  <a:lnTo>
                    <a:pt x="442218" y="465277"/>
                  </a:lnTo>
                  <a:lnTo>
                    <a:pt x="407846" y="500505"/>
                  </a:lnTo>
                  <a:lnTo>
                    <a:pt x="373897" y="536258"/>
                  </a:lnTo>
                  <a:lnTo>
                    <a:pt x="340376" y="572533"/>
                  </a:lnTo>
                  <a:lnTo>
                    <a:pt x="307290" y="609328"/>
                  </a:lnTo>
                  <a:lnTo>
                    <a:pt x="274643" y="646640"/>
                  </a:lnTo>
                  <a:lnTo>
                    <a:pt x="242440" y="684467"/>
                  </a:lnTo>
                  <a:lnTo>
                    <a:pt x="210687" y="722805"/>
                  </a:lnTo>
                  <a:lnTo>
                    <a:pt x="179389" y="761653"/>
                  </a:lnTo>
                  <a:lnTo>
                    <a:pt x="148551" y="801007"/>
                  </a:lnTo>
                  <a:lnTo>
                    <a:pt x="0" y="993679"/>
                  </a:lnTo>
                  <a:lnTo>
                    <a:pt x="1007475" y="993679"/>
                  </a:lnTo>
                </a:path>
              </a:pathLst>
            </a:custGeom>
            <a:ln w="9525">
              <a:solidFill>
                <a:srgbClr val="C4E1CD"/>
              </a:solidFill>
            </a:ln>
          </p:spPr>
          <p:txBody>
            <a:bodyPr wrap="square" lIns="0" tIns="0" rIns="0" bIns="0" rtlCol="0"/>
            <a:lstStyle/>
            <a:p>
              <a:endParaRPr sz="849"/>
            </a:p>
          </p:txBody>
        </p:sp>
      </p:grpSp>
      <p:sp>
        <p:nvSpPr>
          <p:cNvPr id="8" name="Rectangle: Single Corner Rounded 7">
            <a:extLst>
              <a:ext uri="{FF2B5EF4-FFF2-40B4-BE49-F238E27FC236}">
                <a16:creationId xmlns:a16="http://schemas.microsoft.com/office/drawing/2014/main" id="{C8E93529-2614-7E2E-2EE2-98EFA88E353C}"/>
              </a:ext>
            </a:extLst>
          </p:cNvPr>
          <p:cNvSpPr/>
          <p:nvPr/>
        </p:nvSpPr>
        <p:spPr>
          <a:xfrm flipH="1" flipV="1">
            <a:off x="407988" y="0"/>
            <a:ext cx="11784012" cy="295836"/>
          </a:xfrm>
          <a:prstGeom prst="round1Rect">
            <a:avLst>
              <a:gd name="adj" fmla="val 50000"/>
            </a:avLst>
          </a:prstGeom>
          <a:solidFill>
            <a:srgbClr val="6479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Tree>
    <p:extLst>
      <p:ext uri="{BB962C8B-B14F-4D97-AF65-F5344CB8AC3E}">
        <p14:creationId xmlns:p14="http://schemas.microsoft.com/office/powerpoint/2010/main" val="1793294568"/>
      </p:ext>
    </p:extLst>
  </p:cSld>
  <p:clrMapOvr>
    <a:masterClrMapping/>
  </p:clrMapOvr>
  <p:extLst>
    <p:ext uri="{DCECCB84-F9BA-43D5-87BE-67443E8EF086}">
      <p15:sldGuideLst xmlns:p15="http://schemas.microsoft.com/office/powerpoint/2012/main">
        <p15:guide id="1" pos="257">
          <p15:clr>
            <a:srgbClr val="FBAE40"/>
          </p15:clr>
        </p15:guide>
        <p15:guide id="2" pos="7446">
          <p15:clr>
            <a:srgbClr val="FBAE40"/>
          </p15:clr>
        </p15:guide>
        <p15:guide id="3" orient="horz" pos="4088">
          <p15:clr>
            <a:srgbClr val="FBAE40"/>
          </p15:clr>
        </p15:guide>
        <p15:guide id="4" orient="horz" pos="3725">
          <p15:clr>
            <a:srgbClr val="FBAE40"/>
          </p15:clr>
        </p15:guide>
        <p15:guide id="5" orient="horz" pos="255">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1_Divisória - Escuro">
    <p:bg>
      <p:bgPr>
        <a:gradFill>
          <a:gsLst>
            <a:gs pos="0">
              <a:schemeClr val="tx1">
                <a:lumMod val="95000"/>
                <a:lumOff val="5000"/>
              </a:schemeClr>
            </a:gs>
            <a:gs pos="100000">
              <a:schemeClr val="tx1">
                <a:lumMod val="85000"/>
                <a:lumOff val="15000"/>
              </a:schemeClr>
            </a:gs>
            <a:gs pos="49000">
              <a:schemeClr val="tx1">
                <a:lumMod val="95000"/>
                <a:lumOff val="5000"/>
              </a:schemeClr>
            </a:gs>
          </a:gsLst>
          <a:lin ang="4200000" scaled="0"/>
        </a:gradFill>
        <a:effectLst/>
      </p:bgPr>
    </p:bg>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F53E2E6E-222A-F591-1663-CA402B732DC6}"/>
              </a:ext>
            </a:extLst>
          </p:cNvPr>
          <p:cNvSpPr>
            <a:spLocks noGrp="1"/>
          </p:cNvSpPr>
          <p:nvPr>
            <p:ph type="body" sz="quarter" idx="13" hasCustomPrompt="1"/>
          </p:nvPr>
        </p:nvSpPr>
        <p:spPr>
          <a:xfrm>
            <a:off x="407988" y="2938015"/>
            <a:ext cx="4167530" cy="2783977"/>
          </a:xfrm>
          <a:prstGeom prst="rect">
            <a:avLst/>
          </a:prstGeom>
        </p:spPr>
        <p:txBody>
          <a:bodyPr lIns="0" tIns="0" rIns="0" bIns="0" anchor="b" anchorCtr="0"/>
          <a:lstStyle>
            <a:lvl1pPr marL="0" indent="0">
              <a:buNone/>
              <a:defRPr sz="3400">
                <a:solidFill>
                  <a:schemeClr val="bg1"/>
                </a:solidFill>
                <a:latin typeface="Versos Light" panose="020B0403020204030204" pitchFamily="34" charset="0"/>
              </a:defRPr>
            </a:lvl1pPr>
          </a:lstStyle>
          <a:p>
            <a:pPr lvl="0"/>
            <a:r>
              <a:rPr lang="en-US" err="1"/>
              <a:t>Anexos</a:t>
            </a:r>
            <a:endParaRPr lang="en-US"/>
          </a:p>
        </p:txBody>
      </p:sp>
      <p:sp>
        <p:nvSpPr>
          <p:cNvPr id="14" name="Text Placeholder 15">
            <a:extLst>
              <a:ext uri="{FF2B5EF4-FFF2-40B4-BE49-F238E27FC236}">
                <a16:creationId xmlns:a16="http://schemas.microsoft.com/office/drawing/2014/main" id="{96110406-75EA-FDCF-8EC5-7273399369D0}"/>
              </a:ext>
            </a:extLst>
          </p:cNvPr>
          <p:cNvSpPr>
            <a:spLocks noGrp="1"/>
          </p:cNvSpPr>
          <p:nvPr>
            <p:ph type="body" sz="quarter" idx="14" hasCustomPrompt="1"/>
          </p:nvPr>
        </p:nvSpPr>
        <p:spPr>
          <a:xfrm>
            <a:off x="407988" y="5722315"/>
            <a:ext cx="4167530" cy="997297"/>
          </a:xfrm>
          <a:prstGeom prst="rect">
            <a:avLst/>
          </a:prstGeom>
        </p:spPr>
        <p:txBody>
          <a:bodyPr lIns="0" tIns="0" rIns="0" bIns="0"/>
          <a:lstStyle>
            <a:lvl1pPr>
              <a:defRPr lang="en-US" sz="2000" b="1" i="0" u="none" strike="noStrike" kern="1200" cap="none" dirty="0" smtClean="0">
                <a:solidFill>
                  <a:schemeClr val="bg1"/>
                </a:solidFill>
                <a:latin typeface="Versos"/>
                <a:ea typeface="+mj-ea"/>
                <a:cs typeface="+mj-cs"/>
                <a:sym typeface="Arial"/>
              </a:defRPr>
            </a:lvl1pPr>
            <a:lvl2pPr>
              <a:defRPr lang="en-US" sz="2000" b="1" i="0" u="none" strike="noStrike" kern="1200" cap="none" dirty="0" smtClean="0">
                <a:solidFill>
                  <a:schemeClr val="tx1">
                    <a:lumMod val="85000"/>
                    <a:lumOff val="15000"/>
                  </a:schemeClr>
                </a:solidFill>
                <a:latin typeface="Versos"/>
                <a:ea typeface="+mj-ea"/>
                <a:cs typeface="+mj-cs"/>
                <a:sym typeface="Arial"/>
              </a:defRPr>
            </a:lvl2pPr>
            <a:lvl3pPr>
              <a:defRPr lang="en-US" sz="2000" b="1" i="0" u="none" strike="noStrike" kern="1200" cap="none" dirty="0" smtClean="0">
                <a:solidFill>
                  <a:schemeClr val="tx1">
                    <a:lumMod val="85000"/>
                    <a:lumOff val="15000"/>
                  </a:schemeClr>
                </a:solidFill>
                <a:latin typeface="Versos"/>
                <a:ea typeface="+mj-ea"/>
                <a:cs typeface="+mj-cs"/>
                <a:sym typeface="Arial"/>
              </a:defRPr>
            </a:lvl3pPr>
            <a:lvl4pPr>
              <a:defRPr lang="en-US" sz="2000" b="1" i="0" u="none" strike="noStrike" kern="1200" cap="none" dirty="0" smtClean="0">
                <a:solidFill>
                  <a:schemeClr val="tx1">
                    <a:lumMod val="85000"/>
                    <a:lumOff val="15000"/>
                  </a:schemeClr>
                </a:solidFill>
                <a:latin typeface="Versos"/>
                <a:ea typeface="+mj-ea"/>
                <a:cs typeface="+mj-cs"/>
                <a:sym typeface="Arial"/>
              </a:defRPr>
            </a:lvl4pPr>
            <a:lvl5pPr>
              <a:defRPr lang="pt-BR" sz="2000" b="1" i="0" u="none" strike="noStrike" kern="1200" cap="none" dirty="0">
                <a:solidFill>
                  <a:schemeClr val="tx1">
                    <a:lumMod val="85000"/>
                    <a:lumOff val="15000"/>
                  </a:schemeClr>
                </a:solidFill>
                <a:latin typeface="Versos"/>
                <a:ea typeface="+mj-ea"/>
                <a:cs typeface="+mj-cs"/>
                <a:sym typeface="Arial"/>
              </a:defRPr>
            </a:lvl5pPr>
          </a:lstStyle>
          <a:p>
            <a:pPr lvl="0"/>
            <a:r>
              <a:rPr lang="pt-BR" sz="2000" b="1">
                <a:solidFill>
                  <a:schemeClr val="tx1">
                    <a:lumMod val="85000"/>
                    <a:lumOff val="15000"/>
                  </a:schemeClr>
                </a:solidFill>
                <a:latin typeface="Versos"/>
              </a:rPr>
              <a:t>FIC FIM EXEMPLO</a:t>
            </a:r>
            <a:endParaRPr lang="pt-BR"/>
          </a:p>
        </p:txBody>
      </p:sp>
      <p:sp>
        <p:nvSpPr>
          <p:cNvPr id="22" name="Text Placeholder 20">
            <a:extLst>
              <a:ext uri="{FF2B5EF4-FFF2-40B4-BE49-F238E27FC236}">
                <a16:creationId xmlns:a16="http://schemas.microsoft.com/office/drawing/2014/main" id="{D681B05B-2386-9C81-6A6D-BFFEF6DED57D}"/>
              </a:ext>
            </a:extLst>
          </p:cNvPr>
          <p:cNvSpPr>
            <a:spLocks noGrp="1"/>
          </p:cNvSpPr>
          <p:nvPr>
            <p:ph type="body" sz="quarter" idx="17" hasCustomPrompt="1"/>
          </p:nvPr>
        </p:nvSpPr>
        <p:spPr>
          <a:xfrm>
            <a:off x="6096001" y="5804626"/>
            <a:ext cx="1449387" cy="184666"/>
          </a:xfrm>
          <a:prstGeom prst="rect">
            <a:avLst/>
          </a:prstGeom>
        </p:spPr>
        <p:txBody>
          <a:bodyPr lIns="0" tIns="0" rIns="0" bIns="0">
            <a:noAutofit/>
          </a:bodyPr>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email@tivio.com</a:t>
            </a:r>
          </a:p>
        </p:txBody>
      </p:sp>
      <p:sp>
        <p:nvSpPr>
          <p:cNvPr id="23" name="Text Placeholder 20">
            <a:extLst>
              <a:ext uri="{FF2B5EF4-FFF2-40B4-BE49-F238E27FC236}">
                <a16:creationId xmlns:a16="http://schemas.microsoft.com/office/drawing/2014/main" id="{ACB2D47A-729B-16A4-3FD8-0779C01BA71B}"/>
              </a:ext>
            </a:extLst>
          </p:cNvPr>
          <p:cNvSpPr>
            <a:spLocks noGrp="1"/>
          </p:cNvSpPr>
          <p:nvPr>
            <p:ph type="body" sz="quarter" idx="19" hasCustomPrompt="1"/>
          </p:nvPr>
        </p:nvSpPr>
        <p:spPr>
          <a:xfrm>
            <a:off x="7766084" y="5804626"/>
            <a:ext cx="1449387" cy="184666"/>
          </a:xfrm>
          <a:prstGeom prst="rect">
            <a:avLst/>
          </a:prstGeom>
        </p:spPr>
        <p:txBody>
          <a:bodyPr lIns="0" tIns="0" rIns="0" bIns="0">
            <a:noAutofit/>
          </a:bodyPr>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email@tivio.com</a:t>
            </a:r>
          </a:p>
        </p:txBody>
      </p:sp>
      <p:sp>
        <p:nvSpPr>
          <p:cNvPr id="24" name="Text Placeholder 20">
            <a:extLst>
              <a:ext uri="{FF2B5EF4-FFF2-40B4-BE49-F238E27FC236}">
                <a16:creationId xmlns:a16="http://schemas.microsoft.com/office/drawing/2014/main" id="{6392F700-2642-3814-0747-D0EBAE5EE8DA}"/>
              </a:ext>
            </a:extLst>
          </p:cNvPr>
          <p:cNvSpPr>
            <a:spLocks noGrp="1"/>
          </p:cNvSpPr>
          <p:nvPr>
            <p:ph type="body" sz="quarter" idx="21" hasCustomPrompt="1"/>
          </p:nvPr>
        </p:nvSpPr>
        <p:spPr>
          <a:xfrm>
            <a:off x="9436009" y="5804626"/>
            <a:ext cx="1449387" cy="184666"/>
          </a:xfrm>
          <a:prstGeom prst="rect">
            <a:avLst/>
          </a:prstGeom>
        </p:spPr>
        <p:txBody>
          <a:bodyPr lIns="0" tIns="0" rIns="0" bIns="0">
            <a:noAutofit/>
          </a:bodyPr>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smtClean="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1">
                    <a:lumMod val="75000"/>
                    <a:lumOff val="25000"/>
                  </a:schemeClr>
                </a:solidFill>
                <a:latin typeface="Versos" panose="020B0503020204030204" pitchFamily="34" charset="0"/>
              </a:rPr>
              <a:t>email@tivio.com</a:t>
            </a:r>
          </a:p>
        </p:txBody>
      </p:sp>
      <p:sp>
        <p:nvSpPr>
          <p:cNvPr id="25" name="Text Placeholder 41">
            <a:extLst>
              <a:ext uri="{FF2B5EF4-FFF2-40B4-BE49-F238E27FC236}">
                <a16:creationId xmlns:a16="http://schemas.microsoft.com/office/drawing/2014/main" id="{157C41B9-AF41-31A7-3A0A-19B45968B487}"/>
              </a:ext>
            </a:extLst>
          </p:cNvPr>
          <p:cNvSpPr>
            <a:spLocks noGrp="1"/>
          </p:cNvSpPr>
          <p:nvPr>
            <p:ph type="body" sz="quarter" idx="22" hasCustomPrompt="1"/>
          </p:nvPr>
        </p:nvSpPr>
        <p:spPr>
          <a:xfrm>
            <a:off x="6096001" y="5597734"/>
            <a:ext cx="1449387" cy="180000"/>
          </a:xfrm>
          <a:prstGeom prst="rect">
            <a:avLst/>
          </a:prstGeom>
        </p:spPr>
        <p:txBody>
          <a:bodyPr lIns="0" tIns="0" rIns="0" bIns="0"/>
          <a:lstStyle>
            <a:lvl1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6" name="Text Placeholder 41">
            <a:extLst>
              <a:ext uri="{FF2B5EF4-FFF2-40B4-BE49-F238E27FC236}">
                <a16:creationId xmlns:a16="http://schemas.microsoft.com/office/drawing/2014/main" id="{3517E57F-3F51-7633-EEE2-B42F36DCEDB6}"/>
              </a:ext>
            </a:extLst>
          </p:cNvPr>
          <p:cNvSpPr>
            <a:spLocks noGrp="1"/>
          </p:cNvSpPr>
          <p:nvPr>
            <p:ph type="body" sz="quarter" idx="23" hasCustomPrompt="1"/>
          </p:nvPr>
        </p:nvSpPr>
        <p:spPr>
          <a:xfrm>
            <a:off x="7766083" y="5597734"/>
            <a:ext cx="1449387" cy="180000"/>
          </a:xfrm>
          <a:prstGeom prst="rect">
            <a:avLst/>
          </a:prstGeom>
        </p:spPr>
        <p:txBody>
          <a:bodyPr lIns="0" tIns="0" rIns="0" bIns="0"/>
          <a:lstStyle>
            <a:lvl1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7" name="Text Placeholder 41">
            <a:extLst>
              <a:ext uri="{FF2B5EF4-FFF2-40B4-BE49-F238E27FC236}">
                <a16:creationId xmlns:a16="http://schemas.microsoft.com/office/drawing/2014/main" id="{87E0728A-5639-44E4-17A8-459EA60420AA}"/>
              </a:ext>
            </a:extLst>
          </p:cNvPr>
          <p:cNvSpPr>
            <a:spLocks noGrp="1"/>
          </p:cNvSpPr>
          <p:nvPr>
            <p:ph type="body" sz="quarter" idx="24" hasCustomPrompt="1"/>
          </p:nvPr>
        </p:nvSpPr>
        <p:spPr>
          <a:xfrm>
            <a:off x="9436008" y="5597734"/>
            <a:ext cx="1449387" cy="180000"/>
          </a:xfrm>
          <a:prstGeom prst="rect">
            <a:avLst/>
          </a:prstGeom>
        </p:spPr>
        <p:txBody>
          <a:bodyPr lIns="0" tIns="0" rIns="0" bIns="0"/>
          <a:lstStyle>
            <a:lvl1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bg1"/>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1" i="0" u="none" strike="noStrike" kern="1200" cap="none" dirty="0" smtClean="0">
                <a:solidFill>
                  <a:schemeClr val="tx1">
                    <a:lumMod val="75000"/>
                    <a:lumOff val="25000"/>
                  </a:schemeClr>
                </a:solidFill>
                <a:latin typeface="Versos" panose="020B0503020204030204" pitchFamily="34" charset="0"/>
                <a:ea typeface="+mj-ea"/>
                <a:cs typeface="+mj-cs"/>
                <a:sym typeface="Arial"/>
              </a:defRPr>
            </a:lvl5pPr>
          </a:lstStyle>
          <a:p>
            <a:pPr lvl="0"/>
            <a:r>
              <a:rPr lang="en-US"/>
              <a:t>Nome </a:t>
            </a:r>
            <a:r>
              <a:rPr lang="en-US" err="1"/>
              <a:t>Sobrenome</a:t>
            </a:r>
            <a:endParaRPr lang="pt-BR"/>
          </a:p>
        </p:txBody>
      </p:sp>
      <p:sp>
        <p:nvSpPr>
          <p:cNvPr id="28" name="Text Placeholder 17">
            <a:extLst>
              <a:ext uri="{FF2B5EF4-FFF2-40B4-BE49-F238E27FC236}">
                <a16:creationId xmlns:a16="http://schemas.microsoft.com/office/drawing/2014/main" id="{46268A65-19CA-59CF-EB3E-096ECD0A6AD9}"/>
              </a:ext>
            </a:extLst>
          </p:cNvPr>
          <p:cNvSpPr>
            <a:spLocks noGrp="1"/>
          </p:cNvSpPr>
          <p:nvPr>
            <p:ph type="body" sz="quarter" idx="15" hasCustomPrompt="1"/>
          </p:nvPr>
        </p:nvSpPr>
        <p:spPr>
          <a:xfrm>
            <a:off x="6096000" y="5300937"/>
            <a:ext cx="4789394" cy="200722"/>
          </a:xfrm>
          <a:prstGeom prst="rect">
            <a:avLst/>
          </a:prstGeom>
        </p:spPr>
        <p:txBody>
          <a:bodyPr lIns="0" tIns="0" rIns="0" bIns="0"/>
          <a:lstStyle>
            <a:lvl1pPr marL="0" marR="1868"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accent2"/>
                </a:solidFill>
                <a:latin typeface="Versos" panose="020B0503020204030204" pitchFamily="34" charset="0"/>
                <a:ea typeface="+mj-ea"/>
                <a:cs typeface="+mj-cs"/>
                <a:sym typeface="Arial"/>
              </a:defRPr>
            </a:lvl1pPr>
            <a:lvl2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2pPr>
            <a:lvl3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3pPr>
            <a:lvl4pPr marL="0" marR="3081" algn="l" defTabSz="914358" rtl="0" eaLnBrk="1" latinLnBrk="0" hangingPunct="1">
              <a:lnSpc>
                <a:spcPct val="100000"/>
              </a:lnSpc>
              <a:spcBef>
                <a:spcPts val="0"/>
              </a:spcBef>
              <a:spcAft>
                <a:spcPts val="0"/>
              </a:spcAft>
              <a:buClrTx/>
              <a:buFontTx/>
              <a:buNone/>
              <a:defRPr lang="en-US" sz="1200" b="0" i="0" u="none" strike="noStrike" kern="1200" cap="none" dirty="0" smtClean="0">
                <a:solidFill>
                  <a:schemeClr val="tx2"/>
                </a:solidFill>
                <a:latin typeface="Versos" panose="020B0503020204030204" pitchFamily="34" charset="0"/>
                <a:ea typeface="+mj-ea"/>
                <a:cs typeface="+mj-cs"/>
                <a:sym typeface="Arial"/>
              </a:defRPr>
            </a:lvl4pPr>
            <a:lvl5pPr marL="0" marR="3081" algn="l" defTabSz="914358" rtl="0" eaLnBrk="1" latinLnBrk="0" hangingPunct="1">
              <a:lnSpc>
                <a:spcPct val="100000"/>
              </a:lnSpc>
              <a:spcBef>
                <a:spcPts val="0"/>
              </a:spcBef>
              <a:spcAft>
                <a:spcPts val="0"/>
              </a:spcAft>
              <a:buClrTx/>
              <a:buFontTx/>
              <a:buNone/>
              <a:defRPr lang="pt-BR" sz="1200" b="0" i="0" u="none" strike="noStrike" kern="1200" cap="none" dirty="0">
                <a:solidFill>
                  <a:schemeClr val="tx2"/>
                </a:solidFill>
                <a:latin typeface="Versos" panose="020B0503020204030204" pitchFamily="34" charset="0"/>
                <a:ea typeface="+mj-ea"/>
                <a:cs typeface="+mj-cs"/>
                <a:sym typeface="Arial"/>
              </a:defRPr>
            </a:lvl5pPr>
          </a:lstStyle>
          <a:p>
            <a:pPr marR="3081">
              <a:lnSpc>
                <a:spcPct val="100000"/>
              </a:lnSpc>
              <a:spcBef>
                <a:spcPts val="0"/>
              </a:spcBef>
              <a:buClrTx/>
              <a:buFontTx/>
            </a:pPr>
            <a:r>
              <a:rPr lang="pt-BR" sz="1200">
                <a:solidFill>
                  <a:schemeClr val="tx2"/>
                </a:solidFill>
                <a:latin typeface="Versos" panose="020B0503020204030204" pitchFamily="34" charset="0"/>
              </a:rPr>
              <a:t>Área de atuação</a:t>
            </a:r>
          </a:p>
        </p:txBody>
      </p:sp>
    </p:spTree>
    <p:extLst>
      <p:ext uri="{BB962C8B-B14F-4D97-AF65-F5344CB8AC3E}">
        <p14:creationId xmlns:p14="http://schemas.microsoft.com/office/powerpoint/2010/main" val="1482656720"/>
      </p:ext>
    </p:extLst>
  </p:cSld>
  <p:clrMapOvr>
    <a:masterClrMapping/>
  </p:clrMapOvr>
  <p:extLst>
    <p:ext uri="{DCECCB84-F9BA-43D5-87BE-67443E8EF086}">
      <p15:sldGuideLst xmlns:p15="http://schemas.microsoft.com/office/powerpoint/2012/main">
        <p15:guide id="1" pos="257">
          <p15:clr>
            <a:srgbClr val="FBAE40"/>
          </p15:clr>
        </p15:guide>
        <p15:guide id="2" orient="horz" pos="3770">
          <p15:clr>
            <a:srgbClr val="FBAE40"/>
          </p15:clr>
        </p15:guide>
        <p15:guide id="3" pos="7446">
          <p15:clr>
            <a:srgbClr val="FBAE40"/>
          </p15:clr>
        </p15:guide>
        <p15:guide id="4" orient="horz" pos="3997">
          <p15:clr>
            <a:srgbClr val="FBAE40"/>
          </p15:clr>
        </p15:guide>
        <p15:guide id="5" orient="horz" pos="550">
          <p15:clr>
            <a:srgbClr val="FBAE40"/>
          </p15:clr>
        </p15:guide>
        <p15:guide id="6" orient="horz" pos="323">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type="obj" preserve="1">
  <p:cSld name="1_Contracapa">
    <p:bg>
      <p:bgPr>
        <a:solidFill>
          <a:schemeClr val="tx1"/>
        </a:solidFill>
        <a:effectLst/>
      </p:bgPr>
    </p:bg>
    <p:spTree>
      <p:nvGrpSpPr>
        <p:cNvPr id="1" name=""/>
        <p:cNvGrpSpPr/>
        <p:nvPr/>
      </p:nvGrpSpPr>
      <p:grpSpPr>
        <a:xfrm>
          <a:off x="0" y="0"/>
          <a:ext cx="0" cy="0"/>
          <a:chOff x="0" y="0"/>
          <a:chExt cx="0" cy="0"/>
        </a:xfrm>
      </p:grpSpPr>
      <p:sp>
        <p:nvSpPr>
          <p:cNvPr id="7" name="CaixaDeTexto 5">
            <a:extLst>
              <a:ext uri="{FF2B5EF4-FFF2-40B4-BE49-F238E27FC236}">
                <a16:creationId xmlns:a16="http://schemas.microsoft.com/office/drawing/2014/main" id="{43DFA321-6122-DD56-1B69-CCC4924A73A8}"/>
              </a:ext>
            </a:extLst>
          </p:cNvPr>
          <p:cNvSpPr txBox="1"/>
          <p:nvPr/>
        </p:nvSpPr>
        <p:spPr>
          <a:xfrm>
            <a:off x="7491664" y="5251905"/>
            <a:ext cx="4155689" cy="1077218"/>
          </a:xfrm>
          <a:prstGeom prst="rect">
            <a:avLst/>
          </a:prstGeom>
          <a:noFill/>
        </p:spPr>
        <p:txBody>
          <a:bodyPr wrap="square" lIns="0" tIns="0" rIns="0" bIns="0">
            <a:spAutoFit/>
          </a:bodyPr>
          <a:lstStyle/>
          <a:p>
            <a:pPr algn="r"/>
            <a:r>
              <a:rPr lang="it-IT" sz="14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Avenida Brigadeiro Faria Lima, 4.300</a:t>
            </a:r>
          </a:p>
          <a:p>
            <a:pPr algn="r"/>
            <a:r>
              <a:rPr lang="it-IT" sz="14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r"/>
            <a:r>
              <a:rPr lang="it-IT" sz="1400" kern="0">
                <a:solidFill>
                  <a:schemeClr val="bg1"/>
                </a:solidFill>
                <a:effectLst/>
                <a:latin typeface="Versos Light" panose="020B0403020204030204" pitchFamily="34" charset="0"/>
                <a:ea typeface="Times New Roman" panose="02020603050405020304" pitchFamily="18" charset="0"/>
                <a:cs typeface="Times New Roman" panose="02020603050405020304" pitchFamily="18" charset="0"/>
              </a:rPr>
              <a:t>ZIP Code 04538-132 | São Paulo</a:t>
            </a:r>
          </a:p>
          <a:p>
            <a:pPr algn="r"/>
            <a:endParaRPr lang="it-IT" sz="1400">
              <a:solidFill>
                <a:schemeClr val="bg1"/>
              </a:solidFill>
              <a:latin typeface="Versos Light" panose="020B0403020204030204" pitchFamily="34" charset="0"/>
              <a:cs typeface="Times New Roman" panose="02020603050405020304" pitchFamily="18" charset="0"/>
            </a:endParaRPr>
          </a:p>
          <a:p>
            <a:pPr algn="r"/>
            <a:r>
              <a:rPr lang="it-IT" sz="1400" b="0">
                <a:solidFill>
                  <a:schemeClr val="bg1"/>
                </a:solidFill>
                <a:latin typeface="+mn-lt"/>
                <a:cs typeface="Times New Roman" panose="02020603050405020304" pitchFamily="18" charset="0"/>
              </a:rPr>
              <a:t>www.tivio.com</a:t>
            </a:r>
            <a:endParaRPr lang="pt-BR" sz="1400" b="0">
              <a:solidFill>
                <a:schemeClr val="bg1"/>
              </a:solidFill>
              <a:latin typeface="+mn-lt"/>
            </a:endParaRPr>
          </a:p>
        </p:txBody>
      </p:sp>
      <p:grpSp>
        <p:nvGrpSpPr>
          <p:cNvPr id="11" name="Group 10">
            <a:extLst>
              <a:ext uri="{FF2B5EF4-FFF2-40B4-BE49-F238E27FC236}">
                <a16:creationId xmlns:a16="http://schemas.microsoft.com/office/drawing/2014/main" id="{1A330FC6-53B2-4C95-7A0F-A920F3013C49}"/>
              </a:ext>
            </a:extLst>
          </p:cNvPr>
          <p:cNvGrpSpPr/>
          <p:nvPr/>
        </p:nvGrpSpPr>
        <p:grpSpPr>
          <a:xfrm>
            <a:off x="-7705924" y="882317"/>
            <a:ext cx="19934609" cy="6204031"/>
            <a:chOff x="-62630" y="3261055"/>
            <a:chExt cx="12291315" cy="3825292"/>
          </a:xfrm>
        </p:grpSpPr>
        <p:sp>
          <p:nvSpPr>
            <p:cNvPr id="8" name="Freeform: Shape 7">
              <a:extLst>
                <a:ext uri="{FF2B5EF4-FFF2-40B4-BE49-F238E27FC236}">
                  <a16:creationId xmlns:a16="http://schemas.microsoft.com/office/drawing/2014/main" id="{BBF3B65E-8CAD-31B1-6F90-86F99F800687}"/>
                </a:ext>
              </a:extLst>
            </p:cNvPr>
            <p:cNvSpPr/>
            <p:nvPr/>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
          <p:nvSpPr>
            <p:cNvPr id="9" name="Freeform: Shape 8">
              <a:extLst>
                <a:ext uri="{FF2B5EF4-FFF2-40B4-BE49-F238E27FC236}">
                  <a16:creationId xmlns:a16="http://schemas.microsoft.com/office/drawing/2014/main" id="{087CECC5-0785-0E7C-A4CB-3D289F54A871}"/>
                </a:ext>
              </a:extLst>
            </p:cNvPr>
            <p:cNvSpPr/>
            <p:nvPr/>
          </p:nvSpPr>
          <p:spPr>
            <a:xfrm>
              <a:off x="7240261" y="3261055"/>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grpSp>
      <p:sp>
        <p:nvSpPr>
          <p:cNvPr id="10" name="object 5"/>
          <p:cNvSpPr/>
          <p:nvPr/>
        </p:nvSpPr>
        <p:spPr>
          <a:xfrm>
            <a:off x="757218" y="3474647"/>
            <a:ext cx="1501480" cy="509684"/>
          </a:xfrm>
          <a:custGeom>
            <a:avLst/>
            <a:gdLst/>
            <a:ahLst/>
            <a:cxnLst/>
            <a:rect l="l" t="t" r="r" b="b"/>
            <a:pathLst>
              <a:path w="4495165" h="1525904">
                <a:moveTo>
                  <a:pt x="549605" y="149009"/>
                </a:moveTo>
                <a:lnTo>
                  <a:pt x="502272" y="93929"/>
                </a:lnTo>
                <a:lnTo>
                  <a:pt x="463880" y="62522"/>
                </a:lnTo>
                <a:lnTo>
                  <a:pt x="421525" y="37515"/>
                </a:lnTo>
                <a:lnTo>
                  <a:pt x="375894" y="19253"/>
                </a:lnTo>
                <a:lnTo>
                  <a:pt x="327634" y="8051"/>
                </a:lnTo>
                <a:lnTo>
                  <a:pt x="277444" y="4241"/>
                </a:lnTo>
                <a:lnTo>
                  <a:pt x="0" y="4241"/>
                </a:lnTo>
                <a:lnTo>
                  <a:pt x="0" y="149009"/>
                </a:lnTo>
                <a:lnTo>
                  <a:pt x="549605" y="149009"/>
                </a:lnTo>
                <a:close/>
              </a:path>
              <a:path w="4495165" h="1525904">
                <a:moveTo>
                  <a:pt x="630440" y="613206"/>
                </a:moveTo>
                <a:lnTo>
                  <a:pt x="626249" y="610260"/>
                </a:lnTo>
                <a:lnTo>
                  <a:pt x="626249" y="359600"/>
                </a:lnTo>
                <a:lnTo>
                  <a:pt x="621880" y="305828"/>
                </a:lnTo>
                <a:lnTo>
                  <a:pt x="608939" y="254203"/>
                </a:lnTo>
                <a:lnTo>
                  <a:pt x="587654" y="205422"/>
                </a:lnTo>
                <a:lnTo>
                  <a:pt x="558253" y="160185"/>
                </a:lnTo>
                <a:lnTo>
                  <a:pt x="549617" y="149009"/>
                </a:lnTo>
                <a:lnTo>
                  <a:pt x="511581" y="205422"/>
                </a:lnTo>
                <a:lnTo>
                  <a:pt x="490296" y="254203"/>
                </a:lnTo>
                <a:lnTo>
                  <a:pt x="477342" y="305828"/>
                </a:lnTo>
                <a:lnTo>
                  <a:pt x="472973" y="359600"/>
                </a:lnTo>
                <a:lnTo>
                  <a:pt x="472859" y="937183"/>
                </a:lnTo>
                <a:lnTo>
                  <a:pt x="472973" y="948131"/>
                </a:lnTo>
                <a:lnTo>
                  <a:pt x="626389" y="948131"/>
                </a:lnTo>
                <a:lnTo>
                  <a:pt x="626249" y="619315"/>
                </a:lnTo>
                <a:lnTo>
                  <a:pt x="630440" y="613206"/>
                </a:lnTo>
                <a:close/>
              </a:path>
              <a:path w="4495165" h="1525904">
                <a:moveTo>
                  <a:pt x="1099248" y="4241"/>
                </a:moveTo>
                <a:lnTo>
                  <a:pt x="821817" y="4241"/>
                </a:lnTo>
                <a:lnTo>
                  <a:pt x="771613" y="8051"/>
                </a:lnTo>
                <a:lnTo>
                  <a:pt x="723353" y="19253"/>
                </a:lnTo>
                <a:lnTo>
                  <a:pt x="677710" y="37515"/>
                </a:lnTo>
                <a:lnTo>
                  <a:pt x="635355" y="62522"/>
                </a:lnTo>
                <a:lnTo>
                  <a:pt x="596963" y="93929"/>
                </a:lnTo>
                <a:lnTo>
                  <a:pt x="563206" y="131406"/>
                </a:lnTo>
                <a:lnTo>
                  <a:pt x="549630" y="149009"/>
                </a:lnTo>
                <a:lnTo>
                  <a:pt x="1099248" y="149009"/>
                </a:lnTo>
                <a:lnTo>
                  <a:pt x="1099248" y="4241"/>
                </a:lnTo>
                <a:close/>
              </a:path>
              <a:path w="4495165" h="1525904">
                <a:moveTo>
                  <a:pt x="1472869" y="12420"/>
                </a:moveTo>
                <a:lnTo>
                  <a:pt x="1323860" y="12420"/>
                </a:lnTo>
                <a:lnTo>
                  <a:pt x="1323860" y="966152"/>
                </a:lnTo>
                <a:lnTo>
                  <a:pt x="1472869" y="966152"/>
                </a:lnTo>
                <a:lnTo>
                  <a:pt x="1472869" y="12420"/>
                </a:lnTo>
                <a:close/>
              </a:path>
              <a:path w="4495165" h="1525904">
                <a:moveTo>
                  <a:pt x="1628749" y="1277899"/>
                </a:moveTo>
                <a:lnTo>
                  <a:pt x="1610728" y="1227213"/>
                </a:lnTo>
                <a:lnTo>
                  <a:pt x="1577505" y="1188466"/>
                </a:lnTo>
                <a:lnTo>
                  <a:pt x="1531823" y="1163904"/>
                </a:lnTo>
                <a:lnTo>
                  <a:pt x="1476400" y="1155725"/>
                </a:lnTo>
                <a:lnTo>
                  <a:pt x="1451190" y="1157160"/>
                </a:lnTo>
                <a:lnTo>
                  <a:pt x="1405432" y="1168730"/>
                </a:lnTo>
                <a:lnTo>
                  <a:pt x="1366278" y="1191602"/>
                </a:lnTo>
                <a:lnTo>
                  <a:pt x="1335862" y="1224229"/>
                </a:lnTo>
                <a:lnTo>
                  <a:pt x="1314729" y="1265936"/>
                </a:lnTo>
                <a:lnTo>
                  <a:pt x="1304061" y="1314284"/>
                </a:lnTo>
                <a:lnTo>
                  <a:pt x="1302727" y="1340802"/>
                </a:lnTo>
                <a:lnTo>
                  <a:pt x="1304061" y="1367536"/>
                </a:lnTo>
                <a:lnTo>
                  <a:pt x="1314729" y="1416011"/>
                </a:lnTo>
                <a:lnTo>
                  <a:pt x="1335862" y="1457528"/>
                </a:lnTo>
                <a:lnTo>
                  <a:pt x="1366278" y="1490027"/>
                </a:lnTo>
                <a:lnTo>
                  <a:pt x="1405432" y="1512874"/>
                </a:lnTo>
                <a:lnTo>
                  <a:pt x="1451190" y="1524444"/>
                </a:lnTo>
                <a:lnTo>
                  <a:pt x="1476400" y="1525879"/>
                </a:lnTo>
                <a:lnTo>
                  <a:pt x="1505534" y="1523834"/>
                </a:lnTo>
                <a:lnTo>
                  <a:pt x="1556080" y="1507464"/>
                </a:lnTo>
                <a:lnTo>
                  <a:pt x="1595793" y="1475270"/>
                </a:lnTo>
                <a:lnTo>
                  <a:pt x="1621142" y="1430566"/>
                </a:lnTo>
                <a:lnTo>
                  <a:pt x="1582991" y="1403718"/>
                </a:lnTo>
                <a:lnTo>
                  <a:pt x="1576679" y="1421866"/>
                </a:lnTo>
                <a:lnTo>
                  <a:pt x="1568157" y="1437843"/>
                </a:lnTo>
                <a:lnTo>
                  <a:pt x="1529600" y="1472450"/>
                </a:lnTo>
                <a:lnTo>
                  <a:pt x="1474330" y="1484312"/>
                </a:lnTo>
                <a:lnTo>
                  <a:pt x="1456156" y="1483182"/>
                </a:lnTo>
                <a:lnTo>
                  <a:pt x="1408290" y="1466113"/>
                </a:lnTo>
                <a:lnTo>
                  <a:pt x="1372857" y="1430629"/>
                </a:lnTo>
                <a:lnTo>
                  <a:pt x="1352854" y="1380197"/>
                </a:lnTo>
                <a:lnTo>
                  <a:pt x="1349019" y="1340802"/>
                </a:lnTo>
                <a:lnTo>
                  <a:pt x="1349984" y="1320342"/>
                </a:lnTo>
                <a:lnTo>
                  <a:pt x="1364361" y="1266202"/>
                </a:lnTo>
                <a:lnTo>
                  <a:pt x="1394828" y="1225511"/>
                </a:lnTo>
                <a:lnTo>
                  <a:pt x="1439100" y="1201864"/>
                </a:lnTo>
                <a:lnTo>
                  <a:pt x="1474330" y="1197305"/>
                </a:lnTo>
                <a:lnTo>
                  <a:pt x="1494332" y="1198638"/>
                </a:lnTo>
                <a:lnTo>
                  <a:pt x="1544777" y="1218641"/>
                </a:lnTo>
                <a:lnTo>
                  <a:pt x="1577378" y="1259967"/>
                </a:lnTo>
                <a:lnTo>
                  <a:pt x="1583512" y="1277899"/>
                </a:lnTo>
                <a:lnTo>
                  <a:pt x="1628749" y="1277899"/>
                </a:lnTo>
                <a:close/>
              </a:path>
              <a:path w="4495165" h="1525904">
                <a:moveTo>
                  <a:pt x="2171014" y="1522780"/>
                </a:moveTo>
                <a:lnTo>
                  <a:pt x="2133663" y="1424520"/>
                </a:lnTo>
                <a:lnTo>
                  <a:pt x="2118055" y="1383449"/>
                </a:lnTo>
                <a:lnTo>
                  <a:pt x="2070646" y="1258697"/>
                </a:lnTo>
                <a:lnTo>
                  <a:pt x="2070646" y="1383449"/>
                </a:lnTo>
                <a:lnTo>
                  <a:pt x="1939112" y="1383449"/>
                </a:lnTo>
                <a:lnTo>
                  <a:pt x="2004631" y="1208227"/>
                </a:lnTo>
                <a:lnTo>
                  <a:pt x="2070646" y="1383449"/>
                </a:lnTo>
                <a:lnTo>
                  <a:pt x="2070646" y="1258697"/>
                </a:lnTo>
                <a:lnTo>
                  <a:pt x="2051469" y="1208227"/>
                </a:lnTo>
                <a:lnTo>
                  <a:pt x="2032698" y="1158849"/>
                </a:lnTo>
                <a:lnTo>
                  <a:pt x="1979155" y="1158849"/>
                </a:lnTo>
                <a:lnTo>
                  <a:pt x="1840344" y="1522780"/>
                </a:lnTo>
                <a:lnTo>
                  <a:pt x="1887118" y="1522780"/>
                </a:lnTo>
                <a:lnTo>
                  <a:pt x="1925599" y="1424520"/>
                </a:lnTo>
                <a:lnTo>
                  <a:pt x="2084158" y="1424520"/>
                </a:lnTo>
                <a:lnTo>
                  <a:pt x="2122652" y="1522780"/>
                </a:lnTo>
                <a:lnTo>
                  <a:pt x="2171014" y="1522780"/>
                </a:lnTo>
                <a:close/>
              </a:path>
              <a:path w="4495165" h="1525904">
                <a:moveTo>
                  <a:pt x="2247239" y="966165"/>
                </a:moveTo>
                <a:lnTo>
                  <a:pt x="1863674" y="12433"/>
                </a:lnTo>
                <a:lnTo>
                  <a:pt x="1691932" y="12433"/>
                </a:lnTo>
                <a:lnTo>
                  <a:pt x="2035683" y="832091"/>
                </a:lnTo>
                <a:lnTo>
                  <a:pt x="2059952" y="874915"/>
                </a:lnTo>
                <a:lnTo>
                  <a:pt x="2093137" y="910628"/>
                </a:lnTo>
                <a:lnTo>
                  <a:pt x="2133714" y="938288"/>
                </a:lnTo>
                <a:lnTo>
                  <a:pt x="2180196" y="956932"/>
                </a:lnTo>
                <a:lnTo>
                  <a:pt x="2231034" y="965619"/>
                </a:lnTo>
                <a:lnTo>
                  <a:pt x="2230818" y="966165"/>
                </a:lnTo>
                <a:lnTo>
                  <a:pt x="2247239" y="966165"/>
                </a:lnTo>
                <a:close/>
              </a:path>
              <a:path w="4495165" h="1525904">
                <a:moveTo>
                  <a:pt x="2670111" y="1270609"/>
                </a:moveTo>
                <a:lnTo>
                  <a:pt x="2661780" y="1224749"/>
                </a:lnTo>
                <a:lnTo>
                  <a:pt x="2647569" y="1200429"/>
                </a:lnTo>
                <a:lnTo>
                  <a:pt x="2647086" y="1199718"/>
                </a:lnTo>
                <a:lnTo>
                  <a:pt x="2637282" y="1189253"/>
                </a:lnTo>
                <a:lnTo>
                  <a:pt x="2625902" y="1180223"/>
                </a:lnTo>
                <a:lnTo>
                  <a:pt x="2623832" y="1179017"/>
                </a:lnTo>
                <a:lnTo>
                  <a:pt x="2623832" y="1270609"/>
                </a:lnTo>
                <a:lnTo>
                  <a:pt x="2622499" y="1285925"/>
                </a:lnTo>
                <a:lnTo>
                  <a:pt x="2602534" y="1322095"/>
                </a:lnTo>
                <a:lnTo>
                  <a:pt x="2562352" y="1340129"/>
                </a:lnTo>
                <a:lnTo>
                  <a:pt x="2545321" y="1341323"/>
                </a:lnTo>
                <a:lnTo>
                  <a:pt x="2454859" y="1341323"/>
                </a:lnTo>
                <a:lnTo>
                  <a:pt x="2454859" y="1200429"/>
                </a:lnTo>
                <a:lnTo>
                  <a:pt x="2545842" y="1200429"/>
                </a:lnTo>
                <a:lnTo>
                  <a:pt x="2591320" y="1211110"/>
                </a:lnTo>
                <a:lnTo>
                  <a:pt x="2618575" y="1241704"/>
                </a:lnTo>
                <a:lnTo>
                  <a:pt x="2623832" y="1270609"/>
                </a:lnTo>
                <a:lnTo>
                  <a:pt x="2623832" y="1179017"/>
                </a:lnTo>
                <a:lnTo>
                  <a:pt x="2583281" y="1162278"/>
                </a:lnTo>
                <a:lnTo>
                  <a:pt x="2549487" y="1158824"/>
                </a:lnTo>
                <a:lnTo>
                  <a:pt x="2409634" y="1158824"/>
                </a:lnTo>
                <a:lnTo>
                  <a:pt x="2409634" y="1522780"/>
                </a:lnTo>
                <a:lnTo>
                  <a:pt x="2454859" y="1522780"/>
                </a:lnTo>
                <a:lnTo>
                  <a:pt x="2454859" y="1382915"/>
                </a:lnTo>
                <a:lnTo>
                  <a:pt x="2549487" y="1382915"/>
                </a:lnTo>
                <a:lnTo>
                  <a:pt x="2598470" y="1375168"/>
                </a:lnTo>
                <a:lnTo>
                  <a:pt x="2636901" y="1352448"/>
                </a:lnTo>
                <a:lnTo>
                  <a:pt x="2647124" y="1341323"/>
                </a:lnTo>
                <a:lnTo>
                  <a:pt x="2655036" y="1329893"/>
                </a:lnTo>
                <a:lnTo>
                  <a:pt x="2661628" y="1316634"/>
                </a:lnTo>
                <a:lnTo>
                  <a:pt x="2666339" y="1302346"/>
                </a:lnTo>
                <a:lnTo>
                  <a:pt x="2669171" y="1287005"/>
                </a:lnTo>
                <a:lnTo>
                  <a:pt x="2670111" y="1270609"/>
                </a:lnTo>
                <a:close/>
              </a:path>
              <a:path w="4495165" h="1525904">
                <a:moveTo>
                  <a:pt x="2802534" y="12433"/>
                </a:moveTo>
                <a:lnTo>
                  <a:pt x="2630805" y="12433"/>
                </a:lnTo>
                <a:lnTo>
                  <a:pt x="2247239" y="966165"/>
                </a:lnTo>
                <a:lnTo>
                  <a:pt x="2263660" y="966165"/>
                </a:lnTo>
                <a:lnTo>
                  <a:pt x="2263432" y="965619"/>
                </a:lnTo>
                <a:lnTo>
                  <a:pt x="2314283" y="956932"/>
                </a:lnTo>
                <a:lnTo>
                  <a:pt x="2360752" y="938288"/>
                </a:lnTo>
                <a:lnTo>
                  <a:pt x="2401341" y="910628"/>
                </a:lnTo>
                <a:lnTo>
                  <a:pt x="2434526" y="874915"/>
                </a:lnTo>
                <a:lnTo>
                  <a:pt x="2458796" y="832091"/>
                </a:lnTo>
                <a:lnTo>
                  <a:pt x="2802534" y="12433"/>
                </a:lnTo>
                <a:close/>
              </a:path>
              <a:path w="4495165" h="1525904">
                <a:moveTo>
                  <a:pt x="2961271" y="1158836"/>
                </a:moveTo>
                <a:lnTo>
                  <a:pt x="2916047" y="1158836"/>
                </a:lnTo>
                <a:lnTo>
                  <a:pt x="2916047" y="1522780"/>
                </a:lnTo>
                <a:lnTo>
                  <a:pt x="2961271" y="1522780"/>
                </a:lnTo>
                <a:lnTo>
                  <a:pt x="2961271" y="1158836"/>
                </a:lnTo>
                <a:close/>
              </a:path>
              <a:path w="4495165" h="1525904">
                <a:moveTo>
                  <a:pt x="3170644" y="12420"/>
                </a:moveTo>
                <a:lnTo>
                  <a:pt x="3021622" y="12420"/>
                </a:lnTo>
                <a:lnTo>
                  <a:pt x="3021622" y="966152"/>
                </a:lnTo>
                <a:lnTo>
                  <a:pt x="3170644" y="966152"/>
                </a:lnTo>
                <a:lnTo>
                  <a:pt x="3170644" y="12420"/>
                </a:lnTo>
                <a:close/>
              </a:path>
              <a:path w="4495165" h="1525904">
                <a:moveTo>
                  <a:pt x="3488461" y="1158836"/>
                </a:moveTo>
                <a:lnTo>
                  <a:pt x="3207194" y="1158836"/>
                </a:lnTo>
                <a:lnTo>
                  <a:pt x="3207194" y="1200746"/>
                </a:lnTo>
                <a:lnTo>
                  <a:pt x="3325203" y="1200746"/>
                </a:lnTo>
                <a:lnTo>
                  <a:pt x="3325203" y="1523326"/>
                </a:lnTo>
                <a:lnTo>
                  <a:pt x="3370453" y="1523326"/>
                </a:lnTo>
                <a:lnTo>
                  <a:pt x="3370453" y="1200746"/>
                </a:lnTo>
                <a:lnTo>
                  <a:pt x="3488461" y="1200746"/>
                </a:lnTo>
                <a:lnTo>
                  <a:pt x="3488461" y="1158836"/>
                </a:lnTo>
                <a:close/>
              </a:path>
              <a:path w="4495165" h="1525904">
                <a:moveTo>
                  <a:pt x="3983431" y="1522780"/>
                </a:moveTo>
                <a:lnTo>
                  <a:pt x="3946093" y="1424520"/>
                </a:lnTo>
                <a:lnTo>
                  <a:pt x="3930485" y="1383449"/>
                </a:lnTo>
                <a:lnTo>
                  <a:pt x="3883075" y="1258697"/>
                </a:lnTo>
                <a:lnTo>
                  <a:pt x="3883075" y="1383449"/>
                </a:lnTo>
                <a:lnTo>
                  <a:pt x="3751542" y="1383449"/>
                </a:lnTo>
                <a:lnTo>
                  <a:pt x="3817048" y="1208227"/>
                </a:lnTo>
                <a:lnTo>
                  <a:pt x="3883075" y="1383449"/>
                </a:lnTo>
                <a:lnTo>
                  <a:pt x="3883075" y="1258697"/>
                </a:lnTo>
                <a:lnTo>
                  <a:pt x="3863898" y="1208227"/>
                </a:lnTo>
                <a:lnTo>
                  <a:pt x="3845128" y="1158849"/>
                </a:lnTo>
                <a:lnTo>
                  <a:pt x="3791572" y="1158849"/>
                </a:lnTo>
                <a:lnTo>
                  <a:pt x="3652761" y="1522780"/>
                </a:lnTo>
                <a:lnTo>
                  <a:pt x="3699548" y="1522780"/>
                </a:lnTo>
                <a:lnTo>
                  <a:pt x="3738029" y="1424520"/>
                </a:lnTo>
                <a:lnTo>
                  <a:pt x="3896588" y="1424520"/>
                </a:lnTo>
                <a:lnTo>
                  <a:pt x="3935069" y="1522780"/>
                </a:lnTo>
                <a:lnTo>
                  <a:pt x="3983431" y="1522780"/>
                </a:lnTo>
                <a:close/>
              </a:path>
              <a:path w="4495165" h="1525904">
                <a:moveTo>
                  <a:pt x="4433138" y="1480870"/>
                </a:moveTo>
                <a:lnTo>
                  <a:pt x="4267276" y="1480870"/>
                </a:lnTo>
                <a:lnTo>
                  <a:pt x="4267276" y="1158290"/>
                </a:lnTo>
                <a:lnTo>
                  <a:pt x="4222051" y="1158290"/>
                </a:lnTo>
                <a:lnTo>
                  <a:pt x="4222051" y="1480870"/>
                </a:lnTo>
                <a:lnTo>
                  <a:pt x="4222051" y="1522780"/>
                </a:lnTo>
                <a:lnTo>
                  <a:pt x="4433138" y="1522780"/>
                </a:lnTo>
                <a:lnTo>
                  <a:pt x="4433138" y="1480870"/>
                </a:lnTo>
                <a:close/>
              </a:path>
              <a:path w="4495165" h="1525904">
                <a:moveTo>
                  <a:pt x="4494847" y="489292"/>
                </a:moveTo>
                <a:lnTo>
                  <a:pt x="4492307" y="437197"/>
                </a:lnTo>
                <a:lnTo>
                  <a:pt x="4484738" y="386778"/>
                </a:lnTo>
                <a:lnTo>
                  <a:pt x="4472267" y="338289"/>
                </a:lnTo>
                <a:lnTo>
                  <a:pt x="4455020" y="292011"/>
                </a:lnTo>
                <a:lnTo>
                  <a:pt x="4433113" y="248221"/>
                </a:lnTo>
                <a:lnTo>
                  <a:pt x="4406671" y="207187"/>
                </a:lnTo>
                <a:lnTo>
                  <a:pt x="4375797" y="169176"/>
                </a:lnTo>
                <a:lnTo>
                  <a:pt x="4357306" y="150926"/>
                </a:lnTo>
                <a:lnTo>
                  <a:pt x="4341698" y="135521"/>
                </a:lnTo>
                <a:lnTo>
                  <a:pt x="4341698" y="489292"/>
                </a:lnTo>
                <a:lnTo>
                  <a:pt x="4338663" y="537616"/>
                </a:lnTo>
                <a:lnTo>
                  <a:pt x="4329646" y="583184"/>
                </a:lnTo>
                <a:lnTo>
                  <a:pt x="4314761" y="625754"/>
                </a:lnTo>
                <a:lnTo>
                  <a:pt x="4294111" y="665073"/>
                </a:lnTo>
                <a:lnTo>
                  <a:pt x="4267809" y="700887"/>
                </a:lnTo>
                <a:lnTo>
                  <a:pt x="4235958" y="732955"/>
                </a:lnTo>
                <a:lnTo>
                  <a:pt x="4197947" y="761492"/>
                </a:lnTo>
                <a:lnTo>
                  <a:pt x="4155338" y="785063"/>
                </a:lnTo>
                <a:lnTo>
                  <a:pt x="4108437" y="803567"/>
                </a:lnTo>
                <a:lnTo>
                  <a:pt x="4057561" y="816902"/>
                </a:lnTo>
                <a:lnTo>
                  <a:pt x="4002989" y="824979"/>
                </a:lnTo>
                <a:lnTo>
                  <a:pt x="3945039" y="827697"/>
                </a:lnTo>
                <a:lnTo>
                  <a:pt x="3887089" y="824979"/>
                </a:lnTo>
                <a:lnTo>
                  <a:pt x="3832517" y="816902"/>
                </a:lnTo>
                <a:lnTo>
                  <a:pt x="3781628" y="803567"/>
                </a:lnTo>
                <a:lnTo>
                  <a:pt x="3734739" y="785063"/>
                </a:lnTo>
                <a:lnTo>
                  <a:pt x="3692131" y="761492"/>
                </a:lnTo>
                <a:lnTo>
                  <a:pt x="3654120" y="732955"/>
                </a:lnTo>
                <a:lnTo>
                  <a:pt x="3622268" y="700887"/>
                </a:lnTo>
                <a:lnTo>
                  <a:pt x="3595967" y="665073"/>
                </a:lnTo>
                <a:lnTo>
                  <a:pt x="3575316" y="625754"/>
                </a:lnTo>
                <a:lnTo>
                  <a:pt x="3560432" y="583184"/>
                </a:lnTo>
                <a:lnTo>
                  <a:pt x="3551415" y="537616"/>
                </a:lnTo>
                <a:lnTo>
                  <a:pt x="3548392" y="489292"/>
                </a:lnTo>
                <a:lnTo>
                  <a:pt x="3551415" y="440994"/>
                </a:lnTo>
                <a:lnTo>
                  <a:pt x="3560432" y="395427"/>
                </a:lnTo>
                <a:lnTo>
                  <a:pt x="3575316" y="352856"/>
                </a:lnTo>
                <a:lnTo>
                  <a:pt x="3595967" y="313537"/>
                </a:lnTo>
                <a:lnTo>
                  <a:pt x="3622268" y="277723"/>
                </a:lnTo>
                <a:lnTo>
                  <a:pt x="3654120" y="245668"/>
                </a:lnTo>
                <a:lnTo>
                  <a:pt x="3692131" y="217131"/>
                </a:lnTo>
                <a:lnTo>
                  <a:pt x="3734739" y="193573"/>
                </a:lnTo>
                <a:lnTo>
                  <a:pt x="3781628" y="175069"/>
                </a:lnTo>
                <a:lnTo>
                  <a:pt x="3832517" y="161721"/>
                </a:lnTo>
                <a:lnTo>
                  <a:pt x="3887089" y="153644"/>
                </a:lnTo>
                <a:lnTo>
                  <a:pt x="3945039" y="150926"/>
                </a:lnTo>
                <a:lnTo>
                  <a:pt x="4002989" y="153644"/>
                </a:lnTo>
                <a:lnTo>
                  <a:pt x="4057561" y="161721"/>
                </a:lnTo>
                <a:lnTo>
                  <a:pt x="4108437" y="175069"/>
                </a:lnTo>
                <a:lnTo>
                  <a:pt x="4155338" y="193573"/>
                </a:lnTo>
                <a:lnTo>
                  <a:pt x="4197947" y="217131"/>
                </a:lnTo>
                <a:lnTo>
                  <a:pt x="4235958" y="245668"/>
                </a:lnTo>
                <a:lnTo>
                  <a:pt x="4267809" y="277723"/>
                </a:lnTo>
                <a:lnTo>
                  <a:pt x="4294111" y="313537"/>
                </a:lnTo>
                <a:lnTo>
                  <a:pt x="4314761" y="352856"/>
                </a:lnTo>
                <a:lnTo>
                  <a:pt x="4329646" y="395427"/>
                </a:lnTo>
                <a:lnTo>
                  <a:pt x="4338663" y="440994"/>
                </a:lnTo>
                <a:lnTo>
                  <a:pt x="4341698" y="489292"/>
                </a:lnTo>
                <a:lnTo>
                  <a:pt x="4341698" y="135521"/>
                </a:lnTo>
                <a:lnTo>
                  <a:pt x="4306087" y="106692"/>
                </a:lnTo>
                <a:lnTo>
                  <a:pt x="4268914" y="82029"/>
                </a:lnTo>
                <a:lnTo>
                  <a:pt x="4229214" y="60515"/>
                </a:lnTo>
                <a:lnTo>
                  <a:pt x="4187126" y="42202"/>
                </a:lnTo>
                <a:lnTo>
                  <a:pt x="4142765" y="27127"/>
                </a:lnTo>
                <a:lnTo>
                  <a:pt x="4096258" y="15316"/>
                </a:lnTo>
                <a:lnTo>
                  <a:pt x="4047718" y="6832"/>
                </a:lnTo>
                <a:lnTo>
                  <a:pt x="3997274" y="1714"/>
                </a:lnTo>
                <a:lnTo>
                  <a:pt x="3945039" y="0"/>
                </a:lnTo>
                <a:lnTo>
                  <a:pt x="3892804" y="1714"/>
                </a:lnTo>
                <a:lnTo>
                  <a:pt x="3842359" y="6832"/>
                </a:lnTo>
                <a:lnTo>
                  <a:pt x="3793820" y="15316"/>
                </a:lnTo>
                <a:lnTo>
                  <a:pt x="3747312" y="27127"/>
                </a:lnTo>
                <a:lnTo>
                  <a:pt x="3702951" y="42202"/>
                </a:lnTo>
                <a:lnTo>
                  <a:pt x="3660864" y="60515"/>
                </a:lnTo>
                <a:lnTo>
                  <a:pt x="3621176" y="82029"/>
                </a:lnTo>
                <a:lnTo>
                  <a:pt x="3583990" y="106692"/>
                </a:lnTo>
                <a:lnTo>
                  <a:pt x="3549459" y="134467"/>
                </a:lnTo>
                <a:lnTo>
                  <a:pt x="3514280" y="169176"/>
                </a:lnTo>
                <a:lnTo>
                  <a:pt x="3483406" y="207187"/>
                </a:lnTo>
                <a:lnTo>
                  <a:pt x="3456952" y="248221"/>
                </a:lnTo>
                <a:lnTo>
                  <a:pt x="3435058" y="292011"/>
                </a:lnTo>
                <a:lnTo>
                  <a:pt x="3417811" y="338289"/>
                </a:lnTo>
                <a:lnTo>
                  <a:pt x="3405352" y="386778"/>
                </a:lnTo>
                <a:lnTo>
                  <a:pt x="3397783" y="437197"/>
                </a:lnTo>
                <a:lnTo>
                  <a:pt x="3395243" y="489292"/>
                </a:lnTo>
                <a:lnTo>
                  <a:pt x="3397783" y="541401"/>
                </a:lnTo>
                <a:lnTo>
                  <a:pt x="3405352" y="591832"/>
                </a:lnTo>
                <a:lnTo>
                  <a:pt x="3417811" y="640334"/>
                </a:lnTo>
                <a:lnTo>
                  <a:pt x="3435058" y="686600"/>
                </a:lnTo>
                <a:lnTo>
                  <a:pt x="3456952" y="730389"/>
                </a:lnTo>
                <a:lnTo>
                  <a:pt x="3483406" y="771423"/>
                </a:lnTo>
                <a:lnTo>
                  <a:pt x="3514280" y="809434"/>
                </a:lnTo>
                <a:lnTo>
                  <a:pt x="3549459" y="844130"/>
                </a:lnTo>
                <a:lnTo>
                  <a:pt x="3583990" y="871918"/>
                </a:lnTo>
                <a:lnTo>
                  <a:pt x="3621176" y="896594"/>
                </a:lnTo>
                <a:lnTo>
                  <a:pt x="3660864" y="918108"/>
                </a:lnTo>
                <a:lnTo>
                  <a:pt x="3702951" y="936421"/>
                </a:lnTo>
                <a:lnTo>
                  <a:pt x="3747312" y="951496"/>
                </a:lnTo>
                <a:lnTo>
                  <a:pt x="3793820" y="963295"/>
                </a:lnTo>
                <a:lnTo>
                  <a:pt x="3842359" y="971778"/>
                </a:lnTo>
                <a:lnTo>
                  <a:pt x="3892804" y="976896"/>
                </a:lnTo>
                <a:lnTo>
                  <a:pt x="3945039" y="978611"/>
                </a:lnTo>
                <a:lnTo>
                  <a:pt x="3997274" y="976896"/>
                </a:lnTo>
                <a:lnTo>
                  <a:pt x="4047718" y="971778"/>
                </a:lnTo>
                <a:lnTo>
                  <a:pt x="4096258" y="963295"/>
                </a:lnTo>
                <a:lnTo>
                  <a:pt x="4142765" y="951496"/>
                </a:lnTo>
                <a:lnTo>
                  <a:pt x="4187126" y="936421"/>
                </a:lnTo>
                <a:lnTo>
                  <a:pt x="4229214" y="918108"/>
                </a:lnTo>
                <a:lnTo>
                  <a:pt x="4268914" y="896594"/>
                </a:lnTo>
                <a:lnTo>
                  <a:pt x="4306087" y="871918"/>
                </a:lnTo>
                <a:lnTo>
                  <a:pt x="4340631" y="844130"/>
                </a:lnTo>
                <a:lnTo>
                  <a:pt x="4375797" y="809434"/>
                </a:lnTo>
                <a:lnTo>
                  <a:pt x="4406671" y="771423"/>
                </a:lnTo>
                <a:lnTo>
                  <a:pt x="4433113" y="730389"/>
                </a:lnTo>
                <a:lnTo>
                  <a:pt x="4455020" y="686600"/>
                </a:lnTo>
                <a:lnTo>
                  <a:pt x="4472267" y="640334"/>
                </a:lnTo>
                <a:lnTo>
                  <a:pt x="4484738" y="591832"/>
                </a:lnTo>
                <a:lnTo>
                  <a:pt x="4492307" y="541401"/>
                </a:lnTo>
                <a:lnTo>
                  <a:pt x="4494847" y="489292"/>
                </a:lnTo>
                <a:close/>
              </a:path>
            </a:pathLst>
          </a:custGeom>
          <a:solidFill>
            <a:schemeClr val="bg1"/>
          </a:solidFill>
        </p:spPr>
        <p:txBody>
          <a:bodyPr wrap="square" lIns="0" tIns="0" rIns="0" bIns="0" rtlCol="0"/>
          <a:lstStyle/>
          <a:p>
            <a:pPr defTabSz="554466"/>
            <a:endParaRPr sz="1092" kern="0">
              <a:solidFill>
                <a:sysClr val="windowText" lastClr="000000"/>
              </a:solidFill>
            </a:endParaRPr>
          </a:p>
        </p:txBody>
      </p:sp>
    </p:spTree>
    <p:extLst>
      <p:ext uri="{BB962C8B-B14F-4D97-AF65-F5344CB8AC3E}">
        <p14:creationId xmlns:p14="http://schemas.microsoft.com/office/powerpoint/2010/main" val="39366542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type="title">
  <p:cSld name="1_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187A2-EAD2-4E2D-A493-69712696A9C2}"/>
              </a:ext>
            </a:extLst>
          </p:cNvPr>
          <p:cNvSpPr>
            <a:spLocks noGrp="1"/>
          </p:cNvSpPr>
          <p:nvPr>
            <p:ph type="ctrTitle"/>
          </p:nvPr>
        </p:nvSpPr>
        <p:spPr>
          <a:xfrm>
            <a:off x="1524001"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E575CE6A-0044-F997-9D57-DAC08F6DDD33}"/>
              </a:ext>
            </a:extLst>
          </p:cNvPr>
          <p:cNvSpPr>
            <a:spLocks noGrp="1"/>
          </p:cNvSpPr>
          <p:nvPr>
            <p:ph type="subTitle" idx="1"/>
          </p:nvPr>
        </p:nvSpPr>
        <p:spPr>
          <a:xfrm>
            <a:off x="1524001" y="3602038"/>
            <a:ext cx="9144000" cy="1655762"/>
          </a:xfrm>
        </p:spPr>
        <p:txBody>
          <a:bodyPr/>
          <a:lstStyle>
            <a:lvl1pPr marL="0" indent="0" algn="ctr">
              <a:buNone/>
              <a:defRPr sz="2400"/>
            </a:lvl1pPr>
            <a:lvl2pPr marL="457179" indent="0" algn="ctr">
              <a:buNone/>
              <a:defRPr sz="2000"/>
            </a:lvl2pPr>
            <a:lvl3pPr marL="914358" indent="0" algn="ctr">
              <a:buNone/>
              <a:defRPr sz="1800"/>
            </a:lvl3pPr>
            <a:lvl4pPr marL="1371536" indent="0" algn="ctr">
              <a:buNone/>
              <a:defRPr sz="1600"/>
            </a:lvl4pPr>
            <a:lvl5pPr marL="1828715" indent="0" algn="ctr">
              <a:buNone/>
              <a:defRPr sz="1600"/>
            </a:lvl5pPr>
            <a:lvl6pPr marL="2285894" indent="0" algn="ctr">
              <a:buNone/>
              <a:defRPr sz="1600"/>
            </a:lvl6pPr>
            <a:lvl7pPr marL="2743073" indent="0" algn="ctr">
              <a:buNone/>
              <a:defRPr sz="1600"/>
            </a:lvl7pPr>
            <a:lvl8pPr marL="3200252" indent="0" algn="ctr">
              <a:buNone/>
              <a:defRPr sz="1600"/>
            </a:lvl8pPr>
            <a:lvl9pPr marL="365743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C9B40EB6-DFAD-7B7E-2FC2-A19A7B25E6AE}"/>
              </a:ext>
            </a:extLst>
          </p:cNvPr>
          <p:cNvSpPr>
            <a:spLocks noGrp="1"/>
          </p:cNvSpPr>
          <p:nvPr>
            <p:ph type="dt" sz="half" idx="10"/>
          </p:nvPr>
        </p:nvSpPr>
        <p:spPr/>
        <p:txBody>
          <a:bodyPr/>
          <a:lstStyle/>
          <a:p>
            <a:fld id="{D8DE1070-F814-4CA1-87FD-8ED4ED4A42A1}" type="datetimeFigureOut">
              <a:rPr lang="pt-BR" smtClean="0"/>
              <a:t>11/09/2026</a:t>
            </a:fld>
            <a:endParaRPr lang="pt-BR"/>
          </a:p>
        </p:txBody>
      </p:sp>
      <p:sp>
        <p:nvSpPr>
          <p:cNvPr id="5" name="Espaço Reservado para Rodapé 4">
            <a:extLst>
              <a:ext uri="{FF2B5EF4-FFF2-40B4-BE49-F238E27FC236}">
                <a16:creationId xmlns:a16="http://schemas.microsoft.com/office/drawing/2014/main" id="{DFF62333-405B-43A2-9163-E214B760A6C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020D9CA-1DD9-71AF-583F-1C633F1048BB}"/>
              </a:ext>
            </a:extLst>
          </p:cNvPr>
          <p:cNvSpPr>
            <a:spLocks noGrp="1"/>
          </p:cNvSpPr>
          <p:nvPr>
            <p:ph type="sldNum" sz="quarter" idx="12"/>
          </p:nvPr>
        </p:nvSpPr>
        <p:spPr/>
        <p:txBody>
          <a:bodyPr/>
          <a:lstStyle/>
          <a:p>
            <a:fld id="{3ACE4C9C-61C4-4CB8-8A61-849134BEA447}" type="slidenum">
              <a:rPr lang="pt-BR" smtClean="0"/>
              <a:t>‹#›</a:t>
            </a:fld>
            <a:endParaRPr lang="pt-BR"/>
          </a:p>
        </p:txBody>
      </p:sp>
    </p:spTree>
    <p:extLst>
      <p:ext uri="{BB962C8B-B14F-4D97-AF65-F5344CB8AC3E}">
        <p14:creationId xmlns:p14="http://schemas.microsoft.com/office/powerpoint/2010/main" val="2621210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6.xml"/><Relationship Id="rId21" Type="http://schemas.openxmlformats.org/officeDocument/2006/relationships/slideLayout" Target="../slideLayouts/slideLayout51.xml"/><Relationship Id="rId42" Type="http://schemas.openxmlformats.org/officeDocument/2006/relationships/slideLayout" Target="../slideLayouts/slideLayout72.xml"/><Relationship Id="rId47" Type="http://schemas.openxmlformats.org/officeDocument/2006/relationships/slideLayout" Target="../slideLayouts/slideLayout77.xml"/><Relationship Id="rId63" Type="http://schemas.openxmlformats.org/officeDocument/2006/relationships/slideLayout" Target="../slideLayouts/slideLayout93.xml"/><Relationship Id="rId68" Type="http://schemas.openxmlformats.org/officeDocument/2006/relationships/slideLayout" Target="../slideLayouts/slideLayout98.xml"/><Relationship Id="rId16" Type="http://schemas.openxmlformats.org/officeDocument/2006/relationships/slideLayout" Target="../slideLayouts/slideLayout46.xml"/><Relationship Id="rId11" Type="http://schemas.openxmlformats.org/officeDocument/2006/relationships/slideLayout" Target="../slideLayouts/slideLayout41.xml"/><Relationship Id="rId32" Type="http://schemas.openxmlformats.org/officeDocument/2006/relationships/slideLayout" Target="../slideLayouts/slideLayout62.xml"/><Relationship Id="rId37" Type="http://schemas.openxmlformats.org/officeDocument/2006/relationships/slideLayout" Target="../slideLayouts/slideLayout67.xml"/><Relationship Id="rId53" Type="http://schemas.openxmlformats.org/officeDocument/2006/relationships/slideLayout" Target="../slideLayouts/slideLayout83.xml"/><Relationship Id="rId58" Type="http://schemas.openxmlformats.org/officeDocument/2006/relationships/slideLayout" Target="../slideLayouts/slideLayout88.xml"/><Relationship Id="rId74" Type="http://schemas.openxmlformats.org/officeDocument/2006/relationships/slideLayout" Target="../slideLayouts/slideLayout104.xml"/><Relationship Id="rId79" Type="http://schemas.openxmlformats.org/officeDocument/2006/relationships/slideLayout" Target="../slideLayouts/slideLayout109.xml"/><Relationship Id="rId5" Type="http://schemas.openxmlformats.org/officeDocument/2006/relationships/slideLayout" Target="../slideLayouts/slideLayout35.xml"/><Relationship Id="rId61" Type="http://schemas.openxmlformats.org/officeDocument/2006/relationships/slideLayout" Target="../slideLayouts/slideLayout91.xml"/><Relationship Id="rId82" Type="http://schemas.openxmlformats.org/officeDocument/2006/relationships/slideLayout" Target="../slideLayouts/slideLayout112.xml"/><Relationship Id="rId19" Type="http://schemas.openxmlformats.org/officeDocument/2006/relationships/slideLayout" Target="../slideLayouts/slideLayout49.xml"/><Relationship Id="rId14" Type="http://schemas.openxmlformats.org/officeDocument/2006/relationships/slideLayout" Target="../slideLayouts/slideLayout44.xml"/><Relationship Id="rId22" Type="http://schemas.openxmlformats.org/officeDocument/2006/relationships/slideLayout" Target="../slideLayouts/slideLayout52.xml"/><Relationship Id="rId27" Type="http://schemas.openxmlformats.org/officeDocument/2006/relationships/slideLayout" Target="../slideLayouts/slideLayout57.xml"/><Relationship Id="rId30" Type="http://schemas.openxmlformats.org/officeDocument/2006/relationships/slideLayout" Target="../slideLayouts/slideLayout60.xml"/><Relationship Id="rId35" Type="http://schemas.openxmlformats.org/officeDocument/2006/relationships/slideLayout" Target="../slideLayouts/slideLayout65.xml"/><Relationship Id="rId43" Type="http://schemas.openxmlformats.org/officeDocument/2006/relationships/slideLayout" Target="../slideLayouts/slideLayout73.xml"/><Relationship Id="rId48" Type="http://schemas.openxmlformats.org/officeDocument/2006/relationships/slideLayout" Target="../slideLayouts/slideLayout78.xml"/><Relationship Id="rId56" Type="http://schemas.openxmlformats.org/officeDocument/2006/relationships/slideLayout" Target="../slideLayouts/slideLayout86.xml"/><Relationship Id="rId64" Type="http://schemas.openxmlformats.org/officeDocument/2006/relationships/slideLayout" Target="../slideLayouts/slideLayout94.xml"/><Relationship Id="rId69" Type="http://schemas.openxmlformats.org/officeDocument/2006/relationships/slideLayout" Target="../slideLayouts/slideLayout99.xml"/><Relationship Id="rId77" Type="http://schemas.openxmlformats.org/officeDocument/2006/relationships/slideLayout" Target="../slideLayouts/slideLayout107.xml"/><Relationship Id="rId8" Type="http://schemas.openxmlformats.org/officeDocument/2006/relationships/slideLayout" Target="../slideLayouts/slideLayout38.xml"/><Relationship Id="rId51" Type="http://schemas.openxmlformats.org/officeDocument/2006/relationships/slideLayout" Target="../slideLayouts/slideLayout81.xml"/><Relationship Id="rId72" Type="http://schemas.openxmlformats.org/officeDocument/2006/relationships/slideLayout" Target="../slideLayouts/slideLayout102.xml"/><Relationship Id="rId80" Type="http://schemas.openxmlformats.org/officeDocument/2006/relationships/slideLayout" Target="../slideLayouts/slideLayout110.xml"/><Relationship Id="rId3" Type="http://schemas.openxmlformats.org/officeDocument/2006/relationships/slideLayout" Target="../slideLayouts/slideLayout33.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5" Type="http://schemas.openxmlformats.org/officeDocument/2006/relationships/slideLayout" Target="../slideLayouts/slideLayout55.xml"/><Relationship Id="rId33" Type="http://schemas.openxmlformats.org/officeDocument/2006/relationships/slideLayout" Target="../slideLayouts/slideLayout63.xml"/><Relationship Id="rId38" Type="http://schemas.openxmlformats.org/officeDocument/2006/relationships/slideLayout" Target="../slideLayouts/slideLayout68.xml"/><Relationship Id="rId46" Type="http://schemas.openxmlformats.org/officeDocument/2006/relationships/slideLayout" Target="../slideLayouts/slideLayout76.xml"/><Relationship Id="rId59" Type="http://schemas.openxmlformats.org/officeDocument/2006/relationships/slideLayout" Target="../slideLayouts/slideLayout89.xml"/><Relationship Id="rId67" Type="http://schemas.openxmlformats.org/officeDocument/2006/relationships/slideLayout" Target="../slideLayouts/slideLayout97.xml"/><Relationship Id="rId20" Type="http://schemas.openxmlformats.org/officeDocument/2006/relationships/slideLayout" Target="../slideLayouts/slideLayout50.xml"/><Relationship Id="rId41" Type="http://schemas.openxmlformats.org/officeDocument/2006/relationships/slideLayout" Target="../slideLayouts/slideLayout71.xml"/><Relationship Id="rId54" Type="http://schemas.openxmlformats.org/officeDocument/2006/relationships/slideLayout" Target="../slideLayouts/slideLayout84.xml"/><Relationship Id="rId62" Type="http://schemas.openxmlformats.org/officeDocument/2006/relationships/slideLayout" Target="../slideLayouts/slideLayout92.xml"/><Relationship Id="rId70" Type="http://schemas.openxmlformats.org/officeDocument/2006/relationships/slideLayout" Target="../slideLayouts/slideLayout100.xml"/><Relationship Id="rId75" Type="http://schemas.openxmlformats.org/officeDocument/2006/relationships/slideLayout" Target="../slideLayouts/slideLayout105.xml"/><Relationship Id="rId83" Type="http://schemas.openxmlformats.org/officeDocument/2006/relationships/theme" Target="../theme/theme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5" Type="http://schemas.openxmlformats.org/officeDocument/2006/relationships/slideLayout" Target="../slideLayouts/slideLayout45.xml"/><Relationship Id="rId23" Type="http://schemas.openxmlformats.org/officeDocument/2006/relationships/slideLayout" Target="../slideLayouts/slideLayout53.xml"/><Relationship Id="rId28" Type="http://schemas.openxmlformats.org/officeDocument/2006/relationships/slideLayout" Target="../slideLayouts/slideLayout58.xml"/><Relationship Id="rId36" Type="http://schemas.openxmlformats.org/officeDocument/2006/relationships/slideLayout" Target="../slideLayouts/slideLayout66.xml"/><Relationship Id="rId49" Type="http://schemas.openxmlformats.org/officeDocument/2006/relationships/slideLayout" Target="../slideLayouts/slideLayout79.xml"/><Relationship Id="rId57" Type="http://schemas.openxmlformats.org/officeDocument/2006/relationships/slideLayout" Target="../slideLayouts/slideLayout87.xml"/><Relationship Id="rId10" Type="http://schemas.openxmlformats.org/officeDocument/2006/relationships/slideLayout" Target="../slideLayouts/slideLayout40.xml"/><Relationship Id="rId31" Type="http://schemas.openxmlformats.org/officeDocument/2006/relationships/slideLayout" Target="../slideLayouts/slideLayout61.xml"/><Relationship Id="rId44" Type="http://schemas.openxmlformats.org/officeDocument/2006/relationships/slideLayout" Target="../slideLayouts/slideLayout74.xml"/><Relationship Id="rId52" Type="http://schemas.openxmlformats.org/officeDocument/2006/relationships/slideLayout" Target="../slideLayouts/slideLayout82.xml"/><Relationship Id="rId60" Type="http://schemas.openxmlformats.org/officeDocument/2006/relationships/slideLayout" Target="../slideLayouts/slideLayout90.xml"/><Relationship Id="rId65" Type="http://schemas.openxmlformats.org/officeDocument/2006/relationships/slideLayout" Target="../slideLayouts/slideLayout95.xml"/><Relationship Id="rId73" Type="http://schemas.openxmlformats.org/officeDocument/2006/relationships/slideLayout" Target="../slideLayouts/slideLayout103.xml"/><Relationship Id="rId78" Type="http://schemas.openxmlformats.org/officeDocument/2006/relationships/slideLayout" Target="../slideLayouts/slideLayout108.xml"/><Relationship Id="rId81" Type="http://schemas.openxmlformats.org/officeDocument/2006/relationships/slideLayout" Target="../slideLayouts/slideLayout111.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9" Type="http://schemas.openxmlformats.org/officeDocument/2006/relationships/slideLayout" Target="../slideLayouts/slideLayout69.xml"/><Relationship Id="rId34" Type="http://schemas.openxmlformats.org/officeDocument/2006/relationships/slideLayout" Target="../slideLayouts/slideLayout64.xml"/><Relationship Id="rId50" Type="http://schemas.openxmlformats.org/officeDocument/2006/relationships/slideLayout" Target="../slideLayouts/slideLayout80.xml"/><Relationship Id="rId55" Type="http://schemas.openxmlformats.org/officeDocument/2006/relationships/slideLayout" Target="../slideLayouts/slideLayout85.xml"/><Relationship Id="rId76" Type="http://schemas.openxmlformats.org/officeDocument/2006/relationships/slideLayout" Target="../slideLayouts/slideLayout106.xml"/><Relationship Id="rId7" Type="http://schemas.openxmlformats.org/officeDocument/2006/relationships/slideLayout" Target="../slideLayouts/slideLayout37.xml"/><Relationship Id="rId71" Type="http://schemas.openxmlformats.org/officeDocument/2006/relationships/slideLayout" Target="../slideLayouts/slideLayout101.xml"/><Relationship Id="rId2" Type="http://schemas.openxmlformats.org/officeDocument/2006/relationships/slideLayout" Target="../slideLayouts/slideLayout32.xml"/><Relationship Id="rId29" Type="http://schemas.openxmlformats.org/officeDocument/2006/relationships/slideLayout" Target="../slideLayouts/slideLayout59.xml"/><Relationship Id="rId24" Type="http://schemas.openxmlformats.org/officeDocument/2006/relationships/slideLayout" Target="../slideLayouts/slideLayout54.xml"/><Relationship Id="rId40" Type="http://schemas.openxmlformats.org/officeDocument/2006/relationships/slideLayout" Target="../slideLayouts/slideLayout70.xml"/><Relationship Id="rId45" Type="http://schemas.openxmlformats.org/officeDocument/2006/relationships/slideLayout" Target="../slideLayouts/slideLayout75.xml"/><Relationship Id="rId66" Type="http://schemas.openxmlformats.org/officeDocument/2006/relationships/slideLayout" Target="../slideLayouts/slideLayout9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15.xml"/><Relationship Id="rId7" Type="http://schemas.openxmlformats.org/officeDocument/2006/relationships/slideLayout" Target="../slideLayouts/slideLayout119.xml"/><Relationship Id="rId2" Type="http://schemas.openxmlformats.org/officeDocument/2006/relationships/slideLayout" Target="../slideLayouts/slideLayout114.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5" Type="http://schemas.openxmlformats.org/officeDocument/2006/relationships/slideLayout" Target="../slideLayouts/slideLayout117.xml"/><Relationship Id="rId4" Type="http://schemas.openxmlformats.org/officeDocument/2006/relationships/slideLayout" Target="../slideLayouts/slideLayout11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27.xml"/><Relationship Id="rId3" Type="http://schemas.openxmlformats.org/officeDocument/2006/relationships/slideLayout" Target="../slideLayouts/slideLayout122.xml"/><Relationship Id="rId7" Type="http://schemas.openxmlformats.org/officeDocument/2006/relationships/slideLayout" Target="../slideLayouts/slideLayout126.xml"/><Relationship Id="rId2" Type="http://schemas.openxmlformats.org/officeDocument/2006/relationships/slideLayout" Target="../slideLayouts/slideLayout121.xml"/><Relationship Id="rId1" Type="http://schemas.openxmlformats.org/officeDocument/2006/relationships/slideLayout" Target="../slideLayouts/slideLayout120.xml"/><Relationship Id="rId6" Type="http://schemas.openxmlformats.org/officeDocument/2006/relationships/slideLayout" Target="../slideLayouts/slideLayout125.xml"/><Relationship Id="rId5" Type="http://schemas.openxmlformats.org/officeDocument/2006/relationships/slideLayout" Target="../slideLayouts/slideLayout124.xml"/><Relationship Id="rId4" Type="http://schemas.openxmlformats.org/officeDocument/2006/relationships/slideLayout" Target="../slideLayouts/slideLayout123.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35.xml"/><Relationship Id="rId13" Type="http://schemas.openxmlformats.org/officeDocument/2006/relationships/slideLayout" Target="../slideLayouts/slideLayout140.xml"/><Relationship Id="rId3" Type="http://schemas.openxmlformats.org/officeDocument/2006/relationships/slideLayout" Target="../slideLayouts/slideLayout130.xml"/><Relationship Id="rId7" Type="http://schemas.openxmlformats.org/officeDocument/2006/relationships/slideLayout" Target="../slideLayouts/slideLayout134.xml"/><Relationship Id="rId12" Type="http://schemas.openxmlformats.org/officeDocument/2006/relationships/slideLayout" Target="../slideLayouts/slideLayout139.xml"/><Relationship Id="rId17" Type="http://schemas.openxmlformats.org/officeDocument/2006/relationships/theme" Target="../theme/theme5.xml"/><Relationship Id="rId2" Type="http://schemas.openxmlformats.org/officeDocument/2006/relationships/slideLayout" Target="../slideLayouts/slideLayout129.xml"/><Relationship Id="rId16" Type="http://schemas.openxmlformats.org/officeDocument/2006/relationships/slideLayout" Target="../slideLayouts/slideLayout143.xml"/><Relationship Id="rId1" Type="http://schemas.openxmlformats.org/officeDocument/2006/relationships/slideLayout" Target="../slideLayouts/slideLayout128.xml"/><Relationship Id="rId6" Type="http://schemas.openxmlformats.org/officeDocument/2006/relationships/slideLayout" Target="../slideLayouts/slideLayout133.xml"/><Relationship Id="rId11" Type="http://schemas.openxmlformats.org/officeDocument/2006/relationships/slideLayout" Target="../slideLayouts/slideLayout138.xml"/><Relationship Id="rId5" Type="http://schemas.openxmlformats.org/officeDocument/2006/relationships/slideLayout" Target="../slideLayouts/slideLayout132.xml"/><Relationship Id="rId15" Type="http://schemas.openxmlformats.org/officeDocument/2006/relationships/slideLayout" Target="../slideLayouts/slideLayout142.xml"/><Relationship Id="rId10" Type="http://schemas.openxmlformats.org/officeDocument/2006/relationships/slideLayout" Target="../slideLayouts/slideLayout137.xml"/><Relationship Id="rId4" Type="http://schemas.openxmlformats.org/officeDocument/2006/relationships/slideLayout" Target="../slideLayouts/slideLayout131.xml"/><Relationship Id="rId9" Type="http://schemas.openxmlformats.org/officeDocument/2006/relationships/slideLayout" Target="../slideLayouts/slideLayout136.xml"/><Relationship Id="rId14" Type="http://schemas.openxmlformats.org/officeDocument/2006/relationships/slideLayout" Target="../slideLayouts/slideLayout14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51.xml"/><Relationship Id="rId13" Type="http://schemas.openxmlformats.org/officeDocument/2006/relationships/slideLayout" Target="../slideLayouts/slideLayout156.xml"/><Relationship Id="rId18" Type="http://schemas.openxmlformats.org/officeDocument/2006/relationships/slideLayout" Target="../slideLayouts/slideLayout161.xml"/><Relationship Id="rId3" Type="http://schemas.openxmlformats.org/officeDocument/2006/relationships/slideLayout" Target="../slideLayouts/slideLayout146.xml"/><Relationship Id="rId21" Type="http://schemas.openxmlformats.org/officeDocument/2006/relationships/slideLayout" Target="../slideLayouts/slideLayout164.xml"/><Relationship Id="rId7" Type="http://schemas.openxmlformats.org/officeDocument/2006/relationships/slideLayout" Target="../slideLayouts/slideLayout150.xml"/><Relationship Id="rId12" Type="http://schemas.openxmlformats.org/officeDocument/2006/relationships/slideLayout" Target="../slideLayouts/slideLayout155.xml"/><Relationship Id="rId17" Type="http://schemas.openxmlformats.org/officeDocument/2006/relationships/slideLayout" Target="../slideLayouts/slideLayout160.xml"/><Relationship Id="rId2" Type="http://schemas.openxmlformats.org/officeDocument/2006/relationships/slideLayout" Target="../slideLayouts/slideLayout145.xml"/><Relationship Id="rId16" Type="http://schemas.openxmlformats.org/officeDocument/2006/relationships/slideLayout" Target="../slideLayouts/slideLayout159.xml"/><Relationship Id="rId20" Type="http://schemas.openxmlformats.org/officeDocument/2006/relationships/slideLayout" Target="../slideLayouts/slideLayout163.xml"/><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5" Type="http://schemas.openxmlformats.org/officeDocument/2006/relationships/slideLayout" Target="../slideLayouts/slideLayout148.xml"/><Relationship Id="rId15" Type="http://schemas.openxmlformats.org/officeDocument/2006/relationships/slideLayout" Target="../slideLayouts/slideLayout158.xml"/><Relationship Id="rId23" Type="http://schemas.openxmlformats.org/officeDocument/2006/relationships/theme" Target="../theme/theme6.xml"/><Relationship Id="rId10" Type="http://schemas.openxmlformats.org/officeDocument/2006/relationships/slideLayout" Target="../slideLayouts/slideLayout153.xml"/><Relationship Id="rId19" Type="http://schemas.openxmlformats.org/officeDocument/2006/relationships/slideLayout" Target="../slideLayouts/slideLayout162.xml"/><Relationship Id="rId4" Type="http://schemas.openxmlformats.org/officeDocument/2006/relationships/slideLayout" Target="../slideLayouts/slideLayout147.xml"/><Relationship Id="rId9" Type="http://schemas.openxmlformats.org/officeDocument/2006/relationships/slideLayout" Target="../slideLayouts/slideLayout152.xml"/><Relationship Id="rId14" Type="http://schemas.openxmlformats.org/officeDocument/2006/relationships/slideLayout" Target="../slideLayouts/slideLayout157.xml"/><Relationship Id="rId22" Type="http://schemas.openxmlformats.org/officeDocument/2006/relationships/slideLayout" Target="../slideLayouts/slideLayout1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0195052"/>
      </p:ext>
    </p:extLst>
  </p:cSld>
  <p:clrMap bg1="lt1" tx1="dk1" bg2="lt2" tx2="dk2" accent1="accent1" accent2="accent2" accent3="accent3" accent4="accent4" accent5="accent5" accent6="accent6" hlink="hlink" folHlink="folHlink"/>
  <p:sldLayoutIdLst>
    <p:sldLayoutId id="2147483788" r:id="rId1"/>
    <p:sldLayoutId id="2147483787" r:id="rId2"/>
    <p:sldLayoutId id="2147483851" r:id="rId3"/>
    <p:sldLayoutId id="2147483790" r:id="rId4"/>
    <p:sldLayoutId id="2147483791" r:id="rId5"/>
    <p:sldLayoutId id="2147483852" r:id="rId6"/>
    <p:sldLayoutId id="2147483856" r:id="rId7"/>
    <p:sldLayoutId id="2147483821" r:id="rId8"/>
    <p:sldLayoutId id="2147483839" r:id="rId9"/>
    <p:sldLayoutId id="2147483838" r:id="rId10"/>
    <p:sldLayoutId id="2147483848" r:id="rId11"/>
    <p:sldLayoutId id="2147483849" r:id="rId12"/>
    <p:sldLayoutId id="2147483850" r:id="rId13"/>
    <p:sldLayoutId id="2147483858" r:id="rId14"/>
    <p:sldLayoutId id="2147483860" r:id="rId15"/>
    <p:sldLayoutId id="2147483861" r:id="rId16"/>
    <p:sldLayoutId id="2147483862" r:id="rId17"/>
    <p:sldLayoutId id="2147483863" r:id="rId18"/>
    <p:sldLayoutId id="2147484154" r:id="rId19"/>
    <p:sldLayoutId id="2147484155" r:id="rId20"/>
    <p:sldLayoutId id="2147484156" r:id="rId21"/>
    <p:sldLayoutId id="2147484157" r:id="rId22"/>
    <p:sldLayoutId id="2147484158" r:id="rId23"/>
    <p:sldLayoutId id="2147484159" r:id="rId24"/>
    <p:sldLayoutId id="2147484161" r:id="rId25"/>
    <p:sldLayoutId id="2147484162" r:id="rId26"/>
    <p:sldLayoutId id="2147484163" r:id="rId27"/>
    <p:sldLayoutId id="2147484164" r:id="rId28"/>
    <p:sldLayoutId id="2147484165" r:id="rId29"/>
    <p:sldLayoutId id="2147484166" r:id="rId30"/>
  </p:sldLayoutIdLst>
  <p:hf hdr="0" ftr="0" dt="0"/>
  <p:txStyles>
    <p:titleStyle>
      <a:lvl1pPr eaLnBrk="1" hangingPunct="1">
        <a:defRPr>
          <a:latin typeface="+mj-lt"/>
          <a:ea typeface="+mj-ea"/>
          <a:cs typeface="+mj-cs"/>
        </a:defRPr>
      </a:lvl1pPr>
    </p:titleStyle>
    <p:bodyStyle>
      <a:lvl1pPr marL="0" eaLnBrk="1" hangingPunct="1">
        <a:defRPr b="0" i="0">
          <a:latin typeface="Versos" panose="020B0503020204030204" pitchFamily="34" charset="77"/>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bodyStyle>
    <p:otherStyle>
      <a:lvl1pPr marL="0" eaLnBrk="1" hangingPunct="1">
        <a:defRPr>
          <a:latin typeface="+mn-lt"/>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5236821"/>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73" r:id="rId3"/>
    <p:sldLayoutId id="2147483775" r:id="rId4"/>
    <p:sldLayoutId id="2147483797" r:id="rId5"/>
    <p:sldLayoutId id="2147483854" r:id="rId6"/>
    <p:sldLayoutId id="2147483857"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40" r:id="rId16"/>
    <p:sldLayoutId id="2147483841" r:id="rId17"/>
    <p:sldLayoutId id="2147483842" r:id="rId18"/>
    <p:sldLayoutId id="2147483843" r:id="rId19"/>
    <p:sldLayoutId id="2147483844" r:id="rId20"/>
    <p:sldLayoutId id="2147483845" r:id="rId21"/>
    <p:sldLayoutId id="2147483846" r:id="rId22"/>
    <p:sldLayoutId id="2147483847" r:id="rId23"/>
    <p:sldLayoutId id="2147483853" r:id="rId24"/>
    <p:sldLayoutId id="2147483855" r:id="rId25"/>
    <p:sldLayoutId id="2147484096" r:id="rId26"/>
    <p:sldLayoutId id="2147484097" r:id="rId27"/>
    <p:sldLayoutId id="2147484098" r:id="rId28"/>
    <p:sldLayoutId id="2147484099" r:id="rId29"/>
    <p:sldLayoutId id="2147484100" r:id="rId30"/>
    <p:sldLayoutId id="2147484101" r:id="rId31"/>
    <p:sldLayoutId id="2147484102" r:id="rId32"/>
    <p:sldLayoutId id="2147484103" r:id="rId33"/>
    <p:sldLayoutId id="2147484104" r:id="rId34"/>
    <p:sldLayoutId id="2147484105" r:id="rId35"/>
    <p:sldLayoutId id="2147484106" r:id="rId36"/>
    <p:sldLayoutId id="2147484107" r:id="rId37"/>
    <p:sldLayoutId id="2147484108" r:id="rId38"/>
    <p:sldLayoutId id="2147484109" r:id="rId39"/>
    <p:sldLayoutId id="2147484110" r:id="rId40"/>
    <p:sldLayoutId id="2147484111" r:id="rId41"/>
    <p:sldLayoutId id="2147484113" r:id="rId42"/>
    <p:sldLayoutId id="2147484114" r:id="rId43"/>
    <p:sldLayoutId id="2147484115" r:id="rId44"/>
    <p:sldLayoutId id="2147484116" r:id="rId45"/>
    <p:sldLayoutId id="2147484117" r:id="rId46"/>
    <p:sldLayoutId id="2147484118" r:id="rId47"/>
    <p:sldLayoutId id="2147484119" r:id="rId48"/>
    <p:sldLayoutId id="2147484121" r:id="rId49"/>
    <p:sldLayoutId id="2147484122" r:id="rId50"/>
    <p:sldLayoutId id="2147484123" r:id="rId51"/>
    <p:sldLayoutId id="2147484129" r:id="rId52"/>
    <p:sldLayoutId id="2147484151" r:id="rId53"/>
    <p:sldLayoutId id="2147484152" r:id="rId54"/>
    <p:sldLayoutId id="2147484229" r:id="rId55"/>
    <p:sldLayoutId id="2147484230" r:id="rId56"/>
    <p:sldLayoutId id="2147484231" r:id="rId57"/>
    <p:sldLayoutId id="2147484232" r:id="rId58"/>
    <p:sldLayoutId id="2147484237" r:id="rId59"/>
    <p:sldLayoutId id="2147484238" r:id="rId60"/>
    <p:sldLayoutId id="2147484239" r:id="rId61"/>
    <p:sldLayoutId id="2147484240" r:id="rId62"/>
    <p:sldLayoutId id="2147484241" r:id="rId63"/>
    <p:sldLayoutId id="2147484246" r:id="rId64"/>
    <p:sldLayoutId id="2147484247" r:id="rId65"/>
    <p:sldLayoutId id="2147484248" r:id="rId66"/>
    <p:sldLayoutId id="2147484249" r:id="rId67"/>
    <p:sldLayoutId id="2147484250" r:id="rId68"/>
    <p:sldLayoutId id="2147484251" r:id="rId69"/>
    <p:sldLayoutId id="2147484252" r:id="rId70"/>
    <p:sldLayoutId id="2147484253" r:id="rId71"/>
    <p:sldLayoutId id="2147484254" r:id="rId72"/>
    <p:sldLayoutId id="2147484255" r:id="rId73"/>
    <p:sldLayoutId id="2147484256" r:id="rId74"/>
    <p:sldLayoutId id="2147484257" r:id="rId75"/>
    <p:sldLayoutId id="2147484258" r:id="rId76"/>
    <p:sldLayoutId id="2147484265" r:id="rId77"/>
    <p:sldLayoutId id="2147484489" r:id="rId78"/>
    <p:sldLayoutId id="2147484516" r:id="rId79"/>
    <p:sldLayoutId id="2147484532" r:id="rId80"/>
    <p:sldLayoutId id="2147484539" r:id="rId81"/>
    <p:sldLayoutId id="2147484613" r:id="rId82"/>
  </p:sldLayoutIdLst>
  <p:hf hdr="0" ftr="0" dt="0"/>
  <p:txStyles>
    <p:titleStyle>
      <a:lvl1pPr eaLnBrk="1" hangingPunct="1">
        <a:defRPr>
          <a:latin typeface="+mj-lt"/>
          <a:ea typeface="+mj-ea"/>
          <a:cs typeface="+mj-cs"/>
        </a:defRPr>
      </a:lvl1pPr>
    </p:titleStyle>
    <p:bodyStyle>
      <a:lvl1pPr marL="0" eaLnBrk="1" hangingPunct="1">
        <a:defRPr b="0" i="0">
          <a:latin typeface="Versos" panose="020B0503020204030204" pitchFamily="34" charset="77"/>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bodyStyle>
    <p:otherStyle>
      <a:lvl1pPr marL="0" eaLnBrk="1" hangingPunct="1">
        <a:defRPr>
          <a:latin typeface="+mn-lt"/>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331388" y="524468"/>
            <a:ext cx="4193648" cy="630942"/>
          </a:xfrm>
          <a:prstGeom prst="rect">
            <a:avLst/>
          </a:prstGeom>
        </p:spPr>
        <p:txBody>
          <a:bodyPr wrap="square" lIns="0" tIns="0" rIns="0" bIns="0">
            <a:spAutoFit/>
          </a:bodyPr>
          <a:lstStyle>
            <a:lvl1pPr>
              <a:defRPr sz="4100" b="1" i="0">
                <a:solidFill>
                  <a:schemeClr val="bg1"/>
                </a:solidFill>
                <a:latin typeface="Versos"/>
                <a:cs typeface="Versos"/>
              </a:defRPr>
            </a:lvl1pPr>
          </a:lstStyle>
          <a:p>
            <a:endParaRPr/>
          </a:p>
        </p:txBody>
      </p:sp>
      <p:sp>
        <p:nvSpPr>
          <p:cNvPr id="3" name="Holder 3"/>
          <p:cNvSpPr>
            <a:spLocks noGrp="1"/>
          </p:cNvSpPr>
          <p:nvPr>
            <p:ph type="body" idx="1"/>
          </p:nvPr>
        </p:nvSpPr>
        <p:spPr>
          <a:xfrm>
            <a:off x="609600" y="1577340"/>
            <a:ext cx="10972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6" name="Holder 6"/>
          <p:cNvSpPr>
            <a:spLocks noGrp="1"/>
          </p:cNvSpPr>
          <p:nvPr>
            <p:ph type="sldNum" sz="quarter" idx="7"/>
          </p:nvPr>
        </p:nvSpPr>
        <p:spPr>
          <a:xfrm>
            <a:off x="8778241"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023721019"/>
      </p:ext>
    </p:extLst>
  </p:cSld>
  <p:clrMap bg1="lt1" tx1="dk1" bg2="lt2" tx2="dk2" accent1="accent1" accent2="accent2" accent3="accent3" accent4="accent4" accent5="accent5" accent6="accent6" hlink="hlink" folHlink="folHlink"/>
  <p:sldLayoutIdLst>
    <p:sldLayoutId id="2147484090" r:id="rId1"/>
    <p:sldLayoutId id="2147484091" r:id="rId2"/>
    <p:sldLayoutId id="2147484092" r:id="rId3"/>
    <p:sldLayoutId id="2147484093" r:id="rId4"/>
    <p:sldLayoutId id="2147484094" r:id="rId5"/>
    <p:sldLayoutId id="2147484169" r:id="rId6"/>
    <p:sldLayoutId id="2147484173" r:id="rId7"/>
  </p:sldLayoutIdLst>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331388" y="524468"/>
            <a:ext cx="4193648" cy="630942"/>
          </a:xfrm>
          <a:prstGeom prst="rect">
            <a:avLst/>
          </a:prstGeom>
        </p:spPr>
        <p:txBody>
          <a:bodyPr wrap="square" lIns="0" tIns="0" rIns="0" bIns="0">
            <a:spAutoFit/>
          </a:bodyPr>
          <a:lstStyle>
            <a:lvl1pPr>
              <a:defRPr sz="4100" b="1" i="0">
                <a:solidFill>
                  <a:schemeClr val="bg1"/>
                </a:solidFill>
                <a:latin typeface="Versos"/>
                <a:cs typeface="Versos"/>
              </a:defRPr>
            </a:lvl1pPr>
          </a:lstStyle>
          <a:p>
            <a:endParaRPr/>
          </a:p>
        </p:txBody>
      </p:sp>
      <p:sp>
        <p:nvSpPr>
          <p:cNvPr id="3" name="Holder 3"/>
          <p:cNvSpPr>
            <a:spLocks noGrp="1"/>
          </p:cNvSpPr>
          <p:nvPr>
            <p:ph type="body" idx="1"/>
          </p:nvPr>
        </p:nvSpPr>
        <p:spPr>
          <a:xfrm>
            <a:off x="609600" y="1577340"/>
            <a:ext cx="10972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6" name="Holder 6"/>
          <p:cNvSpPr>
            <a:spLocks noGrp="1"/>
          </p:cNvSpPr>
          <p:nvPr>
            <p:ph type="sldNum" sz="quarter" idx="7"/>
          </p:nvPr>
        </p:nvSpPr>
        <p:spPr>
          <a:xfrm>
            <a:off x="8778241"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2064248"/>
      </p:ext>
    </p:extLst>
  </p:cSld>
  <p:clrMap bg1="lt1" tx1="dk1" bg2="lt2" tx2="dk2" accent1="accent1" accent2="accent2" accent3="accent3" accent4="accent4" accent5="accent5" accent6="accent6" hlink="hlink" folHlink="folHlink"/>
  <p:sldLayoutIdLst>
    <p:sldLayoutId id="2147484491" r:id="rId1"/>
    <p:sldLayoutId id="2147484492" r:id="rId2"/>
    <p:sldLayoutId id="2147484493" r:id="rId3"/>
    <p:sldLayoutId id="2147484494" r:id="rId4"/>
    <p:sldLayoutId id="2147484495" r:id="rId5"/>
    <p:sldLayoutId id="2147484496" r:id="rId6"/>
    <p:sldLayoutId id="2147484497" r:id="rId7"/>
    <p:sldLayoutId id="2147484498" r:id="rId8"/>
  </p:sldLayoutIdLst>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818923"/>
      </p:ext>
    </p:extLst>
  </p:cSld>
  <p:clrMap bg1="lt1" tx1="dk1" bg2="lt2" tx2="dk2" accent1="accent1" accent2="accent2" accent3="accent3" accent4="accent4" accent5="accent5" accent6="accent6" hlink="hlink" folHlink="folHlink"/>
  <p:sldLayoutIdLst>
    <p:sldLayoutId id="2147484615" r:id="rId1"/>
    <p:sldLayoutId id="2147484616" r:id="rId2"/>
    <p:sldLayoutId id="2147484617" r:id="rId3"/>
    <p:sldLayoutId id="2147484618" r:id="rId4"/>
    <p:sldLayoutId id="2147484619" r:id="rId5"/>
    <p:sldLayoutId id="2147484620" r:id="rId6"/>
    <p:sldLayoutId id="2147484621" r:id="rId7"/>
    <p:sldLayoutId id="2147484622" r:id="rId8"/>
    <p:sldLayoutId id="2147484623" r:id="rId9"/>
    <p:sldLayoutId id="2147484624" r:id="rId10"/>
    <p:sldLayoutId id="2147484625" r:id="rId11"/>
    <p:sldLayoutId id="2147484626" r:id="rId12"/>
    <p:sldLayoutId id="2147484627" r:id="rId13"/>
    <p:sldLayoutId id="2147484628" r:id="rId14"/>
    <p:sldLayoutId id="2147484629" r:id="rId15"/>
    <p:sldLayoutId id="2147484630" r:id="rId16"/>
  </p:sldLayoutIdLst>
  <p:hf hdr="0" ftr="0" dt="0"/>
  <p:txStyles>
    <p:titleStyle>
      <a:lvl1pPr eaLnBrk="1" hangingPunct="1">
        <a:defRPr>
          <a:latin typeface="+mj-lt"/>
          <a:ea typeface="+mj-ea"/>
          <a:cs typeface="+mj-cs"/>
        </a:defRPr>
      </a:lvl1pPr>
    </p:titleStyle>
    <p:bodyStyle>
      <a:lvl1pPr marL="0" eaLnBrk="1" hangingPunct="1">
        <a:defRPr b="0" i="0">
          <a:latin typeface="Versos" panose="020B0503020204030204" pitchFamily="34" charset="77"/>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bodyStyle>
    <p:otherStyle>
      <a:lvl1pPr marL="0" eaLnBrk="1" hangingPunct="1">
        <a:defRPr>
          <a:latin typeface="+mn-lt"/>
          <a:ea typeface="+mn-ea"/>
          <a:cs typeface="+mn-cs"/>
        </a:defRPr>
      </a:lvl1pPr>
      <a:lvl2pPr marL="265313" eaLnBrk="1" hangingPunct="1">
        <a:defRPr>
          <a:latin typeface="+mn-lt"/>
          <a:ea typeface="+mn-ea"/>
          <a:cs typeface="+mn-cs"/>
        </a:defRPr>
      </a:lvl2pPr>
      <a:lvl3pPr marL="530626" eaLnBrk="1" hangingPunct="1">
        <a:defRPr>
          <a:latin typeface="+mn-lt"/>
          <a:ea typeface="+mn-ea"/>
          <a:cs typeface="+mn-cs"/>
        </a:defRPr>
      </a:lvl3pPr>
      <a:lvl4pPr marL="795939" eaLnBrk="1" hangingPunct="1">
        <a:defRPr>
          <a:latin typeface="+mn-lt"/>
          <a:ea typeface="+mn-ea"/>
          <a:cs typeface="+mn-cs"/>
        </a:defRPr>
      </a:lvl4pPr>
      <a:lvl5pPr marL="1061253" eaLnBrk="1" hangingPunct="1">
        <a:defRPr>
          <a:latin typeface="+mn-lt"/>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a:gsLst>
            <a:gs pos="67000">
              <a:schemeClr val="tx1"/>
            </a:gs>
            <a:gs pos="100000">
              <a:schemeClr val="tx1"/>
            </a:gs>
            <a:gs pos="0">
              <a:srgbClr val="161B21"/>
            </a:gs>
          </a:gsLst>
          <a:lin ang="84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5530365"/>
      </p:ext>
    </p:extLst>
  </p:cSld>
  <p:clrMap bg1="lt1" tx1="dk1" bg2="lt2" tx2="dk2" accent1="accent1" accent2="accent2" accent3="accent3" accent4="accent4" accent5="accent5" accent6="accent6" hlink="hlink" folHlink="folHlink"/>
  <p:sldLayoutIdLst>
    <p:sldLayoutId id="2147484632" r:id="rId1"/>
    <p:sldLayoutId id="2147484633" r:id="rId2"/>
    <p:sldLayoutId id="2147484634" r:id="rId3"/>
    <p:sldLayoutId id="2147484635" r:id="rId4"/>
    <p:sldLayoutId id="2147484636" r:id="rId5"/>
    <p:sldLayoutId id="2147484637" r:id="rId6"/>
    <p:sldLayoutId id="2147484638" r:id="rId7"/>
    <p:sldLayoutId id="2147484639" r:id="rId8"/>
    <p:sldLayoutId id="2147484640" r:id="rId9"/>
    <p:sldLayoutId id="2147484641" r:id="rId10"/>
    <p:sldLayoutId id="2147484642" r:id="rId11"/>
    <p:sldLayoutId id="2147484643" r:id="rId12"/>
    <p:sldLayoutId id="2147484644" r:id="rId13"/>
    <p:sldLayoutId id="2147484645" r:id="rId14"/>
    <p:sldLayoutId id="2147484646" r:id="rId15"/>
    <p:sldLayoutId id="2147484647" r:id="rId16"/>
    <p:sldLayoutId id="2147484648" r:id="rId17"/>
    <p:sldLayoutId id="2147484649" r:id="rId18"/>
    <p:sldLayoutId id="2147484650" r:id="rId19"/>
    <p:sldLayoutId id="2147484651" r:id="rId20"/>
    <p:sldLayoutId id="2147484652" r:id="rId21"/>
    <p:sldLayoutId id="2147484653" r:id="rId22"/>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277233" eaLnBrk="1" hangingPunct="1">
        <a:defRPr>
          <a:latin typeface="+mn-lt"/>
          <a:ea typeface="+mn-ea"/>
          <a:cs typeface="+mn-cs"/>
        </a:defRPr>
      </a:lvl2pPr>
      <a:lvl3pPr marL="554466" eaLnBrk="1" hangingPunct="1">
        <a:defRPr>
          <a:latin typeface="+mn-lt"/>
          <a:ea typeface="+mn-ea"/>
          <a:cs typeface="+mn-cs"/>
        </a:defRPr>
      </a:lvl3pPr>
      <a:lvl4pPr marL="831699" eaLnBrk="1" hangingPunct="1">
        <a:defRPr>
          <a:latin typeface="+mn-lt"/>
          <a:ea typeface="+mn-ea"/>
          <a:cs typeface="+mn-cs"/>
        </a:defRPr>
      </a:lvl4pPr>
      <a:lvl5pPr marL="1108933" eaLnBrk="1" hangingPunct="1">
        <a:defRPr>
          <a:latin typeface="+mn-lt"/>
          <a:ea typeface="+mn-ea"/>
          <a:cs typeface="+mn-cs"/>
        </a:defRPr>
      </a:lvl5pPr>
      <a:lvl6pPr marL="1386166" eaLnBrk="1" hangingPunct="1">
        <a:defRPr>
          <a:latin typeface="+mn-lt"/>
          <a:ea typeface="+mn-ea"/>
          <a:cs typeface="+mn-cs"/>
        </a:defRPr>
      </a:lvl6pPr>
      <a:lvl7pPr marL="1663399" eaLnBrk="1" hangingPunct="1">
        <a:defRPr>
          <a:latin typeface="+mn-lt"/>
          <a:ea typeface="+mn-ea"/>
          <a:cs typeface="+mn-cs"/>
        </a:defRPr>
      </a:lvl7pPr>
      <a:lvl8pPr marL="1940633" eaLnBrk="1" hangingPunct="1">
        <a:defRPr>
          <a:latin typeface="+mn-lt"/>
          <a:ea typeface="+mn-ea"/>
          <a:cs typeface="+mn-cs"/>
        </a:defRPr>
      </a:lvl8pPr>
      <a:lvl9pPr marL="2217866" eaLnBrk="1" hangingPunct="1">
        <a:defRPr>
          <a:latin typeface="+mn-lt"/>
          <a:ea typeface="+mn-ea"/>
          <a:cs typeface="+mn-cs"/>
        </a:defRPr>
      </a:lvl9pPr>
    </p:bodyStyle>
    <p:otherStyle>
      <a:lvl1pPr marL="0" eaLnBrk="1" hangingPunct="1">
        <a:defRPr>
          <a:latin typeface="+mn-lt"/>
          <a:ea typeface="+mn-ea"/>
          <a:cs typeface="+mn-cs"/>
        </a:defRPr>
      </a:lvl1pPr>
      <a:lvl2pPr marL="277233" eaLnBrk="1" hangingPunct="1">
        <a:defRPr>
          <a:latin typeface="+mn-lt"/>
          <a:ea typeface="+mn-ea"/>
          <a:cs typeface="+mn-cs"/>
        </a:defRPr>
      </a:lvl2pPr>
      <a:lvl3pPr marL="554466" eaLnBrk="1" hangingPunct="1">
        <a:defRPr>
          <a:latin typeface="+mn-lt"/>
          <a:ea typeface="+mn-ea"/>
          <a:cs typeface="+mn-cs"/>
        </a:defRPr>
      </a:lvl3pPr>
      <a:lvl4pPr marL="831699" eaLnBrk="1" hangingPunct="1">
        <a:defRPr>
          <a:latin typeface="+mn-lt"/>
          <a:ea typeface="+mn-ea"/>
          <a:cs typeface="+mn-cs"/>
        </a:defRPr>
      </a:lvl4pPr>
      <a:lvl5pPr marL="1108933" eaLnBrk="1" hangingPunct="1">
        <a:defRPr>
          <a:latin typeface="+mn-lt"/>
          <a:ea typeface="+mn-ea"/>
          <a:cs typeface="+mn-cs"/>
        </a:defRPr>
      </a:lvl5pPr>
      <a:lvl6pPr marL="1386166" eaLnBrk="1" hangingPunct="1">
        <a:defRPr>
          <a:latin typeface="+mn-lt"/>
          <a:ea typeface="+mn-ea"/>
          <a:cs typeface="+mn-cs"/>
        </a:defRPr>
      </a:lvl6pPr>
      <a:lvl7pPr marL="1663399" eaLnBrk="1" hangingPunct="1">
        <a:defRPr>
          <a:latin typeface="+mn-lt"/>
          <a:ea typeface="+mn-ea"/>
          <a:cs typeface="+mn-cs"/>
        </a:defRPr>
      </a:lvl7pPr>
      <a:lvl8pPr marL="1940633" eaLnBrk="1" hangingPunct="1">
        <a:defRPr>
          <a:latin typeface="+mn-lt"/>
          <a:ea typeface="+mn-ea"/>
          <a:cs typeface="+mn-cs"/>
        </a:defRPr>
      </a:lvl8pPr>
      <a:lvl9pPr marL="2217866"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26.xml"/><Relationship Id="rId5" Type="http://schemas.microsoft.com/office/2007/relationships/hdphoto" Target="../media/hdphoto2.wdp"/><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6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13" Type="http://schemas.openxmlformats.org/officeDocument/2006/relationships/image" Target="../media/image21.jpeg"/><Relationship Id="rId18" Type="http://schemas.openxmlformats.org/officeDocument/2006/relationships/image" Target="../media/image24.png"/><Relationship Id="rId26" Type="http://schemas.openxmlformats.org/officeDocument/2006/relationships/image" Target="../media/image30.jpeg"/><Relationship Id="rId39" Type="http://schemas.openxmlformats.org/officeDocument/2006/relationships/image" Target="../media/image38.jpeg"/><Relationship Id="rId21" Type="http://schemas.microsoft.com/office/2007/relationships/hdphoto" Target="../media/hdphoto9.wdp"/><Relationship Id="rId34" Type="http://schemas.openxmlformats.org/officeDocument/2006/relationships/image" Target="../media/image35.png"/><Relationship Id="rId42" Type="http://schemas.openxmlformats.org/officeDocument/2006/relationships/image" Target="../media/image40.png"/><Relationship Id="rId47" Type="http://schemas.openxmlformats.org/officeDocument/2006/relationships/image" Target="../media/image43.png"/><Relationship Id="rId50" Type="http://schemas.openxmlformats.org/officeDocument/2006/relationships/image" Target="../media/image45.png"/><Relationship Id="rId7" Type="http://schemas.openxmlformats.org/officeDocument/2006/relationships/image" Target="../media/image18.png"/><Relationship Id="rId2" Type="http://schemas.openxmlformats.org/officeDocument/2006/relationships/notesSlide" Target="../notesSlides/notesSlide3.xml"/><Relationship Id="rId16" Type="http://schemas.openxmlformats.org/officeDocument/2006/relationships/image" Target="../media/image23.png"/><Relationship Id="rId29" Type="http://schemas.openxmlformats.org/officeDocument/2006/relationships/image" Target="../media/image32.png"/><Relationship Id="rId11" Type="http://schemas.openxmlformats.org/officeDocument/2006/relationships/image" Target="../media/image20.png"/><Relationship Id="rId24" Type="http://schemas.openxmlformats.org/officeDocument/2006/relationships/image" Target="../media/image28.png"/><Relationship Id="rId32" Type="http://schemas.microsoft.com/office/2007/relationships/hdphoto" Target="../media/hdphoto13.wdp"/><Relationship Id="rId37" Type="http://schemas.microsoft.com/office/2007/relationships/hdphoto" Target="../media/hdphoto15.wdp"/><Relationship Id="rId40" Type="http://schemas.openxmlformats.org/officeDocument/2006/relationships/image" Target="../media/image39.png"/><Relationship Id="rId45" Type="http://schemas.openxmlformats.org/officeDocument/2006/relationships/image" Target="../media/image42.png"/><Relationship Id="rId5" Type="http://schemas.openxmlformats.org/officeDocument/2006/relationships/image" Target="../media/image17.png"/><Relationship Id="rId15" Type="http://schemas.microsoft.com/office/2007/relationships/hdphoto" Target="../media/hdphoto7.wdp"/><Relationship Id="rId23" Type="http://schemas.microsoft.com/office/2007/relationships/hdphoto" Target="../media/hdphoto10.wdp"/><Relationship Id="rId28" Type="http://schemas.microsoft.com/office/2007/relationships/hdphoto" Target="../media/hdphoto11.wdp"/><Relationship Id="rId36" Type="http://schemas.openxmlformats.org/officeDocument/2006/relationships/image" Target="../media/image36.png"/><Relationship Id="rId49" Type="http://schemas.openxmlformats.org/officeDocument/2006/relationships/image" Target="../media/image44.png"/><Relationship Id="rId10" Type="http://schemas.microsoft.com/office/2007/relationships/hdphoto" Target="../media/hdphoto5.wdp"/><Relationship Id="rId19" Type="http://schemas.openxmlformats.org/officeDocument/2006/relationships/image" Target="../media/image25.jpeg"/><Relationship Id="rId31" Type="http://schemas.openxmlformats.org/officeDocument/2006/relationships/image" Target="../media/image33.png"/><Relationship Id="rId44" Type="http://schemas.openxmlformats.org/officeDocument/2006/relationships/image" Target="../media/image41.jpeg"/><Relationship Id="rId52" Type="http://schemas.openxmlformats.org/officeDocument/2006/relationships/image" Target="../media/image46.jpeg"/><Relationship Id="rId4" Type="http://schemas.openxmlformats.org/officeDocument/2006/relationships/image" Target="../media/image16.jpeg"/><Relationship Id="rId9" Type="http://schemas.openxmlformats.org/officeDocument/2006/relationships/image" Target="../media/image19.png"/><Relationship Id="rId14" Type="http://schemas.openxmlformats.org/officeDocument/2006/relationships/image" Target="../media/image22.png"/><Relationship Id="rId22" Type="http://schemas.openxmlformats.org/officeDocument/2006/relationships/image" Target="../media/image27.png"/><Relationship Id="rId27" Type="http://schemas.openxmlformats.org/officeDocument/2006/relationships/image" Target="../media/image31.png"/><Relationship Id="rId30" Type="http://schemas.microsoft.com/office/2007/relationships/hdphoto" Target="../media/hdphoto12.wdp"/><Relationship Id="rId35" Type="http://schemas.microsoft.com/office/2007/relationships/hdphoto" Target="../media/hdphoto14.wdp"/><Relationship Id="rId43" Type="http://schemas.microsoft.com/office/2007/relationships/hdphoto" Target="../media/hdphoto17.wdp"/><Relationship Id="rId48" Type="http://schemas.microsoft.com/office/2007/relationships/hdphoto" Target="../media/hdphoto19.wdp"/><Relationship Id="rId8" Type="http://schemas.microsoft.com/office/2007/relationships/hdphoto" Target="../media/hdphoto4.wdp"/><Relationship Id="rId51" Type="http://schemas.microsoft.com/office/2007/relationships/hdphoto" Target="../media/hdphoto20.wdp"/><Relationship Id="rId3" Type="http://schemas.openxmlformats.org/officeDocument/2006/relationships/image" Target="../media/image15.jpeg"/><Relationship Id="rId12" Type="http://schemas.microsoft.com/office/2007/relationships/hdphoto" Target="../media/hdphoto6.wdp"/><Relationship Id="rId17" Type="http://schemas.microsoft.com/office/2007/relationships/hdphoto" Target="../media/hdphoto8.wdp"/><Relationship Id="rId25" Type="http://schemas.openxmlformats.org/officeDocument/2006/relationships/image" Target="../media/image29.png"/><Relationship Id="rId33" Type="http://schemas.openxmlformats.org/officeDocument/2006/relationships/image" Target="../media/image34.jpeg"/><Relationship Id="rId38" Type="http://schemas.openxmlformats.org/officeDocument/2006/relationships/image" Target="../media/image37.jpeg"/><Relationship Id="rId46" Type="http://schemas.microsoft.com/office/2007/relationships/hdphoto" Target="../media/hdphoto18.wdp"/><Relationship Id="rId20" Type="http://schemas.openxmlformats.org/officeDocument/2006/relationships/image" Target="../media/image26.png"/><Relationship Id="rId41" Type="http://schemas.microsoft.com/office/2007/relationships/hdphoto" Target="../media/hdphoto16.wdp"/><Relationship Id="rId1" Type="http://schemas.openxmlformats.org/officeDocument/2006/relationships/slideLayout" Target="../slideLayouts/slideLayout112.xml"/><Relationship Id="rId6" Type="http://schemas.microsoft.com/office/2007/relationships/hdphoto" Target="../media/hdphoto3.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4.xml"/><Relationship Id="rId1" Type="http://schemas.openxmlformats.org/officeDocument/2006/relationships/slideLayout" Target="../slideLayouts/slideLayout16.xml"/><Relationship Id="rId5" Type="http://schemas.openxmlformats.org/officeDocument/2006/relationships/image" Target="../media/image49.svg"/><Relationship Id="rId4" Type="http://schemas.openxmlformats.org/officeDocument/2006/relationships/image" Target="../media/image48.svg"/></Relationships>
</file>

<file path=ppt/slides/_rels/slide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xml"/><Relationship Id="rId1" Type="http://schemas.openxmlformats.org/officeDocument/2006/relationships/slideLayout" Target="../slideLayouts/slideLayout143.xml"/><Relationship Id="rId4" Type="http://schemas.openxmlformats.org/officeDocument/2006/relationships/image" Target="../media/image49.svg"/></Relationships>
</file>

<file path=ppt/slides/_rels/slide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image" Target="../media/image49.svg"/><Relationship Id="rId4" Type="http://schemas.openxmlformats.org/officeDocument/2006/relationships/image" Target="../media/image48.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7.xml"/><Relationship Id="rId5" Type="http://schemas.openxmlformats.org/officeDocument/2006/relationships/chart" Target="../charts/chart3.xml"/><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0.xml"/><Relationship Id="rId1" Type="http://schemas.openxmlformats.org/officeDocument/2006/relationships/slideLayout" Target="../slideLayouts/slideLayout16.xml"/><Relationship Id="rId5" Type="http://schemas.openxmlformats.org/officeDocument/2006/relationships/image" Target="../media/image49.svg"/><Relationship Id="rId4" Type="http://schemas.openxmlformats.org/officeDocument/2006/relationships/image" Target="../media/image48.svg"/></Relationships>
</file>

<file path=ppt/slides/_rels/slide14.xml.rels><?xml version="1.0" encoding="UTF-8" standalone="yes"?>
<Relationships xmlns="http://schemas.openxmlformats.org/package/2006/relationships"><Relationship Id="rId13" Type="http://schemas.openxmlformats.org/officeDocument/2006/relationships/image" Target="../media/image59.png"/><Relationship Id="rId18" Type="http://schemas.microsoft.com/office/2007/relationships/hdphoto" Target="../media/hdphoto24.wdp"/><Relationship Id="rId26" Type="http://schemas.microsoft.com/office/2007/relationships/hdphoto" Target="../media/hdphoto25.wdp"/><Relationship Id="rId3" Type="http://schemas.openxmlformats.org/officeDocument/2006/relationships/hyperlink" Target="mailto:gabriel.real@tivio.com" TargetMode="External"/><Relationship Id="rId21" Type="http://schemas.openxmlformats.org/officeDocument/2006/relationships/hyperlink" Target="mailto:sami.karlik@tivio.com" TargetMode="External"/><Relationship Id="rId7" Type="http://schemas.openxmlformats.org/officeDocument/2006/relationships/image" Target="../media/image55.png"/><Relationship Id="rId12" Type="http://schemas.microsoft.com/office/2007/relationships/hdphoto" Target="../media/hdphoto23.wdp"/><Relationship Id="rId17" Type="http://schemas.openxmlformats.org/officeDocument/2006/relationships/image" Target="../media/image62.png"/><Relationship Id="rId25" Type="http://schemas.openxmlformats.org/officeDocument/2006/relationships/image" Target="../media/image67.png"/><Relationship Id="rId33" Type="http://schemas.openxmlformats.org/officeDocument/2006/relationships/image" Target="../media/image72.png"/><Relationship Id="rId2" Type="http://schemas.openxmlformats.org/officeDocument/2006/relationships/hyperlink" Target="mailto:jose.avila@tivio.com" TargetMode="External"/><Relationship Id="rId16" Type="http://schemas.openxmlformats.org/officeDocument/2006/relationships/image" Target="../media/image61.jpeg"/><Relationship Id="rId20" Type="http://schemas.openxmlformats.org/officeDocument/2006/relationships/image" Target="../media/image64.png"/><Relationship Id="rId29" Type="http://schemas.openxmlformats.org/officeDocument/2006/relationships/image" Target="../media/image69.svg"/><Relationship Id="rId1" Type="http://schemas.openxmlformats.org/officeDocument/2006/relationships/slideLayout" Target="../slideLayouts/slideLayout61.xml"/><Relationship Id="rId6" Type="http://schemas.microsoft.com/office/2007/relationships/hdphoto" Target="../media/hdphoto21.wdp"/><Relationship Id="rId11" Type="http://schemas.openxmlformats.org/officeDocument/2006/relationships/image" Target="../media/image58.png"/><Relationship Id="rId24" Type="http://schemas.openxmlformats.org/officeDocument/2006/relationships/image" Target="../media/image66.png"/><Relationship Id="rId32" Type="http://schemas.microsoft.com/office/2007/relationships/hdphoto" Target="../media/hdphoto27.wdp"/><Relationship Id="rId5" Type="http://schemas.openxmlformats.org/officeDocument/2006/relationships/image" Target="../media/image54.png"/><Relationship Id="rId15" Type="http://schemas.openxmlformats.org/officeDocument/2006/relationships/hyperlink" Target="mailto:luciana.domingos@tivio.com" TargetMode="External"/><Relationship Id="rId23" Type="http://schemas.openxmlformats.org/officeDocument/2006/relationships/image" Target="../media/image65.jpeg"/><Relationship Id="rId28" Type="http://schemas.microsoft.com/office/2007/relationships/hdphoto" Target="../media/hdphoto26.wdp"/><Relationship Id="rId10" Type="http://schemas.openxmlformats.org/officeDocument/2006/relationships/image" Target="../media/image57.png"/><Relationship Id="rId19" Type="http://schemas.openxmlformats.org/officeDocument/2006/relationships/image" Target="../media/image63.svg"/><Relationship Id="rId31" Type="http://schemas.openxmlformats.org/officeDocument/2006/relationships/image" Target="../media/image71.png"/><Relationship Id="rId4" Type="http://schemas.openxmlformats.org/officeDocument/2006/relationships/hyperlink" Target="mailto:gabriel.bernasconi@tivio.com" TargetMode="External"/><Relationship Id="rId9" Type="http://schemas.openxmlformats.org/officeDocument/2006/relationships/image" Target="../media/image56.png"/><Relationship Id="rId14" Type="http://schemas.openxmlformats.org/officeDocument/2006/relationships/image" Target="../media/image60.jpeg"/><Relationship Id="rId22" Type="http://schemas.openxmlformats.org/officeDocument/2006/relationships/hyperlink" Target="mailto:pedro.bento@tivio.com" TargetMode="External"/><Relationship Id="rId27" Type="http://schemas.openxmlformats.org/officeDocument/2006/relationships/image" Target="../media/image68.png"/><Relationship Id="rId30" Type="http://schemas.openxmlformats.org/officeDocument/2006/relationships/image" Target="../media/image70.jpeg"/><Relationship Id="rId8" Type="http://schemas.microsoft.com/office/2007/relationships/hdphoto" Target="../media/hdphoto22.wdp"/></Relationships>
</file>

<file path=ppt/slides/_rels/slide15.xml.rels><?xml version="1.0" encoding="UTF-8" standalone="yes"?>
<Relationships xmlns="http://schemas.openxmlformats.org/package/2006/relationships"><Relationship Id="rId3" Type="http://schemas.microsoft.com/office/2007/relationships/hdphoto" Target="../media/hdphoto28.wdp"/><Relationship Id="rId7" Type="http://schemas.openxmlformats.org/officeDocument/2006/relationships/image" Target="../media/image76.png"/><Relationship Id="rId2" Type="http://schemas.openxmlformats.org/officeDocument/2006/relationships/image" Target="../media/image73.png"/><Relationship Id="rId1" Type="http://schemas.openxmlformats.org/officeDocument/2006/relationships/slideLayout" Target="../slideLayouts/slideLayout30.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hyperlink" Target="https://tivio.com/fundos/"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8.png"/><Relationship Id="rId7" Type="http://schemas.openxmlformats.org/officeDocument/2006/relationships/image" Target="../media/image75.png"/><Relationship Id="rId2" Type="http://schemas.openxmlformats.org/officeDocument/2006/relationships/image" Target="../media/image77.jpeg"/><Relationship Id="rId1" Type="http://schemas.openxmlformats.org/officeDocument/2006/relationships/slideLayout" Target="../slideLayouts/slideLayout165.xml"/><Relationship Id="rId6" Type="http://schemas.openxmlformats.org/officeDocument/2006/relationships/image" Target="../media/image74.png"/><Relationship Id="rId5" Type="http://schemas.openxmlformats.org/officeDocument/2006/relationships/image" Target="../media/image48.svg"/><Relationship Id="rId4" Type="http://schemas.microsoft.com/office/2007/relationships/hdphoto" Target="../media/hdphoto29.wdp"/><Relationship Id="rId9" Type="http://schemas.openxmlformats.org/officeDocument/2006/relationships/image" Target="../media/image80.png"/></Relationships>
</file>

<file path=ppt/slides/_rels/slide1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1.xml"/><Relationship Id="rId1" Type="http://schemas.openxmlformats.org/officeDocument/2006/relationships/slideLayout" Target="../slideLayouts/slideLayout1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AEF78-3E28-48F4-D00C-A6C69B967F96}"/>
            </a:ext>
          </a:extLst>
        </p:cNvPr>
        <p:cNvGrpSpPr/>
        <p:nvPr/>
      </p:nvGrpSpPr>
      <p:grpSpPr>
        <a:xfrm>
          <a:off x="0" y="0"/>
          <a:ext cx="0" cy="0"/>
          <a:chOff x="0" y="0"/>
          <a:chExt cx="0" cy="0"/>
        </a:xfrm>
      </p:grpSpPr>
      <p:sp>
        <p:nvSpPr>
          <p:cNvPr id="15" name="Text Placeholder 14">
            <a:extLst>
              <a:ext uri="{FF2B5EF4-FFF2-40B4-BE49-F238E27FC236}">
                <a16:creationId xmlns:a16="http://schemas.microsoft.com/office/drawing/2014/main" id="{2CD04345-166C-9BA2-E544-4A6FBD44C79D}"/>
              </a:ext>
            </a:extLst>
          </p:cNvPr>
          <p:cNvSpPr>
            <a:spLocks noGrp="1"/>
          </p:cNvSpPr>
          <p:nvPr>
            <p:ph type="body" sz="quarter" idx="15"/>
          </p:nvPr>
        </p:nvSpPr>
        <p:spPr>
          <a:xfrm>
            <a:off x="407988" y="5991217"/>
            <a:ext cx="6115360" cy="553998"/>
          </a:xfrm>
        </p:spPr>
        <p:txBody>
          <a:bodyPr anchor="b" anchorCtr="0"/>
          <a:lstStyle/>
          <a:p>
            <a:r>
              <a:rPr lang="pt-BR" sz="1800" b="1"/>
              <a:t>TIVIO</a:t>
            </a:r>
            <a:br>
              <a:rPr lang="pt-BR" sz="1800"/>
            </a:br>
            <a:r>
              <a:rPr lang="pt-BR" sz="1800"/>
              <a:t>CRÉDITO</a:t>
            </a:r>
          </a:p>
        </p:txBody>
      </p:sp>
      <p:sp>
        <p:nvSpPr>
          <p:cNvPr id="21" name="object 13">
            <a:extLst>
              <a:ext uri="{FF2B5EF4-FFF2-40B4-BE49-F238E27FC236}">
                <a16:creationId xmlns:a16="http://schemas.microsoft.com/office/drawing/2014/main" id="{EBAD2693-BB45-6456-C6BF-A0DFD09BC3E7}"/>
              </a:ext>
            </a:extLst>
          </p:cNvPr>
          <p:cNvSpPr txBox="1">
            <a:spLocks/>
          </p:cNvSpPr>
          <p:nvPr/>
        </p:nvSpPr>
        <p:spPr>
          <a:xfrm>
            <a:off x="2040582" y="6121519"/>
            <a:ext cx="9743431" cy="173034"/>
          </a:xfrm>
          <a:prstGeom prst="rect">
            <a:avLst/>
          </a:prstGeom>
        </p:spPr>
        <p:txBody>
          <a:bodyPr vert="horz" wrap="square" lIns="0" tIns="69697" rIns="0" bIns="0" rtlCol="0" anchor="t">
            <a:spAutoFit/>
          </a:bodyPr>
          <a:lstStyle>
            <a:lvl1pPr>
              <a:defRPr sz="4550" b="1" i="0">
                <a:solidFill>
                  <a:srgbClr val="1E271F"/>
                </a:solidFill>
                <a:latin typeface="Versos"/>
                <a:ea typeface="+mj-ea"/>
                <a:cs typeface="Versos"/>
              </a:defRPr>
            </a:lvl1pPr>
          </a:lstStyle>
          <a:p>
            <a:pPr algn="r">
              <a:defRPr/>
            </a:pPr>
            <a:endParaRPr lang="pt-BR" sz="667" b="0" spc="-6">
              <a:solidFill>
                <a:schemeClr val="bg1"/>
              </a:solidFill>
            </a:endParaRPr>
          </a:p>
        </p:txBody>
      </p:sp>
      <p:sp>
        <p:nvSpPr>
          <p:cNvPr id="3" name="object 2">
            <a:extLst>
              <a:ext uri="{FF2B5EF4-FFF2-40B4-BE49-F238E27FC236}">
                <a16:creationId xmlns:a16="http://schemas.microsoft.com/office/drawing/2014/main" id="{9B625C46-C767-6A60-724D-A11966577053}"/>
              </a:ext>
            </a:extLst>
          </p:cNvPr>
          <p:cNvSpPr txBox="1"/>
          <p:nvPr/>
        </p:nvSpPr>
        <p:spPr>
          <a:xfrm>
            <a:off x="9562537" y="6314489"/>
            <a:ext cx="2239763" cy="231295"/>
          </a:xfrm>
          <a:prstGeom prst="rect">
            <a:avLst/>
          </a:prstGeom>
        </p:spPr>
        <p:txBody>
          <a:bodyPr vert="horz" wrap="square" lIns="0" tIns="7316" rIns="0" bIns="0" rtlCol="0" anchor="t">
            <a:spAutoFit/>
          </a:bodyPr>
          <a:lstStyle/>
          <a:p>
            <a:pPr marR="2540" algn="r" defTabSz="554492"/>
            <a:r>
              <a:rPr lang="pt-BR" sz="1450">
                <a:solidFill>
                  <a:srgbClr val="FFFFFF"/>
                </a:solidFill>
                <a:latin typeface="Versos"/>
              </a:rPr>
              <a:t>Agosto de 2026</a:t>
            </a:r>
          </a:p>
        </p:txBody>
      </p:sp>
      <p:pic>
        <p:nvPicPr>
          <p:cNvPr id="5" name="Graphic 4">
            <a:extLst>
              <a:ext uri="{FF2B5EF4-FFF2-40B4-BE49-F238E27FC236}">
                <a16:creationId xmlns:a16="http://schemas.microsoft.com/office/drawing/2014/main" id="{82FFC41C-3894-C930-B8CE-80D996729B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7988" y="1078705"/>
            <a:ext cx="3225275" cy="951872"/>
          </a:xfrm>
          <a:prstGeom prst="rect">
            <a:avLst/>
          </a:prstGeom>
        </p:spPr>
      </p:pic>
    </p:spTree>
    <p:extLst>
      <p:ext uri="{BB962C8B-B14F-4D97-AF65-F5344CB8AC3E}">
        <p14:creationId xmlns:p14="http://schemas.microsoft.com/office/powerpoint/2010/main" val="1052709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39E4D81C-126D-8E06-FD25-407A6316C8B7}"/>
            </a:ext>
          </a:extLst>
        </p:cNvPr>
        <p:cNvGrpSpPr/>
        <p:nvPr/>
      </p:nvGrpSpPr>
      <p:grpSpPr>
        <a:xfrm>
          <a:off x="0" y="0"/>
          <a:ext cx="0" cy="0"/>
          <a:chOff x="0" y="0"/>
          <a:chExt cx="0" cy="0"/>
        </a:xfrm>
      </p:grpSpPr>
      <p:pic>
        <p:nvPicPr>
          <p:cNvPr id="5" name="background">
            <a:extLst>
              <a:ext uri="{FF2B5EF4-FFF2-40B4-BE49-F238E27FC236}">
                <a16:creationId xmlns:a16="http://schemas.microsoft.com/office/drawing/2014/main" id="{58451C93-7DBF-5D36-B4A9-99DBFC011B4D}"/>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l="2792" t="4350" r="2346"/>
          <a:stretch>
            <a:fillRect/>
          </a:stretch>
        </p:blipFill>
        <p:spPr>
          <a:xfrm>
            <a:off x="0" y="-1"/>
            <a:ext cx="12192000" cy="6858001"/>
          </a:xfrm>
          <a:prstGeom prst="rect">
            <a:avLst/>
          </a:prstGeom>
        </p:spPr>
      </p:pic>
      <p:grpSp>
        <p:nvGrpSpPr>
          <p:cNvPr id="13" name="frase-destaque">
            <a:extLst>
              <a:ext uri="{FF2B5EF4-FFF2-40B4-BE49-F238E27FC236}">
                <a16:creationId xmlns:a16="http://schemas.microsoft.com/office/drawing/2014/main" id="{77A01888-88AC-BCCD-CFD7-A4444EB45DC9}"/>
              </a:ext>
            </a:extLst>
          </p:cNvPr>
          <p:cNvGrpSpPr/>
          <p:nvPr/>
        </p:nvGrpSpPr>
        <p:grpSpPr>
          <a:xfrm>
            <a:off x="6348738" y="978973"/>
            <a:ext cx="4555414" cy="2141976"/>
            <a:chOff x="6348738" y="678267"/>
            <a:chExt cx="4555414" cy="2141976"/>
          </a:xfrm>
        </p:grpSpPr>
        <p:grpSp>
          <p:nvGrpSpPr>
            <p:cNvPr id="3" name="Group 2">
              <a:extLst>
                <a:ext uri="{FF2B5EF4-FFF2-40B4-BE49-F238E27FC236}">
                  <a16:creationId xmlns:a16="http://schemas.microsoft.com/office/drawing/2014/main" id="{B4284237-ADFA-22A5-793A-065A467EC1C3}"/>
                </a:ext>
              </a:extLst>
            </p:cNvPr>
            <p:cNvGrpSpPr/>
            <p:nvPr/>
          </p:nvGrpSpPr>
          <p:grpSpPr>
            <a:xfrm>
              <a:off x="6529676" y="1952575"/>
              <a:ext cx="4193538" cy="867668"/>
              <a:chOff x="6724902" y="1889019"/>
              <a:chExt cx="4193538" cy="867668"/>
            </a:xfrm>
          </p:grpSpPr>
          <p:sp>
            <p:nvSpPr>
              <p:cNvPr id="25" name="texto">
                <a:extLst>
                  <a:ext uri="{FF2B5EF4-FFF2-40B4-BE49-F238E27FC236}">
                    <a16:creationId xmlns:a16="http://schemas.microsoft.com/office/drawing/2014/main" id="{C8C2820F-7BB9-AB0C-C250-74966247A4AB}"/>
                  </a:ext>
                </a:extLst>
              </p:cNvPr>
              <p:cNvSpPr/>
              <p:nvPr/>
            </p:nvSpPr>
            <p:spPr>
              <a:xfrm>
                <a:off x="9322625" y="2089006"/>
                <a:ext cx="1595815" cy="6676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a:ln>
                      <a:noFill/>
                    </a:ln>
                    <a:solidFill>
                      <a:srgbClr val="FFFFFF"/>
                    </a:solidFill>
                    <a:effectLst/>
                    <a:uLnTx/>
                    <a:uFillTx/>
                    <a:latin typeface="Versos"/>
                    <a:ea typeface="+mn-ea"/>
                    <a:cs typeface="Versos"/>
                    <a:sym typeface="Arial"/>
                  </a:rPr>
                  <a:t>A 2ª maior instituição financeira do Brasil</a:t>
                </a:r>
                <a:endParaRPr kumimoji="0" lang="en-GB" sz="1200" b="0" i="0" u="none" strike="noStrike" kern="1200" cap="none" spc="0" normalizeH="0" baseline="0" noProof="0">
                  <a:ln>
                    <a:noFill/>
                  </a:ln>
                  <a:solidFill>
                    <a:srgbClr val="FFFFFF"/>
                  </a:solidFill>
                  <a:effectLst/>
                  <a:uLnTx/>
                  <a:uFillTx/>
                  <a:latin typeface="Versos"/>
                  <a:ea typeface="+mn-ea"/>
                  <a:cs typeface="Versos"/>
                  <a:sym typeface="Arial"/>
                </a:endParaRPr>
              </a:p>
            </p:txBody>
          </p:sp>
          <p:pic>
            <p:nvPicPr>
              <p:cNvPr id="28" name="bradesco">
                <a:extLst>
                  <a:ext uri="{FF2B5EF4-FFF2-40B4-BE49-F238E27FC236}">
                    <a16:creationId xmlns:a16="http://schemas.microsoft.com/office/drawing/2014/main" id="{3C1CBFF2-D1C1-3028-1C6C-3312A2D9BC27}"/>
                  </a:ext>
                </a:extLst>
              </p:cNvPr>
              <p:cNvPicPr/>
              <p:nvPr/>
            </p:nvPicPr>
            <p:blipFill>
              <a:blip r:embed="rId4" cstate="hq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p:blipFill>
            <p:spPr>
              <a:xfrm>
                <a:off x="6724902" y="1889019"/>
                <a:ext cx="2597723" cy="842095"/>
              </a:xfrm>
              <a:prstGeom prst="rect">
                <a:avLst/>
              </a:prstGeom>
            </p:spPr>
          </p:pic>
        </p:grpSp>
        <p:sp>
          <p:nvSpPr>
            <p:cNvPr id="6" name="texto">
              <a:extLst>
                <a:ext uri="{FF2B5EF4-FFF2-40B4-BE49-F238E27FC236}">
                  <a16:creationId xmlns:a16="http://schemas.microsoft.com/office/drawing/2014/main" id="{E580E9F2-3BCF-2069-ED91-9FA9DDFABD74}"/>
                </a:ext>
              </a:extLst>
            </p:cNvPr>
            <p:cNvSpPr txBox="1"/>
            <p:nvPr/>
          </p:nvSpPr>
          <p:spPr>
            <a:xfrm>
              <a:off x="6348738" y="678267"/>
              <a:ext cx="4555414" cy="1300826"/>
            </a:xfrm>
            <a:prstGeom prst="rect">
              <a:avLst/>
            </a:prstGeom>
          </p:spPr>
          <p:txBody>
            <a:bodyPr vert="horz" wrap="square" lIns="0" tIns="0" rIns="0" bIns="0" rtlCol="0">
              <a:spAutoFit/>
            </a:bodyPr>
            <a:lstStyle/>
            <a:p>
              <a:pPr marL="7701" marR="3081" lvl="0" indent="0" algn="ctr" defTabSz="554466" rtl="0" eaLnBrk="1" fontAlgn="auto" latinLnBrk="0" hangingPunct="1">
                <a:lnSpc>
                  <a:spcPct val="100000"/>
                </a:lnSpc>
                <a:spcBef>
                  <a:spcPts val="64"/>
                </a:spcBef>
                <a:spcAft>
                  <a:spcPts val="0"/>
                </a:spcAft>
                <a:buClrTx/>
                <a:buSzTx/>
                <a:buFontTx/>
                <a:buNone/>
                <a:tabLst/>
                <a:defRPr/>
              </a:pPr>
              <a:r>
                <a:rPr kumimoji="0" lang="pt-BR" sz="2800" b="0" i="0" u="none" strike="noStrike" kern="0" cap="none" spc="0" normalizeH="0" baseline="0" noProof="0">
                  <a:ln>
                    <a:noFill/>
                  </a:ln>
                  <a:solidFill>
                    <a:srgbClr val="FFFFFF"/>
                  </a:solidFill>
                  <a:effectLst/>
                  <a:uLnTx/>
                  <a:uFillTx/>
                  <a:latin typeface="Versos Light"/>
                  <a:ea typeface="+mn-ea"/>
                  <a:cs typeface="Versos Light"/>
                  <a:sym typeface="Arial"/>
                </a:rPr>
                <a:t>Estamos entre as maiores </a:t>
              </a:r>
              <a:br>
                <a:rPr kumimoji="0" lang="pt-BR" sz="2800" b="0" i="0" u="none" strike="noStrike" kern="0" cap="none" spc="0" normalizeH="0" baseline="0" noProof="0">
                  <a:ln>
                    <a:noFill/>
                  </a:ln>
                  <a:solidFill>
                    <a:srgbClr val="FFFFFF"/>
                  </a:solidFill>
                  <a:effectLst/>
                  <a:uLnTx/>
                  <a:uFillTx/>
                  <a:latin typeface="Versos Light"/>
                  <a:ea typeface="+mn-ea"/>
                  <a:cs typeface="Versos Light"/>
                  <a:sym typeface="Arial"/>
                </a:rPr>
              </a:br>
              <a:r>
                <a:rPr kumimoji="0" lang="pt-BR" sz="2800" b="0" i="0" u="none" strike="noStrike" kern="0" cap="none" spc="0" normalizeH="0" baseline="0" noProof="0">
                  <a:ln>
                    <a:noFill/>
                  </a:ln>
                  <a:solidFill>
                    <a:srgbClr val="FFFFFF"/>
                  </a:solidFill>
                  <a:effectLst/>
                  <a:uLnTx/>
                  <a:uFillTx/>
                  <a:latin typeface="Versos Light"/>
                  <a:ea typeface="+mn-ea"/>
                  <a:cs typeface="Versos Light"/>
                  <a:sym typeface="Arial"/>
                </a:rPr>
                <a:t>gestoras de investimentos </a:t>
              </a:r>
              <a:br>
                <a:rPr kumimoji="0" lang="pt-BR" sz="2800" b="0" i="0" u="none" strike="noStrike" kern="0" cap="none" spc="0" normalizeH="0" baseline="0" noProof="0">
                  <a:ln>
                    <a:noFill/>
                  </a:ln>
                  <a:solidFill>
                    <a:srgbClr val="FFFFFF"/>
                  </a:solidFill>
                  <a:effectLst/>
                  <a:uLnTx/>
                  <a:uFillTx/>
                  <a:latin typeface="Versos Light"/>
                  <a:ea typeface="+mn-ea"/>
                  <a:cs typeface="Versos Light"/>
                  <a:sym typeface="Arial"/>
                </a:rPr>
              </a:br>
              <a:r>
                <a:rPr kumimoji="0" lang="pt-BR" sz="2800" b="0" i="0" u="none" strike="noStrike" kern="0" cap="none" spc="0" normalizeH="0" baseline="0" noProof="0">
                  <a:ln>
                    <a:noFill/>
                  </a:ln>
                  <a:solidFill>
                    <a:srgbClr val="FFFFFF"/>
                  </a:solidFill>
                  <a:effectLst/>
                  <a:uLnTx/>
                  <a:uFillTx/>
                  <a:latin typeface="Versos Light"/>
                  <a:ea typeface="+mn-ea"/>
                  <a:cs typeface="Versos Light"/>
                  <a:sym typeface="Arial"/>
                </a:rPr>
                <a:t>do Brasil</a:t>
              </a:r>
              <a:r>
                <a:rPr kumimoji="0" lang="en-US" sz="2800" b="0" i="0" u="none" strike="noStrike" kern="0" cap="none" spc="0" normalizeH="0" baseline="0" noProof="0">
                  <a:ln>
                    <a:noFill/>
                  </a:ln>
                  <a:solidFill>
                    <a:srgbClr val="FFFFFF"/>
                  </a:solidFill>
                  <a:effectLst/>
                  <a:uLnTx/>
                  <a:uFillTx/>
                  <a:latin typeface="Versos Light"/>
                  <a:ea typeface="+mn-ea"/>
                  <a:cs typeface="Versos Light"/>
                  <a:sym typeface="Arial"/>
                </a:rPr>
                <a:t>, </a:t>
              </a:r>
              <a:r>
                <a:rPr kumimoji="0" lang="en-US" sz="2800" b="0" i="0" u="none" strike="noStrike" kern="0" cap="none" spc="0" normalizeH="0" baseline="0" noProof="0" err="1">
                  <a:ln>
                    <a:noFill/>
                  </a:ln>
                  <a:solidFill>
                    <a:srgbClr val="FFFFFF"/>
                  </a:solidFill>
                  <a:effectLst/>
                  <a:uLnTx/>
                  <a:uFillTx/>
                  <a:latin typeface="Versos Light"/>
                  <a:ea typeface="+mn-ea"/>
                  <a:cs typeface="Versos Light"/>
                  <a:sym typeface="Arial"/>
                </a:rPr>
                <a:t>parte</a:t>
              </a:r>
              <a:r>
                <a:rPr kumimoji="0" lang="en-US" sz="2800" b="0" i="0" u="none" strike="noStrike" kern="0" cap="none" spc="0" normalizeH="0" baseline="0" noProof="0">
                  <a:ln>
                    <a:noFill/>
                  </a:ln>
                  <a:solidFill>
                    <a:srgbClr val="FFFFFF"/>
                  </a:solidFill>
                  <a:effectLst/>
                  <a:uLnTx/>
                  <a:uFillTx/>
                  <a:latin typeface="Versos Light"/>
                  <a:ea typeface="+mn-ea"/>
                  <a:cs typeface="Versos Light"/>
                  <a:sym typeface="Arial"/>
                </a:rPr>
                <a:t> do </a:t>
              </a:r>
              <a:r>
                <a:rPr kumimoji="0" lang="en-US" sz="2800" b="0" i="0" u="none" strike="noStrike" kern="0" cap="none" spc="0" normalizeH="0" baseline="0" noProof="0" err="1">
                  <a:ln>
                    <a:noFill/>
                  </a:ln>
                  <a:solidFill>
                    <a:srgbClr val="FFFFFF"/>
                  </a:solidFill>
                  <a:effectLst/>
                  <a:uLnTx/>
                  <a:uFillTx/>
                  <a:latin typeface="Versos Light"/>
                  <a:ea typeface="+mn-ea"/>
                  <a:cs typeface="Versos Light"/>
                  <a:sym typeface="Arial"/>
                </a:rPr>
                <a:t>grupo</a:t>
              </a:r>
              <a:endParaRPr kumimoji="0" lang="en-US" sz="2800" b="0"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endParaRPr>
            </a:p>
          </p:txBody>
        </p:sp>
      </p:grpSp>
      <p:sp>
        <p:nvSpPr>
          <p:cNvPr id="10" name="base">
            <a:extLst>
              <a:ext uri="{FF2B5EF4-FFF2-40B4-BE49-F238E27FC236}">
                <a16:creationId xmlns:a16="http://schemas.microsoft.com/office/drawing/2014/main" id="{6C97D18A-E100-16AF-293D-A7B55250A0A6}"/>
              </a:ext>
            </a:extLst>
          </p:cNvPr>
          <p:cNvSpPr/>
          <p:nvPr/>
        </p:nvSpPr>
        <p:spPr>
          <a:xfrm>
            <a:off x="8791745" y="3533633"/>
            <a:ext cx="2427829" cy="2388157"/>
          </a:xfrm>
          <a:prstGeom prst="roundRect">
            <a:avLst>
              <a:gd name="adj" fmla="val 10177"/>
            </a:avLst>
          </a:prstGeom>
          <a:gradFill>
            <a:gsLst>
              <a:gs pos="0">
                <a:schemeClr val="accent1">
                  <a:lumMod val="5000"/>
                  <a:lumOff val="95000"/>
                  <a:alpha val="31000"/>
                </a:schemeClr>
              </a:gs>
              <a:gs pos="100000">
                <a:schemeClr val="accent1">
                  <a:lumMod val="30000"/>
                  <a:lumOff val="70000"/>
                  <a:alpha val="0"/>
                </a:schemeClr>
              </a:gs>
            </a:gsLst>
            <a:lin ang="3600000" scaled="0"/>
          </a:grad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mn-cs"/>
              <a:sym typeface="Arial"/>
            </a:endParaRPr>
          </a:p>
        </p:txBody>
      </p:sp>
      <p:sp>
        <p:nvSpPr>
          <p:cNvPr id="30" name="texto">
            <a:extLst>
              <a:ext uri="{FF2B5EF4-FFF2-40B4-BE49-F238E27FC236}">
                <a16:creationId xmlns:a16="http://schemas.microsoft.com/office/drawing/2014/main" id="{B043FD76-09F2-AF8C-23B9-5DEC9B2D3617}"/>
              </a:ext>
            </a:extLst>
          </p:cNvPr>
          <p:cNvSpPr txBox="1">
            <a:spLocks/>
          </p:cNvSpPr>
          <p:nvPr/>
        </p:nvSpPr>
        <p:spPr>
          <a:xfrm>
            <a:off x="9116826" y="4672371"/>
            <a:ext cx="1777666" cy="726482"/>
          </a:xfrm>
          <a:prstGeom prst="rect">
            <a:avLst/>
          </a:prstGeom>
          <a:ln>
            <a:noFill/>
          </a:ln>
        </p:spPr>
        <p:txBody>
          <a:bodyPr vert="horz" wrap="square" lIns="0" tIns="0" rIns="0" bIns="0" rtlCol="0" anchor="t"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61"/>
              </a:spcBef>
              <a:spcAft>
                <a:spcPts val="0"/>
              </a:spcAft>
              <a:buClrTx/>
              <a:buSzTx/>
              <a:buFontTx/>
              <a:buNone/>
              <a:tabLst>
                <a:tab pos="1313392" algn="l"/>
              </a:tabLst>
              <a:defRPr/>
            </a:pPr>
            <a:r>
              <a:rPr kumimoji="0" lang="pt-BR" sz="1800" b="0" i="0" u="none" strike="noStrike" kern="0" cap="none" spc="-6" normalizeH="0" baseline="0" noProof="0">
                <a:ln>
                  <a:noFill/>
                </a:ln>
                <a:solidFill>
                  <a:srgbClr val="E6EDF1"/>
                </a:solidFill>
                <a:effectLst/>
                <a:uLnTx/>
                <a:uFillTx/>
                <a:latin typeface="Versos Light"/>
                <a:ea typeface="+mj-ea"/>
                <a:cs typeface="Versos Light"/>
                <a:sym typeface="Arial"/>
              </a:rPr>
              <a:t>Fundos de investimento desde a criação</a:t>
            </a:r>
          </a:p>
        </p:txBody>
      </p:sp>
      <p:sp>
        <p:nvSpPr>
          <p:cNvPr id="31" name="fundos_criacao">
            <a:extLst>
              <a:ext uri="{FF2B5EF4-FFF2-40B4-BE49-F238E27FC236}">
                <a16:creationId xmlns:a16="http://schemas.microsoft.com/office/drawing/2014/main" id="{B5F376A1-3D5D-E5B6-1B49-EF21F2E558B8}"/>
              </a:ext>
            </a:extLst>
          </p:cNvPr>
          <p:cNvSpPr txBox="1">
            <a:spLocks/>
          </p:cNvSpPr>
          <p:nvPr/>
        </p:nvSpPr>
        <p:spPr>
          <a:xfrm>
            <a:off x="9116826" y="4009162"/>
            <a:ext cx="1777666" cy="643801"/>
          </a:xfrm>
          <a:prstGeom prst="rect">
            <a:avLst/>
          </a:prstGeom>
          <a:ln>
            <a:noFill/>
          </a:ln>
        </p:spPr>
        <p:txBody>
          <a:bodyPr vert="horz" wrap="square" lIns="0" tIns="0" rIns="0" bIns="0" rtlCol="0" anchor="ctr"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0"/>
              </a:spcBef>
              <a:spcAft>
                <a:spcPts val="0"/>
              </a:spcAft>
              <a:buClrTx/>
              <a:buSzTx/>
              <a:buFontTx/>
              <a:buNone/>
              <a:tabLst>
                <a:tab pos="1313392" algn="l"/>
              </a:tabLst>
              <a:defRPr/>
            </a:pPr>
            <a:r>
              <a:rPr kumimoji="0" lang="pt-BR" sz="3820" b="1" i="0" u="none" strike="noStrike" kern="0" cap="none" spc="-15" normalizeH="0" baseline="0" noProof="0">
                <a:ln>
                  <a:noFill/>
                </a:ln>
                <a:solidFill>
                  <a:srgbClr val="FFFFFF">
                    <a:lumMod val="85000"/>
                  </a:srgbClr>
                </a:solidFill>
                <a:effectLst/>
                <a:uLnTx/>
                <a:uFillTx/>
                <a:latin typeface="Versos" panose="020B0503020204030204" pitchFamily="34" charset="0"/>
                <a:ea typeface="+mj-ea"/>
                <a:sym typeface="Arial"/>
              </a:rPr>
              <a:t>+135</a:t>
            </a:r>
            <a:endParaRPr kumimoji="0" lang="pt-BR" sz="1800" b="0" i="0" u="none" strike="noStrike" kern="0" cap="none" spc="-6" normalizeH="0" baseline="0" noProof="0">
              <a:ln>
                <a:noFill/>
              </a:ln>
              <a:solidFill>
                <a:srgbClr val="E6EDF1"/>
              </a:solidFill>
              <a:effectLst/>
              <a:uLnTx/>
              <a:uFillTx/>
              <a:latin typeface="Versos Light"/>
              <a:ea typeface="+mj-ea"/>
              <a:cs typeface="Versos Light"/>
              <a:sym typeface="Arial"/>
            </a:endParaRPr>
          </a:p>
        </p:txBody>
      </p:sp>
      <p:sp>
        <p:nvSpPr>
          <p:cNvPr id="9" name="base">
            <a:extLst>
              <a:ext uri="{FF2B5EF4-FFF2-40B4-BE49-F238E27FC236}">
                <a16:creationId xmlns:a16="http://schemas.microsoft.com/office/drawing/2014/main" id="{C772FA42-06EA-3B34-2AC2-37A37EBDCECD}"/>
              </a:ext>
            </a:extLst>
          </p:cNvPr>
          <p:cNvSpPr/>
          <p:nvPr/>
        </p:nvSpPr>
        <p:spPr>
          <a:xfrm>
            <a:off x="6185306" y="3533633"/>
            <a:ext cx="2427829" cy="2388157"/>
          </a:xfrm>
          <a:prstGeom prst="roundRect">
            <a:avLst>
              <a:gd name="adj" fmla="val 10826"/>
            </a:avLst>
          </a:prstGeom>
          <a:gradFill>
            <a:gsLst>
              <a:gs pos="0">
                <a:schemeClr val="accent1">
                  <a:lumMod val="5000"/>
                  <a:lumOff val="95000"/>
                  <a:alpha val="31000"/>
                </a:schemeClr>
              </a:gs>
              <a:gs pos="100000">
                <a:schemeClr val="accent1">
                  <a:lumMod val="30000"/>
                  <a:lumOff val="70000"/>
                  <a:alpha val="0"/>
                </a:schemeClr>
              </a:gs>
            </a:gsLst>
            <a:lin ang="3600000" scaled="0"/>
          </a:grad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mn-cs"/>
              <a:sym typeface="Arial"/>
            </a:endParaRPr>
          </a:p>
        </p:txBody>
      </p:sp>
      <p:sp>
        <p:nvSpPr>
          <p:cNvPr id="27" name="texto">
            <a:extLst>
              <a:ext uri="{FF2B5EF4-FFF2-40B4-BE49-F238E27FC236}">
                <a16:creationId xmlns:a16="http://schemas.microsoft.com/office/drawing/2014/main" id="{162574FA-37D3-2095-E7F4-79EF5FDC0E3F}"/>
              </a:ext>
            </a:extLst>
          </p:cNvPr>
          <p:cNvSpPr txBox="1">
            <a:spLocks/>
          </p:cNvSpPr>
          <p:nvPr/>
        </p:nvSpPr>
        <p:spPr>
          <a:xfrm>
            <a:off x="6574221" y="4672371"/>
            <a:ext cx="1649998" cy="726482"/>
          </a:xfrm>
          <a:prstGeom prst="rect">
            <a:avLst/>
          </a:prstGeom>
          <a:ln>
            <a:noFill/>
          </a:ln>
        </p:spPr>
        <p:txBody>
          <a:bodyPr vert="horz" wrap="square" lIns="0" tIns="0" rIns="0" bIns="0" rtlCol="0" anchor="t"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61"/>
              </a:spcBef>
              <a:spcAft>
                <a:spcPts val="0"/>
              </a:spcAft>
              <a:buClrTx/>
              <a:buSzTx/>
              <a:buFontTx/>
              <a:buNone/>
              <a:tabLst>
                <a:tab pos="1313392" algn="l"/>
              </a:tabLst>
              <a:defRPr/>
            </a:pPr>
            <a:r>
              <a:rPr kumimoji="0" lang="en-US" sz="1800" b="0" i="0" u="none" strike="noStrike" kern="0" cap="none" spc="-6" normalizeH="0" baseline="0" noProof="0" err="1">
                <a:ln>
                  <a:noFill/>
                </a:ln>
                <a:solidFill>
                  <a:srgbClr val="E6EDF1"/>
                </a:solidFill>
                <a:effectLst/>
                <a:uLnTx/>
                <a:uFillTx/>
                <a:latin typeface="Versos Light"/>
                <a:ea typeface="+mj-ea"/>
                <a:cs typeface="Versos Light"/>
                <a:sym typeface="Arial"/>
              </a:rPr>
              <a:t>Proﬁssionais</a:t>
            </a:r>
            <a:endPar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endParaRPr>
          </a:p>
          <a:p>
            <a:pPr marL="0" marR="0" lvl="0" indent="0" algn="ctr" defTabSz="914400" rtl="0" eaLnBrk="1" fontAlgn="auto" latinLnBrk="0" hangingPunct="1">
              <a:lnSpc>
                <a:spcPct val="100000"/>
              </a:lnSpc>
              <a:spcBef>
                <a:spcPts val="61"/>
              </a:spcBef>
              <a:spcAft>
                <a:spcPts val="0"/>
              </a:spcAft>
              <a:buClrTx/>
              <a:buSzTx/>
              <a:buFontTx/>
              <a:buNone/>
              <a:tabLst>
                <a:tab pos="1313392" algn="l"/>
              </a:tabLst>
              <a:defRPr/>
            </a:pPr>
            <a:endPar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endParaRPr>
          </a:p>
          <a:p>
            <a:pPr marL="0" marR="0" lvl="0" indent="0" algn="ctr" defTabSz="914400" rtl="0" eaLnBrk="1" fontAlgn="auto" latinLnBrk="0" hangingPunct="1">
              <a:lnSpc>
                <a:spcPct val="100000"/>
              </a:lnSpc>
              <a:spcBef>
                <a:spcPts val="61"/>
              </a:spcBef>
              <a:spcAft>
                <a:spcPts val="0"/>
              </a:spcAft>
              <a:buClrTx/>
              <a:buSzTx/>
              <a:buFontTx/>
              <a:buNone/>
              <a:tabLst>
                <a:tab pos="1313392" algn="l"/>
              </a:tabLst>
              <a:defRPr/>
            </a:pPr>
            <a:endParaRPr kumimoji="0" lang="pt-BR" sz="1800" b="0" i="0" u="none" strike="noStrike" kern="0" cap="none" spc="-6" normalizeH="0" baseline="0" noProof="0">
              <a:ln>
                <a:noFill/>
              </a:ln>
              <a:solidFill>
                <a:srgbClr val="E6EDF1"/>
              </a:solidFill>
              <a:effectLst/>
              <a:uLnTx/>
              <a:uFillTx/>
              <a:latin typeface="Versos Light"/>
              <a:ea typeface="+mj-ea"/>
              <a:cs typeface="Versos Light"/>
              <a:sym typeface="Arial"/>
            </a:endParaRPr>
          </a:p>
        </p:txBody>
      </p:sp>
      <p:sp>
        <p:nvSpPr>
          <p:cNvPr id="29" name="profissionais">
            <a:extLst>
              <a:ext uri="{FF2B5EF4-FFF2-40B4-BE49-F238E27FC236}">
                <a16:creationId xmlns:a16="http://schemas.microsoft.com/office/drawing/2014/main" id="{A7FB7710-A1DF-D8FE-A0AA-5C18F5653E24}"/>
              </a:ext>
            </a:extLst>
          </p:cNvPr>
          <p:cNvSpPr txBox="1">
            <a:spLocks/>
          </p:cNvSpPr>
          <p:nvPr/>
        </p:nvSpPr>
        <p:spPr>
          <a:xfrm>
            <a:off x="6574221" y="4009162"/>
            <a:ext cx="1649998" cy="643801"/>
          </a:xfrm>
          <a:prstGeom prst="rect">
            <a:avLst/>
          </a:prstGeom>
          <a:ln>
            <a:noFill/>
          </a:ln>
        </p:spPr>
        <p:txBody>
          <a:bodyPr vert="horz" wrap="square" lIns="0" tIns="0" rIns="0" bIns="0" rtlCol="0" anchor="ctr"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0"/>
              </a:spcBef>
              <a:spcAft>
                <a:spcPts val="0"/>
              </a:spcAft>
              <a:buClrTx/>
              <a:buSzTx/>
              <a:buFontTx/>
              <a:buNone/>
              <a:tabLst>
                <a:tab pos="1313392" algn="l"/>
              </a:tabLst>
              <a:defRPr/>
            </a:pPr>
            <a:r>
              <a:rPr kumimoji="0" lang="pt-BR" sz="3820" b="1" i="0" u="none" strike="noStrike" kern="0" cap="none" spc="-15" normalizeH="0" baseline="0" noProof="0">
                <a:ln>
                  <a:noFill/>
                </a:ln>
                <a:solidFill>
                  <a:srgbClr val="FFFFFF">
                    <a:lumMod val="85000"/>
                  </a:srgbClr>
                </a:solidFill>
                <a:effectLst/>
                <a:uLnTx/>
                <a:uFillTx/>
                <a:latin typeface="Versos" panose="020B0503020204030204" pitchFamily="34" charset="0"/>
                <a:ea typeface="+mj-ea"/>
                <a:sym typeface="Arial"/>
              </a:rPr>
              <a:t>+75</a:t>
            </a:r>
          </a:p>
        </p:txBody>
      </p:sp>
      <p:sp>
        <p:nvSpPr>
          <p:cNvPr id="8" name="base">
            <a:extLst>
              <a:ext uri="{FF2B5EF4-FFF2-40B4-BE49-F238E27FC236}">
                <a16:creationId xmlns:a16="http://schemas.microsoft.com/office/drawing/2014/main" id="{45119BE1-4748-C64D-05D3-FAC4C9EEB6A7}"/>
              </a:ext>
            </a:extLst>
          </p:cNvPr>
          <p:cNvSpPr/>
          <p:nvPr/>
        </p:nvSpPr>
        <p:spPr>
          <a:xfrm>
            <a:off x="3578866" y="3533633"/>
            <a:ext cx="2427829" cy="2388157"/>
          </a:xfrm>
          <a:prstGeom prst="roundRect">
            <a:avLst>
              <a:gd name="adj" fmla="val 10826"/>
            </a:avLst>
          </a:prstGeom>
          <a:gradFill>
            <a:gsLst>
              <a:gs pos="0">
                <a:schemeClr val="accent1">
                  <a:lumMod val="5000"/>
                  <a:lumOff val="95000"/>
                  <a:alpha val="31000"/>
                </a:schemeClr>
              </a:gs>
              <a:gs pos="100000">
                <a:schemeClr val="accent1">
                  <a:lumMod val="30000"/>
                  <a:lumOff val="70000"/>
                  <a:alpha val="0"/>
                </a:schemeClr>
              </a:gs>
            </a:gsLst>
            <a:lin ang="3600000" scaled="0"/>
          </a:grad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mn-cs"/>
              <a:sym typeface="Arial"/>
            </a:endParaRPr>
          </a:p>
        </p:txBody>
      </p:sp>
      <p:sp>
        <p:nvSpPr>
          <p:cNvPr id="32" name="texto">
            <a:extLst>
              <a:ext uri="{FF2B5EF4-FFF2-40B4-BE49-F238E27FC236}">
                <a16:creationId xmlns:a16="http://schemas.microsoft.com/office/drawing/2014/main" id="{012BBE19-3EF8-991C-934E-B87BEA7078D1}"/>
              </a:ext>
            </a:extLst>
          </p:cNvPr>
          <p:cNvSpPr txBox="1">
            <a:spLocks/>
          </p:cNvSpPr>
          <p:nvPr/>
        </p:nvSpPr>
        <p:spPr>
          <a:xfrm>
            <a:off x="3867285" y="4672371"/>
            <a:ext cx="1850990" cy="726482"/>
          </a:xfrm>
          <a:prstGeom prst="rect">
            <a:avLst/>
          </a:prstGeom>
          <a:ln>
            <a:noFill/>
          </a:ln>
        </p:spPr>
        <p:txBody>
          <a:bodyPr vert="horz" wrap="square" lIns="0" tIns="0" rIns="0" bIns="0" rtlCol="0" anchor="t"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61"/>
              </a:spcBef>
              <a:spcAft>
                <a:spcPts val="0"/>
              </a:spcAft>
              <a:buClrTx/>
              <a:buSzTx/>
              <a:buFontTx/>
              <a:buNone/>
              <a:tabLst>
                <a:tab pos="1313392" algn="l"/>
              </a:tabLst>
              <a:defRPr/>
            </a:pPr>
            <a:r>
              <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rPr>
              <a:t>Anos de </a:t>
            </a:r>
            <a:br>
              <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rPr>
            </a:br>
            <a:r>
              <a:rPr kumimoji="0" lang="en-US" sz="1800" b="0" i="0" u="none" strike="noStrike" kern="0" cap="none" spc="-6" normalizeH="0" baseline="0" noProof="0" err="1">
                <a:ln>
                  <a:noFill/>
                </a:ln>
                <a:solidFill>
                  <a:srgbClr val="E6EDF1"/>
                </a:solidFill>
                <a:effectLst/>
                <a:uLnTx/>
                <a:uFillTx/>
                <a:latin typeface="Versos Light"/>
                <a:ea typeface="+mj-ea"/>
                <a:cs typeface="Versos Light"/>
                <a:sym typeface="Arial"/>
              </a:rPr>
              <a:t>história</a:t>
            </a:r>
            <a:endPar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endParaRPr>
          </a:p>
        </p:txBody>
      </p:sp>
      <p:sp>
        <p:nvSpPr>
          <p:cNvPr id="33" name="anos_historia">
            <a:extLst>
              <a:ext uri="{FF2B5EF4-FFF2-40B4-BE49-F238E27FC236}">
                <a16:creationId xmlns:a16="http://schemas.microsoft.com/office/drawing/2014/main" id="{D7CCF729-3F3F-304E-4496-0ED828696854}"/>
              </a:ext>
            </a:extLst>
          </p:cNvPr>
          <p:cNvSpPr txBox="1">
            <a:spLocks/>
          </p:cNvSpPr>
          <p:nvPr/>
        </p:nvSpPr>
        <p:spPr>
          <a:xfrm>
            <a:off x="3867285" y="4009162"/>
            <a:ext cx="1850990" cy="643801"/>
          </a:xfrm>
          <a:prstGeom prst="rect">
            <a:avLst/>
          </a:prstGeom>
          <a:ln>
            <a:noFill/>
          </a:ln>
        </p:spPr>
        <p:txBody>
          <a:bodyPr vert="horz" wrap="square" lIns="0" tIns="0" rIns="0" bIns="0" rtlCol="0" anchor="ctr"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0"/>
              </a:spcBef>
              <a:spcAft>
                <a:spcPts val="0"/>
              </a:spcAft>
              <a:buClrTx/>
              <a:buSzTx/>
              <a:buFontTx/>
              <a:buNone/>
              <a:tabLst>
                <a:tab pos="1313392" algn="l"/>
              </a:tabLst>
              <a:defRPr/>
            </a:pPr>
            <a:r>
              <a:rPr kumimoji="0" lang="pt-BR" sz="3820" b="1" i="0" u="none" strike="noStrike" kern="0" cap="none" spc="-15" normalizeH="0" baseline="0" noProof="0">
                <a:ln>
                  <a:noFill/>
                </a:ln>
                <a:solidFill>
                  <a:srgbClr val="FFFFFF">
                    <a:lumMod val="85000"/>
                  </a:srgbClr>
                </a:solidFill>
                <a:effectLst/>
                <a:uLnTx/>
                <a:uFillTx/>
                <a:latin typeface="Versos" panose="020B0503020204030204" pitchFamily="34" charset="0"/>
                <a:ea typeface="+mj-ea"/>
                <a:cs typeface="Versos SemiBold"/>
                <a:sym typeface="Arial"/>
              </a:rPr>
              <a:t>26</a:t>
            </a:r>
            <a:endPar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endParaRPr>
          </a:p>
        </p:txBody>
      </p:sp>
      <p:sp>
        <p:nvSpPr>
          <p:cNvPr id="7" name="base">
            <a:extLst>
              <a:ext uri="{FF2B5EF4-FFF2-40B4-BE49-F238E27FC236}">
                <a16:creationId xmlns:a16="http://schemas.microsoft.com/office/drawing/2014/main" id="{D5BF0590-B3AC-EA37-CF4C-8962DEE64621}"/>
              </a:ext>
            </a:extLst>
          </p:cNvPr>
          <p:cNvSpPr/>
          <p:nvPr/>
        </p:nvSpPr>
        <p:spPr>
          <a:xfrm>
            <a:off x="972426" y="3533633"/>
            <a:ext cx="2427829" cy="2388157"/>
          </a:xfrm>
          <a:prstGeom prst="roundRect">
            <a:avLst>
              <a:gd name="adj" fmla="val 8879"/>
            </a:avLst>
          </a:prstGeom>
          <a:gradFill>
            <a:gsLst>
              <a:gs pos="0">
                <a:schemeClr val="accent1">
                  <a:lumMod val="5000"/>
                  <a:lumOff val="95000"/>
                  <a:alpha val="31000"/>
                </a:schemeClr>
              </a:gs>
              <a:gs pos="100000">
                <a:schemeClr val="accent1">
                  <a:lumMod val="30000"/>
                  <a:lumOff val="70000"/>
                  <a:alpha val="0"/>
                </a:schemeClr>
              </a:gs>
            </a:gsLst>
            <a:lin ang="3600000" scaled="0"/>
          </a:gradFill>
          <a:ln w="635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mn-cs"/>
              <a:sym typeface="Arial"/>
            </a:endParaRPr>
          </a:p>
        </p:txBody>
      </p:sp>
      <p:sp>
        <p:nvSpPr>
          <p:cNvPr id="24" name="texto">
            <a:extLst>
              <a:ext uri="{FF2B5EF4-FFF2-40B4-BE49-F238E27FC236}">
                <a16:creationId xmlns:a16="http://schemas.microsoft.com/office/drawing/2014/main" id="{0EB0D84E-5747-36C4-6359-F306EC1F39CE}"/>
              </a:ext>
            </a:extLst>
          </p:cNvPr>
          <p:cNvSpPr txBox="1">
            <a:spLocks/>
          </p:cNvSpPr>
          <p:nvPr/>
        </p:nvSpPr>
        <p:spPr>
          <a:xfrm>
            <a:off x="972426" y="4672371"/>
            <a:ext cx="2427829" cy="726482"/>
          </a:xfrm>
          <a:prstGeom prst="rect">
            <a:avLst/>
          </a:prstGeom>
          <a:ln>
            <a:noFill/>
          </a:ln>
        </p:spPr>
        <p:txBody>
          <a:bodyPr vert="horz" wrap="square" lIns="0" tIns="0" rIns="0" bIns="0" rtlCol="0" anchor="t"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61"/>
              </a:spcBef>
              <a:spcAft>
                <a:spcPts val="0"/>
              </a:spcAft>
              <a:buClrTx/>
              <a:buSzTx/>
              <a:buFontTx/>
              <a:buNone/>
              <a:tabLst>
                <a:tab pos="1313392" algn="l"/>
              </a:tabLst>
              <a:defRPr/>
            </a:pPr>
            <a:r>
              <a:rPr kumimoji="0" lang="en-US" sz="1800" b="0" i="0" u="none" strike="noStrike" kern="0" cap="none" spc="-6" normalizeH="0" baseline="0" noProof="0" err="1">
                <a:ln>
                  <a:noFill/>
                </a:ln>
                <a:solidFill>
                  <a:srgbClr val="E6EDF1"/>
                </a:solidFill>
                <a:effectLst/>
                <a:uLnTx/>
                <a:uFillTx/>
                <a:latin typeface="Versos Light"/>
                <a:ea typeface="+mj-ea"/>
                <a:cs typeface="Versos Light"/>
                <a:sym typeface="Arial"/>
              </a:rPr>
              <a:t>Ativos</a:t>
            </a:r>
            <a:r>
              <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rPr>
              <a:t> sob </a:t>
            </a:r>
            <a:br>
              <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rPr>
            </a:br>
            <a:r>
              <a:rPr kumimoji="0" lang="en-US" sz="1800" b="0" i="0" u="none" strike="noStrike" kern="0" cap="none" spc="-6" normalizeH="0" baseline="0" noProof="0" err="1">
                <a:ln>
                  <a:noFill/>
                </a:ln>
                <a:solidFill>
                  <a:srgbClr val="E6EDF1"/>
                </a:solidFill>
                <a:effectLst/>
                <a:uLnTx/>
                <a:uFillTx/>
                <a:latin typeface="Versos Light"/>
                <a:ea typeface="+mj-ea"/>
                <a:cs typeface="Versos Light"/>
                <a:sym typeface="Arial"/>
              </a:rPr>
              <a:t>gestão</a:t>
            </a:r>
            <a:endParaRPr kumimoji="0" lang="en-US" sz="1800" b="0" i="0" u="none" strike="noStrike" kern="0" cap="none" spc="-6" normalizeH="0" baseline="0" noProof="0">
              <a:ln>
                <a:noFill/>
              </a:ln>
              <a:solidFill>
                <a:srgbClr val="E6EDF1"/>
              </a:solidFill>
              <a:effectLst/>
              <a:uLnTx/>
              <a:uFillTx/>
              <a:latin typeface="Versos Light"/>
              <a:ea typeface="+mj-ea"/>
              <a:cs typeface="Versos Light"/>
              <a:sym typeface="Arial"/>
            </a:endParaRPr>
          </a:p>
        </p:txBody>
      </p:sp>
      <p:sp>
        <p:nvSpPr>
          <p:cNvPr id="26" name="ativos_sob_gestão">
            <a:extLst>
              <a:ext uri="{FF2B5EF4-FFF2-40B4-BE49-F238E27FC236}">
                <a16:creationId xmlns:a16="http://schemas.microsoft.com/office/drawing/2014/main" id="{7C873CEE-6F57-13CC-6D69-C783CD20E2F2}"/>
              </a:ext>
            </a:extLst>
          </p:cNvPr>
          <p:cNvSpPr txBox="1">
            <a:spLocks/>
          </p:cNvSpPr>
          <p:nvPr/>
        </p:nvSpPr>
        <p:spPr>
          <a:xfrm>
            <a:off x="972426" y="4009162"/>
            <a:ext cx="2427829" cy="643801"/>
          </a:xfrm>
          <a:prstGeom prst="rect">
            <a:avLst/>
          </a:prstGeom>
          <a:ln>
            <a:noFill/>
          </a:ln>
        </p:spPr>
        <p:txBody>
          <a:bodyPr vert="horz" wrap="square" lIns="0" tIns="0" rIns="0" bIns="0" rtlCol="0" anchor="ctr" anchorCtr="0">
            <a:noAutofit/>
          </a:bodyPr>
          <a:lstStyle>
            <a:lvl1pPr>
              <a:defRPr sz="4100" b="1" i="0">
                <a:solidFill>
                  <a:schemeClr val="bg1"/>
                </a:solidFill>
                <a:latin typeface="Versos"/>
                <a:ea typeface="+mj-ea"/>
                <a:cs typeface="Versos"/>
              </a:defRPr>
            </a:lvl1pPr>
          </a:lstStyle>
          <a:p>
            <a:pPr marL="0" marR="0" lvl="0" indent="0" algn="ctr" defTabSz="914400" rtl="0" eaLnBrk="1" fontAlgn="auto" latinLnBrk="0" hangingPunct="1">
              <a:lnSpc>
                <a:spcPct val="100000"/>
              </a:lnSpc>
              <a:spcBef>
                <a:spcPts val="0"/>
              </a:spcBef>
              <a:spcAft>
                <a:spcPts val="0"/>
              </a:spcAft>
              <a:buClrTx/>
              <a:buSzTx/>
              <a:buFontTx/>
              <a:buNone/>
              <a:tabLst>
                <a:tab pos="1313392" algn="l"/>
              </a:tabLst>
              <a:defRPr/>
            </a:pPr>
            <a:r>
              <a:rPr kumimoji="0" lang="pt-BR" sz="2800" b="1" i="0" u="none" strike="noStrike" kern="0" cap="none" spc="-15" normalizeH="0" baseline="0" noProof="0">
                <a:ln>
                  <a:noFill/>
                </a:ln>
                <a:solidFill>
                  <a:srgbClr val="C1F4D4"/>
                </a:solidFill>
                <a:effectLst/>
                <a:uLnTx/>
                <a:uFillTx/>
                <a:latin typeface="Versos" panose="020B0503020204030204" pitchFamily="34" charset="0"/>
                <a:ea typeface="+mj-ea"/>
                <a:cs typeface="Versos SemiBold"/>
                <a:sym typeface="Arial"/>
              </a:rPr>
              <a:t>+</a:t>
            </a:r>
            <a:r>
              <a:rPr kumimoji="0" lang="pt-BR" sz="2800" b="1" i="0" u="none" strike="noStrike" kern="0" cap="none" spc="-12" normalizeH="0" baseline="0" noProof="0">
                <a:ln>
                  <a:noFill/>
                </a:ln>
                <a:solidFill>
                  <a:srgbClr val="C1F4D4"/>
                </a:solidFill>
                <a:effectLst/>
                <a:uLnTx/>
                <a:uFillTx/>
                <a:latin typeface="Versos" panose="020B0503020204030204" pitchFamily="34" charset="0"/>
                <a:ea typeface="+mj-ea"/>
                <a:cs typeface="Versos SemiBold"/>
                <a:sym typeface="Arial"/>
              </a:rPr>
              <a:t>R$ </a:t>
            </a:r>
            <a:r>
              <a:rPr kumimoji="0" lang="pt-BR" sz="3820" b="1" i="0" u="none" strike="noStrike" kern="0" cap="none" spc="-12" normalizeH="0" baseline="0" noProof="0">
                <a:ln>
                  <a:noFill/>
                </a:ln>
                <a:solidFill>
                  <a:srgbClr val="C1F4D4"/>
                </a:solidFill>
                <a:effectLst/>
                <a:uLnTx/>
                <a:uFillTx/>
                <a:latin typeface="Versos" panose="020B0503020204030204" pitchFamily="34" charset="0"/>
                <a:ea typeface="+mj-ea"/>
                <a:cs typeface="Versos SemiBold"/>
                <a:sym typeface="Arial"/>
              </a:rPr>
              <a:t>31 </a:t>
            </a:r>
            <a:r>
              <a:rPr kumimoji="0" lang="pt-BR" sz="3200" b="1" i="0" u="none" strike="noStrike" kern="0" cap="none" spc="-15" normalizeH="0" baseline="0" noProof="0">
                <a:ln>
                  <a:noFill/>
                </a:ln>
                <a:solidFill>
                  <a:srgbClr val="C1F4D4"/>
                </a:solidFill>
                <a:effectLst/>
                <a:uLnTx/>
                <a:uFillTx/>
                <a:latin typeface="Versos" panose="020B0503020204030204" pitchFamily="34" charset="0"/>
                <a:ea typeface="+mj-ea"/>
                <a:cs typeface="Versos SemiBold"/>
                <a:sym typeface="Arial"/>
              </a:rPr>
              <a:t>bi</a:t>
            </a:r>
          </a:p>
        </p:txBody>
      </p:sp>
      <p:sp>
        <p:nvSpPr>
          <p:cNvPr id="38" name="logo-tivio-capital">
            <a:extLst>
              <a:ext uri="{FF2B5EF4-FFF2-40B4-BE49-F238E27FC236}">
                <a16:creationId xmlns:a16="http://schemas.microsoft.com/office/drawing/2014/main" id="{F9A0D4D6-EF68-1D55-3E2C-001CDB3F5DB0}"/>
              </a:ext>
            </a:extLst>
          </p:cNvPr>
          <p:cNvSpPr/>
          <p:nvPr/>
        </p:nvSpPr>
        <p:spPr>
          <a:xfrm>
            <a:off x="1937484" y="1484470"/>
            <a:ext cx="3123407" cy="1060597"/>
          </a:xfrm>
          <a:custGeom>
            <a:avLst/>
            <a:gdLst/>
            <a:ahLst/>
            <a:cxnLst/>
            <a:rect l="l" t="t" r="r" b="b"/>
            <a:pathLst>
              <a:path w="4892040" h="1661159">
                <a:moveTo>
                  <a:pt x="598157" y="162128"/>
                </a:moveTo>
                <a:lnTo>
                  <a:pt x="552208" y="107619"/>
                </a:lnTo>
                <a:lnTo>
                  <a:pt x="517258" y="77089"/>
                </a:lnTo>
                <a:lnTo>
                  <a:pt x="478993" y="51600"/>
                </a:lnTo>
                <a:lnTo>
                  <a:pt x="437870" y="31381"/>
                </a:lnTo>
                <a:lnTo>
                  <a:pt x="394347" y="16649"/>
                </a:lnTo>
                <a:lnTo>
                  <a:pt x="348894" y="7645"/>
                </a:lnTo>
                <a:lnTo>
                  <a:pt x="301955" y="4597"/>
                </a:lnTo>
                <a:lnTo>
                  <a:pt x="0" y="4597"/>
                </a:lnTo>
                <a:lnTo>
                  <a:pt x="0" y="162128"/>
                </a:lnTo>
                <a:lnTo>
                  <a:pt x="598157" y="162128"/>
                </a:lnTo>
                <a:close/>
              </a:path>
              <a:path w="4892040" h="1661159">
                <a:moveTo>
                  <a:pt x="686130" y="667334"/>
                </a:moveTo>
                <a:lnTo>
                  <a:pt x="681558" y="664121"/>
                </a:lnTo>
                <a:lnTo>
                  <a:pt x="681558" y="391325"/>
                </a:lnTo>
                <a:lnTo>
                  <a:pt x="678510" y="344347"/>
                </a:lnTo>
                <a:lnTo>
                  <a:pt x="669455" y="298767"/>
                </a:lnTo>
                <a:lnTo>
                  <a:pt x="654519" y="254977"/>
                </a:lnTo>
                <a:lnTo>
                  <a:pt x="633844" y="213360"/>
                </a:lnTo>
                <a:lnTo>
                  <a:pt x="607568" y="174294"/>
                </a:lnTo>
                <a:lnTo>
                  <a:pt x="598157" y="162128"/>
                </a:lnTo>
                <a:lnTo>
                  <a:pt x="588746" y="174294"/>
                </a:lnTo>
                <a:lnTo>
                  <a:pt x="562470" y="213360"/>
                </a:lnTo>
                <a:lnTo>
                  <a:pt x="541794" y="254977"/>
                </a:lnTo>
                <a:lnTo>
                  <a:pt x="526859" y="298767"/>
                </a:lnTo>
                <a:lnTo>
                  <a:pt x="517804" y="344347"/>
                </a:lnTo>
                <a:lnTo>
                  <a:pt x="514743" y="391325"/>
                </a:lnTo>
                <a:lnTo>
                  <a:pt x="514629" y="1019911"/>
                </a:lnTo>
                <a:lnTo>
                  <a:pt x="514743" y="1031824"/>
                </a:lnTo>
                <a:lnTo>
                  <a:pt x="681685" y="1031824"/>
                </a:lnTo>
                <a:lnTo>
                  <a:pt x="681558" y="673976"/>
                </a:lnTo>
                <a:lnTo>
                  <a:pt x="686130" y="667334"/>
                </a:lnTo>
                <a:close/>
              </a:path>
              <a:path w="4892040" h="1661159">
                <a:moveTo>
                  <a:pt x="1196327" y="4597"/>
                </a:moveTo>
                <a:lnTo>
                  <a:pt x="894384" y="4597"/>
                </a:lnTo>
                <a:lnTo>
                  <a:pt x="847432" y="7645"/>
                </a:lnTo>
                <a:lnTo>
                  <a:pt x="801966" y="16649"/>
                </a:lnTo>
                <a:lnTo>
                  <a:pt x="758444" y="31381"/>
                </a:lnTo>
                <a:lnTo>
                  <a:pt x="717321" y="51600"/>
                </a:lnTo>
                <a:lnTo>
                  <a:pt x="679056" y="77089"/>
                </a:lnTo>
                <a:lnTo>
                  <a:pt x="644105" y="107619"/>
                </a:lnTo>
                <a:lnTo>
                  <a:pt x="612952" y="142976"/>
                </a:lnTo>
                <a:lnTo>
                  <a:pt x="598182" y="162128"/>
                </a:lnTo>
                <a:lnTo>
                  <a:pt x="1196327" y="162128"/>
                </a:lnTo>
                <a:lnTo>
                  <a:pt x="1196327" y="4597"/>
                </a:lnTo>
                <a:close/>
              </a:path>
              <a:path w="4892040" h="1661159">
                <a:moveTo>
                  <a:pt x="1602905" y="13525"/>
                </a:moveTo>
                <a:lnTo>
                  <a:pt x="1440751" y="13525"/>
                </a:lnTo>
                <a:lnTo>
                  <a:pt x="1440751" y="1051445"/>
                </a:lnTo>
                <a:lnTo>
                  <a:pt x="1602905" y="1051445"/>
                </a:lnTo>
                <a:lnTo>
                  <a:pt x="1602905" y="13525"/>
                </a:lnTo>
                <a:close/>
              </a:path>
              <a:path w="4892040" h="1661159">
                <a:moveTo>
                  <a:pt x="1772564" y="1390700"/>
                </a:moveTo>
                <a:lnTo>
                  <a:pt x="1752968" y="1335557"/>
                </a:lnTo>
                <a:lnTo>
                  <a:pt x="1716811" y="1293393"/>
                </a:lnTo>
                <a:lnTo>
                  <a:pt x="1667090" y="1266647"/>
                </a:lnTo>
                <a:lnTo>
                  <a:pt x="1606765" y="1257731"/>
                </a:lnTo>
                <a:lnTo>
                  <a:pt x="1579333" y="1259306"/>
                </a:lnTo>
                <a:lnTo>
                  <a:pt x="1529537" y="1271905"/>
                </a:lnTo>
                <a:lnTo>
                  <a:pt x="1486928" y="1296797"/>
                </a:lnTo>
                <a:lnTo>
                  <a:pt x="1453819" y="1332306"/>
                </a:lnTo>
                <a:lnTo>
                  <a:pt x="1430832" y="1377696"/>
                </a:lnTo>
                <a:lnTo>
                  <a:pt x="1419212" y="1430312"/>
                </a:lnTo>
                <a:lnTo>
                  <a:pt x="1417751" y="1459179"/>
                </a:lnTo>
                <a:lnTo>
                  <a:pt x="1419212" y="1488262"/>
                </a:lnTo>
                <a:lnTo>
                  <a:pt x="1430832" y="1541030"/>
                </a:lnTo>
                <a:lnTo>
                  <a:pt x="1453819" y="1586204"/>
                </a:lnTo>
                <a:lnTo>
                  <a:pt x="1486928" y="1621561"/>
                </a:lnTo>
                <a:lnTo>
                  <a:pt x="1529537" y="1646440"/>
                </a:lnTo>
                <a:lnTo>
                  <a:pt x="1579333" y="1659026"/>
                </a:lnTo>
                <a:lnTo>
                  <a:pt x="1606765" y="1660588"/>
                </a:lnTo>
                <a:lnTo>
                  <a:pt x="1638477" y="1658366"/>
                </a:lnTo>
                <a:lnTo>
                  <a:pt x="1693494" y="1640547"/>
                </a:lnTo>
                <a:lnTo>
                  <a:pt x="1736712" y="1605508"/>
                </a:lnTo>
                <a:lnTo>
                  <a:pt x="1764296" y="1556854"/>
                </a:lnTo>
                <a:lnTo>
                  <a:pt x="1722767" y="1527644"/>
                </a:lnTo>
                <a:lnTo>
                  <a:pt x="1715897" y="1547393"/>
                </a:lnTo>
                <a:lnTo>
                  <a:pt x="1706638" y="1564779"/>
                </a:lnTo>
                <a:lnTo>
                  <a:pt x="1664652" y="1602447"/>
                </a:lnTo>
                <a:lnTo>
                  <a:pt x="1626476" y="1613916"/>
                </a:lnTo>
                <a:lnTo>
                  <a:pt x="1604518" y="1615351"/>
                </a:lnTo>
                <a:lnTo>
                  <a:pt x="1584744" y="1614106"/>
                </a:lnTo>
                <a:lnTo>
                  <a:pt x="1532648" y="1595551"/>
                </a:lnTo>
                <a:lnTo>
                  <a:pt x="1494091" y="1556931"/>
                </a:lnTo>
                <a:lnTo>
                  <a:pt x="1477530" y="1521663"/>
                </a:lnTo>
                <a:lnTo>
                  <a:pt x="1469186" y="1481213"/>
                </a:lnTo>
                <a:lnTo>
                  <a:pt x="1468145" y="1459179"/>
                </a:lnTo>
                <a:lnTo>
                  <a:pt x="1469186" y="1436916"/>
                </a:lnTo>
                <a:lnTo>
                  <a:pt x="1477530" y="1396326"/>
                </a:lnTo>
                <a:lnTo>
                  <a:pt x="1494091" y="1361274"/>
                </a:lnTo>
                <a:lnTo>
                  <a:pt x="1532648" y="1322819"/>
                </a:lnTo>
                <a:lnTo>
                  <a:pt x="1584744" y="1304239"/>
                </a:lnTo>
                <a:lnTo>
                  <a:pt x="1604518" y="1303007"/>
                </a:lnTo>
                <a:lnTo>
                  <a:pt x="1626273" y="1304455"/>
                </a:lnTo>
                <a:lnTo>
                  <a:pt x="1664601" y="1316075"/>
                </a:lnTo>
                <a:lnTo>
                  <a:pt x="1695577" y="1338948"/>
                </a:lnTo>
                <a:lnTo>
                  <a:pt x="1716659" y="1371193"/>
                </a:lnTo>
                <a:lnTo>
                  <a:pt x="1723339" y="1390700"/>
                </a:lnTo>
                <a:lnTo>
                  <a:pt x="1772564" y="1390700"/>
                </a:lnTo>
                <a:close/>
              </a:path>
              <a:path w="4892040" h="1661159">
                <a:moveTo>
                  <a:pt x="2362708" y="1657223"/>
                </a:moveTo>
                <a:lnTo>
                  <a:pt x="2322068" y="1550276"/>
                </a:lnTo>
                <a:lnTo>
                  <a:pt x="2305075" y="1505572"/>
                </a:lnTo>
                <a:lnTo>
                  <a:pt x="2253475" y="1369783"/>
                </a:lnTo>
                <a:lnTo>
                  <a:pt x="2253475" y="1505572"/>
                </a:lnTo>
                <a:lnTo>
                  <a:pt x="2110333" y="1505572"/>
                </a:lnTo>
                <a:lnTo>
                  <a:pt x="2181618" y="1314869"/>
                </a:lnTo>
                <a:lnTo>
                  <a:pt x="2253475" y="1505572"/>
                </a:lnTo>
                <a:lnTo>
                  <a:pt x="2253475" y="1369783"/>
                </a:lnTo>
                <a:lnTo>
                  <a:pt x="2232609" y="1314869"/>
                </a:lnTo>
                <a:lnTo>
                  <a:pt x="2212200" y="1261135"/>
                </a:lnTo>
                <a:lnTo>
                  <a:pt x="2153907" y="1261135"/>
                </a:lnTo>
                <a:lnTo>
                  <a:pt x="2002853" y="1657223"/>
                </a:lnTo>
                <a:lnTo>
                  <a:pt x="2053755" y="1657223"/>
                </a:lnTo>
                <a:lnTo>
                  <a:pt x="2095627" y="1550276"/>
                </a:lnTo>
                <a:lnTo>
                  <a:pt x="2268194" y="1550276"/>
                </a:lnTo>
                <a:lnTo>
                  <a:pt x="2310066" y="1657223"/>
                </a:lnTo>
                <a:lnTo>
                  <a:pt x="2362708" y="1657223"/>
                </a:lnTo>
                <a:close/>
              </a:path>
              <a:path w="4892040" h="1661159">
                <a:moveTo>
                  <a:pt x="2445664" y="1051445"/>
                </a:moveTo>
                <a:lnTo>
                  <a:pt x="2028228" y="13512"/>
                </a:lnTo>
                <a:lnTo>
                  <a:pt x="1841347" y="13512"/>
                </a:lnTo>
                <a:lnTo>
                  <a:pt x="2215438" y="905535"/>
                </a:lnTo>
                <a:lnTo>
                  <a:pt x="2236724" y="944880"/>
                </a:lnTo>
                <a:lnTo>
                  <a:pt x="2264943" y="978966"/>
                </a:lnTo>
                <a:lnTo>
                  <a:pt x="2299144" y="1007224"/>
                </a:lnTo>
                <a:lnTo>
                  <a:pt x="2338362" y="1029017"/>
                </a:lnTo>
                <a:lnTo>
                  <a:pt x="2381643" y="1043762"/>
                </a:lnTo>
                <a:lnTo>
                  <a:pt x="2428036" y="1050874"/>
                </a:lnTo>
                <a:lnTo>
                  <a:pt x="2427795" y="1051445"/>
                </a:lnTo>
                <a:lnTo>
                  <a:pt x="2445664" y="1051445"/>
                </a:lnTo>
                <a:close/>
              </a:path>
              <a:path w="4892040" h="1661159">
                <a:moveTo>
                  <a:pt x="2905874" y="1382776"/>
                </a:moveTo>
                <a:lnTo>
                  <a:pt x="2904934" y="1366151"/>
                </a:lnTo>
                <a:lnTo>
                  <a:pt x="2904871" y="1364983"/>
                </a:lnTo>
                <a:lnTo>
                  <a:pt x="2901848" y="1348333"/>
                </a:lnTo>
                <a:lnTo>
                  <a:pt x="2896806" y="1332865"/>
                </a:lnTo>
                <a:lnTo>
                  <a:pt x="2889745" y="1318564"/>
                </a:lnTo>
                <a:lnTo>
                  <a:pt x="2881350" y="1306410"/>
                </a:lnTo>
                <a:lnTo>
                  <a:pt x="2880817" y="1305623"/>
                </a:lnTo>
                <a:lnTo>
                  <a:pt x="2870149" y="1294244"/>
                </a:lnTo>
                <a:lnTo>
                  <a:pt x="2857754" y="1284414"/>
                </a:lnTo>
                <a:lnTo>
                  <a:pt x="2855506" y="1283106"/>
                </a:lnTo>
                <a:lnTo>
                  <a:pt x="2855506" y="1382776"/>
                </a:lnTo>
                <a:lnTo>
                  <a:pt x="2854058" y="1399451"/>
                </a:lnTo>
                <a:lnTo>
                  <a:pt x="2832316" y="1438795"/>
                </a:lnTo>
                <a:lnTo>
                  <a:pt x="2788602" y="1458429"/>
                </a:lnTo>
                <a:lnTo>
                  <a:pt x="2770060" y="1459738"/>
                </a:lnTo>
                <a:lnTo>
                  <a:pt x="2671622" y="1459738"/>
                </a:lnTo>
                <a:lnTo>
                  <a:pt x="2671622" y="1306410"/>
                </a:lnTo>
                <a:lnTo>
                  <a:pt x="2770644" y="1306410"/>
                </a:lnTo>
                <a:lnTo>
                  <a:pt x="2820136" y="1318031"/>
                </a:lnTo>
                <a:lnTo>
                  <a:pt x="2849778" y="1351330"/>
                </a:lnTo>
                <a:lnTo>
                  <a:pt x="2855506" y="1382776"/>
                </a:lnTo>
                <a:lnTo>
                  <a:pt x="2855506" y="1283106"/>
                </a:lnTo>
                <a:lnTo>
                  <a:pt x="2811373" y="1264894"/>
                </a:lnTo>
                <a:lnTo>
                  <a:pt x="2774607" y="1261135"/>
                </a:lnTo>
                <a:lnTo>
                  <a:pt x="2622410" y="1261135"/>
                </a:lnTo>
                <a:lnTo>
                  <a:pt x="2622410" y="1657210"/>
                </a:lnTo>
                <a:lnTo>
                  <a:pt x="2671622" y="1657210"/>
                </a:lnTo>
                <a:lnTo>
                  <a:pt x="2671622" y="1505000"/>
                </a:lnTo>
                <a:lnTo>
                  <a:pt x="2774607" y="1505000"/>
                </a:lnTo>
                <a:lnTo>
                  <a:pt x="2827909" y="1496568"/>
                </a:lnTo>
                <a:lnTo>
                  <a:pt x="2869730" y="1471841"/>
                </a:lnTo>
                <a:lnTo>
                  <a:pt x="2896641" y="1432864"/>
                </a:lnTo>
                <a:lnTo>
                  <a:pt x="2904845" y="1400606"/>
                </a:lnTo>
                <a:lnTo>
                  <a:pt x="2905874" y="1382776"/>
                </a:lnTo>
                <a:close/>
              </a:path>
              <a:path w="4892040" h="1661159">
                <a:moveTo>
                  <a:pt x="3049994" y="13512"/>
                </a:moveTo>
                <a:lnTo>
                  <a:pt x="2863088" y="13512"/>
                </a:lnTo>
                <a:lnTo>
                  <a:pt x="2445664" y="1051445"/>
                </a:lnTo>
                <a:lnTo>
                  <a:pt x="2463546" y="1051445"/>
                </a:lnTo>
                <a:lnTo>
                  <a:pt x="2463304" y="1050874"/>
                </a:lnTo>
                <a:lnTo>
                  <a:pt x="2509697" y="1043762"/>
                </a:lnTo>
                <a:lnTo>
                  <a:pt x="2552979" y="1029017"/>
                </a:lnTo>
                <a:lnTo>
                  <a:pt x="2592197" y="1007224"/>
                </a:lnTo>
                <a:lnTo>
                  <a:pt x="2626385" y="978966"/>
                </a:lnTo>
                <a:lnTo>
                  <a:pt x="2654604" y="944880"/>
                </a:lnTo>
                <a:lnTo>
                  <a:pt x="2675902" y="905535"/>
                </a:lnTo>
                <a:lnTo>
                  <a:pt x="3049994" y="13512"/>
                </a:lnTo>
                <a:close/>
              </a:path>
              <a:path w="4892040" h="1661159">
                <a:moveTo>
                  <a:pt x="3222739" y="1261122"/>
                </a:moveTo>
                <a:lnTo>
                  <a:pt x="3173526" y="1261122"/>
                </a:lnTo>
                <a:lnTo>
                  <a:pt x="3173526" y="1657197"/>
                </a:lnTo>
                <a:lnTo>
                  <a:pt x="3222739" y="1657197"/>
                </a:lnTo>
                <a:lnTo>
                  <a:pt x="3222739" y="1261122"/>
                </a:lnTo>
                <a:close/>
              </a:path>
              <a:path w="4892040" h="1661159">
                <a:moveTo>
                  <a:pt x="3450590" y="13525"/>
                </a:moveTo>
                <a:lnTo>
                  <a:pt x="3288436" y="13525"/>
                </a:lnTo>
                <a:lnTo>
                  <a:pt x="3288436" y="1051445"/>
                </a:lnTo>
                <a:lnTo>
                  <a:pt x="3450590" y="1051445"/>
                </a:lnTo>
                <a:lnTo>
                  <a:pt x="3450590" y="13525"/>
                </a:lnTo>
                <a:close/>
              </a:path>
              <a:path w="4892040" h="1661159">
                <a:moveTo>
                  <a:pt x="3796487" y="1261135"/>
                </a:moveTo>
                <a:lnTo>
                  <a:pt x="3490379" y="1261135"/>
                </a:lnTo>
                <a:lnTo>
                  <a:pt x="3490379" y="1306855"/>
                </a:lnTo>
                <a:lnTo>
                  <a:pt x="3618801" y="1306855"/>
                </a:lnTo>
                <a:lnTo>
                  <a:pt x="3618801" y="1657375"/>
                </a:lnTo>
                <a:lnTo>
                  <a:pt x="3668064" y="1657375"/>
                </a:lnTo>
                <a:lnTo>
                  <a:pt x="3668064" y="1306855"/>
                </a:lnTo>
                <a:lnTo>
                  <a:pt x="3796487" y="1306855"/>
                </a:lnTo>
                <a:lnTo>
                  <a:pt x="3796487" y="1261135"/>
                </a:lnTo>
                <a:close/>
              </a:path>
              <a:path w="4892040" h="1661159">
                <a:moveTo>
                  <a:pt x="4335157" y="1657223"/>
                </a:moveTo>
                <a:lnTo>
                  <a:pt x="4294517" y="1550276"/>
                </a:lnTo>
                <a:lnTo>
                  <a:pt x="4277525" y="1505572"/>
                </a:lnTo>
                <a:lnTo>
                  <a:pt x="4225925" y="1369758"/>
                </a:lnTo>
                <a:lnTo>
                  <a:pt x="4225925" y="1505572"/>
                </a:lnTo>
                <a:lnTo>
                  <a:pt x="4082783" y="1505572"/>
                </a:lnTo>
                <a:lnTo>
                  <a:pt x="4154068" y="1314869"/>
                </a:lnTo>
                <a:lnTo>
                  <a:pt x="4225925" y="1505572"/>
                </a:lnTo>
                <a:lnTo>
                  <a:pt x="4225925" y="1369758"/>
                </a:lnTo>
                <a:lnTo>
                  <a:pt x="4205071" y="1314869"/>
                </a:lnTo>
                <a:lnTo>
                  <a:pt x="4184650" y="1261135"/>
                </a:lnTo>
                <a:lnTo>
                  <a:pt x="4126369" y="1261135"/>
                </a:lnTo>
                <a:lnTo>
                  <a:pt x="3975303" y="1657223"/>
                </a:lnTo>
                <a:lnTo>
                  <a:pt x="4026217" y="1657223"/>
                </a:lnTo>
                <a:lnTo>
                  <a:pt x="4068089" y="1550276"/>
                </a:lnTo>
                <a:lnTo>
                  <a:pt x="4240644" y="1550276"/>
                </a:lnTo>
                <a:lnTo>
                  <a:pt x="4282516" y="1657223"/>
                </a:lnTo>
                <a:lnTo>
                  <a:pt x="4335157" y="1657223"/>
                </a:lnTo>
                <a:close/>
              </a:path>
              <a:path w="4892040" h="1661159">
                <a:moveTo>
                  <a:pt x="4824552" y="1611490"/>
                </a:moveTo>
                <a:lnTo>
                  <a:pt x="4644060" y="1611490"/>
                </a:lnTo>
                <a:lnTo>
                  <a:pt x="4644060" y="1260970"/>
                </a:lnTo>
                <a:lnTo>
                  <a:pt x="4594847" y="1260970"/>
                </a:lnTo>
                <a:lnTo>
                  <a:pt x="4594847" y="1611490"/>
                </a:lnTo>
                <a:lnTo>
                  <a:pt x="4594847" y="1657210"/>
                </a:lnTo>
                <a:lnTo>
                  <a:pt x="4824552" y="1657210"/>
                </a:lnTo>
                <a:lnTo>
                  <a:pt x="4824552" y="1611490"/>
                </a:lnTo>
                <a:close/>
              </a:path>
              <a:path w="4892040" h="1661159">
                <a:moveTo>
                  <a:pt x="4891735" y="532498"/>
                </a:moveTo>
                <a:lnTo>
                  <a:pt x="4889538" y="482015"/>
                </a:lnTo>
                <a:lnTo>
                  <a:pt x="4883023" y="432930"/>
                </a:lnTo>
                <a:lnTo>
                  <a:pt x="4872266" y="385470"/>
                </a:lnTo>
                <a:lnTo>
                  <a:pt x="4857369" y="339839"/>
                </a:lnTo>
                <a:lnTo>
                  <a:pt x="4838408" y="296240"/>
                </a:lnTo>
                <a:lnTo>
                  <a:pt x="4815497" y="254889"/>
                </a:lnTo>
                <a:lnTo>
                  <a:pt x="4788700" y="215976"/>
                </a:lnTo>
                <a:lnTo>
                  <a:pt x="4758131" y="179717"/>
                </a:lnTo>
                <a:lnTo>
                  <a:pt x="4725047" y="147472"/>
                </a:lnTo>
                <a:lnTo>
                  <a:pt x="4725047" y="532498"/>
                </a:lnTo>
                <a:lnTo>
                  <a:pt x="4721745" y="585076"/>
                </a:lnTo>
                <a:lnTo>
                  <a:pt x="4711941" y="634657"/>
                </a:lnTo>
                <a:lnTo>
                  <a:pt x="4695736" y="680986"/>
                </a:lnTo>
                <a:lnTo>
                  <a:pt x="4673270" y="723773"/>
                </a:lnTo>
                <a:lnTo>
                  <a:pt x="4644644" y="762762"/>
                </a:lnTo>
                <a:lnTo>
                  <a:pt x="4609973" y="797648"/>
                </a:lnTo>
                <a:lnTo>
                  <a:pt x="4574832" y="824598"/>
                </a:lnTo>
                <a:lnTo>
                  <a:pt x="4535983" y="847598"/>
                </a:lnTo>
                <a:lnTo>
                  <a:pt x="4493628" y="866559"/>
                </a:lnTo>
                <a:lnTo>
                  <a:pt x="4447984" y="881418"/>
                </a:lnTo>
                <a:lnTo>
                  <a:pt x="4399254" y="892124"/>
                </a:lnTo>
                <a:lnTo>
                  <a:pt x="4347654" y="898601"/>
                </a:lnTo>
                <a:lnTo>
                  <a:pt x="4293374" y="900772"/>
                </a:lnTo>
                <a:lnTo>
                  <a:pt x="4239095" y="898601"/>
                </a:lnTo>
                <a:lnTo>
                  <a:pt x="4187494" y="892124"/>
                </a:lnTo>
                <a:lnTo>
                  <a:pt x="4138765" y="881418"/>
                </a:lnTo>
                <a:lnTo>
                  <a:pt x="4093121" y="866559"/>
                </a:lnTo>
                <a:lnTo>
                  <a:pt x="4050766" y="847598"/>
                </a:lnTo>
                <a:lnTo>
                  <a:pt x="4011917" y="824598"/>
                </a:lnTo>
                <a:lnTo>
                  <a:pt x="3976763" y="797648"/>
                </a:lnTo>
                <a:lnTo>
                  <a:pt x="3942105" y="762762"/>
                </a:lnTo>
                <a:lnTo>
                  <a:pt x="3913479" y="723773"/>
                </a:lnTo>
                <a:lnTo>
                  <a:pt x="3891000" y="680986"/>
                </a:lnTo>
                <a:lnTo>
                  <a:pt x="3874795" y="634657"/>
                </a:lnTo>
                <a:lnTo>
                  <a:pt x="3864991" y="585076"/>
                </a:lnTo>
                <a:lnTo>
                  <a:pt x="3861701" y="532498"/>
                </a:lnTo>
                <a:lnTo>
                  <a:pt x="3864991" y="479907"/>
                </a:lnTo>
                <a:lnTo>
                  <a:pt x="3874795" y="430314"/>
                </a:lnTo>
                <a:lnTo>
                  <a:pt x="3891000" y="383997"/>
                </a:lnTo>
                <a:lnTo>
                  <a:pt x="3913479" y="341198"/>
                </a:lnTo>
                <a:lnTo>
                  <a:pt x="3942105" y="302234"/>
                </a:lnTo>
                <a:lnTo>
                  <a:pt x="3976763" y="267347"/>
                </a:lnTo>
                <a:lnTo>
                  <a:pt x="4011917" y="240398"/>
                </a:lnTo>
                <a:lnTo>
                  <a:pt x="4050766" y="217398"/>
                </a:lnTo>
                <a:lnTo>
                  <a:pt x="4093121" y="198437"/>
                </a:lnTo>
                <a:lnTo>
                  <a:pt x="4138765" y="183578"/>
                </a:lnTo>
                <a:lnTo>
                  <a:pt x="4187494" y="172872"/>
                </a:lnTo>
                <a:lnTo>
                  <a:pt x="4239095" y="166395"/>
                </a:lnTo>
                <a:lnTo>
                  <a:pt x="4293374" y="164223"/>
                </a:lnTo>
                <a:lnTo>
                  <a:pt x="4347654" y="166395"/>
                </a:lnTo>
                <a:lnTo>
                  <a:pt x="4399254" y="172872"/>
                </a:lnTo>
                <a:lnTo>
                  <a:pt x="4447984" y="183578"/>
                </a:lnTo>
                <a:lnTo>
                  <a:pt x="4493628" y="198437"/>
                </a:lnTo>
                <a:lnTo>
                  <a:pt x="4535983" y="217398"/>
                </a:lnTo>
                <a:lnTo>
                  <a:pt x="4574832" y="240398"/>
                </a:lnTo>
                <a:lnTo>
                  <a:pt x="4609973" y="267347"/>
                </a:lnTo>
                <a:lnTo>
                  <a:pt x="4644644" y="302234"/>
                </a:lnTo>
                <a:lnTo>
                  <a:pt x="4673270" y="341198"/>
                </a:lnTo>
                <a:lnTo>
                  <a:pt x="4695736" y="383997"/>
                </a:lnTo>
                <a:lnTo>
                  <a:pt x="4711941" y="430314"/>
                </a:lnTo>
                <a:lnTo>
                  <a:pt x="4721745" y="479907"/>
                </a:lnTo>
                <a:lnTo>
                  <a:pt x="4725047" y="532498"/>
                </a:lnTo>
                <a:lnTo>
                  <a:pt x="4725047" y="147472"/>
                </a:lnTo>
                <a:lnTo>
                  <a:pt x="4686300" y="116103"/>
                </a:lnTo>
                <a:lnTo>
                  <a:pt x="4645838" y="89255"/>
                </a:lnTo>
                <a:lnTo>
                  <a:pt x="4602645" y="65849"/>
                </a:lnTo>
                <a:lnTo>
                  <a:pt x="4556836" y="45910"/>
                </a:lnTo>
                <a:lnTo>
                  <a:pt x="4508563" y="29502"/>
                </a:lnTo>
                <a:lnTo>
                  <a:pt x="4457941" y="16662"/>
                </a:lnTo>
                <a:lnTo>
                  <a:pt x="4405109" y="7442"/>
                </a:lnTo>
                <a:lnTo>
                  <a:pt x="4350207" y="1866"/>
                </a:lnTo>
                <a:lnTo>
                  <a:pt x="4293374" y="0"/>
                </a:lnTo>
                <a:lnTo>
                  <a:pt x="4236529" y="1866"/>
                </a:lnTo>
                <a:lnTo>
                  <a:pt x="4181627" y="7442"/>
                </a:lnTo>
                <a:lnTo>
                  <a:pt x="4128795" y="16662"/>
                </a:lnTo>
                <a:lnTo>
                  <a:pt x="4078186" y="29502"/>
                </a:lnTo>
                <a:lnTo>
                  <a:pt x="4029913" y="45910"/>
                </a:lnTo>
                <a:lnTo>
                  <a:pt x="3984104" y="65849"/>
                </a:lnTo>
                <a:lnTo>
                  <a:pt x="3940911" y="89255"/>
                </a:lnTo>
                <a:lnTo>
                  <a:pt x="3900449" y="116103"/>
                </a:lnTo>
                <a:lnTo>
                  <a:pt x="3862857" y="146329"/>
                </a:lnTo>
                <a:lnTo>
                  <a:pt x="3828592" y="179717"/>
                </a:lnTo>
                <a:lnTo>
                  <a:pt x="3798024" y="215976"/>
                </a:lnTo>
                <a:lnTo>
                  <a:pt x="3771239" y="254889"/>
                </a:lnTo>
                <a:lnTo>
                  <a:pt x="3748328" y="296240"/>
                </a:lnTo>
                <a:lnTo>
                  <a:pt x="3729393" y="339839"/>
                </a:lnTo>
                <a:lnTo>
                  <a:pt x="3714496" y="385470"/>
                </a:lnTo>
                <a:lnTo>
                  <a:pt x="3703751" y="432930"/>
                </a:lnTo>
                <a:lnTo>
                  <a:pt x="3697236" y="482015"/>
                </a:lnTo>
                <a:lnTo>
                  <a:pt x="3695039" y="532498"/>
                </a:lnTo>
                <a:lnTo>
                  <a:pt x="3697236" y="582980"/>
                </a:lnTo>
                <a:lnTo>
                  <a:pt x="3703751" y="632053"/>
                </a:lnTo>
                <a:lnTo>
                  <a:pt x="3714496" y="679513"/>
                </a:lnTo>
                <a:lnTo>
                  <a:pt x="3729393" y="725144"/>
                </a:lnTo>
                <a:lnTo>
                  <a:pt x="3748328" y="768743"/>
                </a:lnTo>
                <a:lnTo>
                  <a:pt x="3771239" y="810094"/>
                </a:lnTo>
                <a:lnTo>
                  <a:pt x="3798024" y="849007"/>
                </a:lnTo>
                <a:lnTo>
                  <a:pt x="3828592" y="885253"/>
                </a:lnTo>
                <a:lnTo>
                  <a:pt x="3862857" y="918641"/>
                </a:lnTo>
                <a:lnTo>
                  <a:pt x="3900449" y="948880"/>
                </a:lnTo>
                <a:lnTo>
                  <a:pt x="3940911" y="975728"/>
                </a:lnTo>
                <a:lnTo>
                  <a:pt x="3984104" y="999147"/>
                </a:lnTo>
                <a:lnTo>
                  <a:pt x="4029913" y="1019073"/>
                </a:lnTo>
                <a:lnTo>
                  <a:pt x="4078186" y="1035481"/>
                </a:lnTo>
                <a:lnTo>
                  <a:pt x="4128795" y="1048334"/>
                </a:lnTo>
                <a:lnTo>
                  <a:pt x="4181627" y="1057554"/>
                </a:lnTo>
                <a:lnTo>
                  <a:pt x="4236529" y="1063129"/>
                </a:lnTo>
                <a:lnTo>
                  <a:pt x="4293374" y="1064996"/>
                </a:lnTo>
                <a:lnTo>
                  <a:pt x="4350207" y="1063129"/>
                </a:lnTo>
                <a:lnTo>
                  <a:pt x="4405109" y="1057554"/>
                </a:lnTo>
                <a:lnTo>
                  <a:pt x="4457941" y="1048334"/>
                </a:lnTo>
                <a:lnTo>
                  <a:pt x="4508563" y="1035481"/>
                </a:lnTo>
                <a:lnTo>
                  <a:pt x="4556836" y="1019073"/>
                </a:lnTo>
                <a:lnTo>
                  <a:pt x="4602645" y="999147"/>
                </a:lnTo>
                <a:lnTo>
                  <a:pt x="4645838" y="975728"/>
                </a:lnTo>
                <a:lnTo>
                  <a:pt x="4686300" y="948880"/>
                </a:lnTo>
                <a:lnTo>
                  <a:pt x="4723879" y="918641"/>
                </a:lnTo>
                <a:lnTo>
                  <a:pt x="4758131" y="885253"/>
                </a:lnTo>
                <a:lnTo>
                  <a:pt x="4788700" y="849007"/>
                </a:lnTo>
                <a:lnTo>
                  <a:pt x="4815497" y="810094"/>
                </a:lnTo>
                <a:lnTo>
                  <a:pt x="4838408" y="768743"/>
                </a:lnTo>
                <a:lnTo>
                  <a:pt x="4857369" y="725144"/>
                </a:lnTo>
                <a:lnTo>
                  <a:pt x="4872266" y="679513"/>
                </a:lnTo>
                <a:lnTo>
                  <a:pt x="4883023" y="632053"/>
                </a:lnTo>
                <a:lnTo>
                  <a:pt x="4889538" y="582980"/>
                </a:lnTo>
                <a:lnTo>
                  <a:pt x="4891735" y="532498"/>
                </a:lnTo>
                <a:close/>
              </a:path>
            </a:pathLst>
          </a:custGeom>
          <a:solidFill>
            <a:srgbClr val="FFFFFF"/>
          </a:solidFill>
        </p:spPr>
        <p:txBody>
          <a:bodyPr wrap="square" lIns="0" tIns="0" rIns="0" bIns="0" rtlCol="0"/>
          <a:lstStyle/>
          <a:p>
            <a:pPr marL="0" marR="0" lvl="0" indent="0" algn="l" defTabSz="554466"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Arial"/>
              <a:sym typeface="Arial"/>
            </a:endParaRPr>
          </a:p>
        </p:txBody>
      </p:sp>
      <p:sp>
        <p:nvSpPr>
          <p:cNvPr id="34" name="texto">
            <a:extLst>
              <a:ext uri="{FF2B5EF4-FFF2-40B4-BE49-F238E27FC236}">
                <a16:creationId xmlns:a16="http://schemas.microsoft.com/office/drawing/2014/main" id="{8B4E48BF-2B0E-BB3F-7D7C-74CED1B99786}"/>
              </a:ext>
            </a:extLst>
          </p:cNvPr>
          <p:cNvSpPr/>
          <p:nvPr/>
        </p:nvSpPr>
        <p:spPr>
          <a:xfrm>
            <a:off x="1450577" y="5921791"/>
            <a:ext cx="1471527" cy="306290"/>
          </a:xfrm>
          <a:prstGeom prst="roundRect">
            <a:avLst/>
          </a:prstGeom>
          <a:gradFill>
            <a:gsLst>
              <a:gs pos="0">
                <a:schemeClr val="accent1">
                  <a:lumMod val="5000"/>
                  <a:lumOff val="95000"/>
                  <a:alpha val="31000"/>
                </a:schemeClr>
              </a:gs>
              <a:gs pos="100000">
                <a:schemeClr val="accent1">
                  <a:lumMod val="30000"/>
                  <a:lumOff val="70000"/>
                  <a:alpha val="0"/>
                </a:schemeClr>
              </a:gs>
            </a:gsLst>
            <a:lin ang="3600000" scaled="0"/>
          </a:gradFill>
          <a:ln w="635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850" b="0" i="0" u="none" strike="noStrike" kern="1200" cap="none" spc="0" normalizeH="0" baseline="0" noProof="0">
                <a:ln>
                  <a:noFill/>
                </a:ln>
                <a:solidFill>
                  <a:srgbClr val="FFFFFF"/>
                </a:solidFill>
                <a:effectLst/>
                <a:uLnTx/>
                <a:uFillTx/>
                <a:latin typeface="Versos Light" panose="020B0403020204030204" pitchFamily="34" charset="0"/>
                <a:ea typeface="+mn-ea"/>
                <a:cs typeface="Versos"/>
                <a:sym typeface="Arial"/>
              </a:rPr>
              <a:t>Fonte: </a:t>
            </a:r>
            <a:r>
              <a:rPr kumimoji="0" lang="pt-BR" sz="850" b="0" i="0" u="none" strike="noStrike" kern="1200" cap="none" spc="0" normalizeH="0" baseline="0" noProof="0" err="1">
                <a:ln>
                  <a:noFill/>
                </a:ln>
                <a:solidFill>
                  <a:srgbClr val="FFFFFF"/>
                </a:solidFill>
                <a:effectLst/>
                <a:uLnTx/>
                <a:uFillTx/>
                <a:latin typeface="Versos Light" panose="020B0403020204030204" pitchFamily="34" charset="0"/>
                <a:ea typeface="+mn-ea"/>
                <a:cs typeface="Versos"/>
                <a:sym typeface="Arial"/>
              </a:rPr>
              <a:t>Anbima</a:t>
            </a:r>
            <a:r>
              <a:rPr kumimoji="0" lang="pt-BR" sz="850" b="0" i="0" u="none" strike="noStrike" kern="1200" cap="none" spc="0" normalizeH="0" baseline="0" noProof="0">
                <a:ln>
                  <a:noFill/>
                </a:ln>
                <a:solidFill>
                  <a:srgbClr val="FFFFFF"/>
                </a:solidFill>
                <a:effectLst/>
                <a:uLnTx/>
                <a:uFillTx/>
                <a:latin typeface="Versos Light" panose="020B0403020204030204" pitchFamily="34" charset="0"/>
                <a:ea typeface="+mn-ea"/>
                <a:cs typeface="Versos"/>
                <a:sym typeface="Arial"/>
              </a:rPr>
              <a:t> - </a:t>
            </a:r>
            <a:r>
              <a:rPr lang="pt-BR" sz="850" kern="1200">
                <a:solidFill>
                  <a:srgbClr val="FFFFFF"/>
                </a:solidFill>
                <a:latin typeface="Versos Light" panose="020B0403020204030204" pitchFamily="34" charset="0"/>
                <a:cs typeface="Versos"/>
              </a:rPr>
              <a:t>Jul</a:t>
            </a:r>
            <a:r>
              <a:rPr kumimoji="0" lang="pt-BR" sz="850" b="0" i="0" u="none" strike="noStrike" kern="1200" cap="none" spc="0" normalizeH="0" baseline="0" noProof="0">
                <a:ln>
                  <a:noFill/>
                </a:ln>
                <a:solidFill>
                  <a:srgbClr val="FFFFFF"/>
                </a:solidFill>
                <a:effectLst/>
                <a:uLnTx/>
                <a:uFillTx/>
                <a:latin typeface="Versos Light" panose="020B0403020204030204" pitchFamily="34" charset="0"/>
                <a:ea typeface="+mn-ea"/>
                <a:cs typeface="Versos"/>
                <a:sym typeface="Arial"/>
              </a:rPr>
              <a:t>/2026</a:t>
            </a:r>
            <a:endParaRPr kumimoji="0" lang="en-GB" sz="850" b="0" i="0" u="none" strike="noStrike" kern="1200" cap="none" spc="0" normalizeH="0" baseline="0" noProof="0">
              <a:ln>
                <a:noFill/>
              </a:ln>
              <a:solidFill>
                <a:srgbClr val="FFFFFF"/>
              </a:solidFill>
              <a:effectLst/>
              <a:uLnTx/>
              <a:uFillTx/>
              <a:latin typeface="Versos Light" panose="020B0403020204030204" pitchFamily="34" charset="0"/>
              <a:ea typeface="+mn-ea"/>
              <a:cs typeface="Versos"/>
              <a:sym typeface="Arial"/>
            </a:endParaRPr>
          </a:p>
        </p:txBody>
      </p:sp>
    </p:spTree>
    <p:extLst>
      <p:ext uri="{BB962C8B-B14F-4D97-AF65-F5344CB8AC3E}">
        <p14:creationId xmlns:p14="http://schemas.microsoft.com/office/powerpoint/2010/main" val="1605975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95000"/>
            <a:lumOff val="5000"/>
          </a:schemeClr>
        </a:solidFill>
        <a:effectLst/>
      </p:bgPr>
    </p:bg>
    <p:spTree>
      <p:nvGrpSpPr>
        <p:cNvPr id="1" name="">
          <a:extLst>
            <a:ext uri="{FF2B5EF4-FFF2-40B4-BE49-F238E27FC236}">
              <a16:creationId xmlns:a16="http://schemas.microsoft.com/office/drawing/2014/main" id="{A9C67B5E-B219-F26E-5611-87BCB39BA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097415-C9E9-FB1A-581D-5C576B434D2E}"/>
              </a:ext>
            </a:extLst>
          </p:cNvPr>
          <p:cNvSpPr>
            <a:spLocks noGrp="1"/>
          </p:cNvSpPr>
          <p:nvPr>
            <p:ph type="sldNum" sz="quarter" idx="12"/>
          </p:nvPr>
        </p:nvSpPr>
        <p:spPr/>
        <p:txBody>
          <a:bodyPr/>
          <a:lstStyle/>
          <a:p>
            <a:pPr marL="0" marR="0" lvl="0" indent="0" algn="r" defTabSz="914358" rtl="0" eaLnBrk="1" fontAlgn="auto" latinLnBrk="0" hangingPunct="1">
              <a:lnSpc>
                <a:spcPct val="100000"/>
              </a:lnSpc>
              <a:spcBef>
                <a:spcPts val="0"/>
              </a:spcBef>
              <a:spcAft>
                <a:spcPts val="0"/>
              </a:spcAft>
              <a:buClr>
                <a:srgbClr val="000000"/>
              </a:buClr>
              <a:buSzTx/>
              <a:buFont typeface="Arial"/>
              <a:buNone/>
              <a:tabLst/>
              <a:defRPr/>
            </a:pPr>
            <a:fld id="{77667D73-C69A-4DAA-9003-24A825D36FE9}" type="slidenum">
              <a:rPr kumimoji="0" lang="pt-BR" sz="1100" b="0" i="0" u="none" strike="noStrike" kern="0" cap="none" spc="0" normalizeH="0" baseline="0" noProof="0" smtClean="0">
                <a:ln>
                  <a:noFill/>
                </a:ln>
                <a:solidFill>
                  <a:srgbClr val="FFFFFF"/>
                </a:solidFill>
                <a:effectLst/>
                <a:uLnTx/>
                <a:uFillTx/>
                <a:latin typeface="Versos" panose="020B0503020204030204" pitchFamily="34" charset="0"/>
                <a:ea typeface="+mn-ea"/>
                <a:sym typeface="Arial"/>
              </a:rPr>
              <a:pPr marL="0" marR="0" lvl="0" indent="0" algn="r" defTabSz="914358" rtl="0" eaLnBrk="1" fontAlgn="auto" latinLnBrk="0" hangingPunct="1">
                <a:lnSpc>
                  <a:spcPct val="100000"/>
                </a:lnSpc>
                <a:spcBef>
                  <a:spcPts val="0"/>
                </a:spcBef>
                <a:spcAft>
                  <a:spcPts val="0"/>
                </a:spcAft>
                <a:buClr>
                  <a:srgbClr val="000000"/>
                </a:buClr>
                <a:buSzTx/>
                <a:buFont typeface="Arial"/>
                <a:buNone/>
                <a:tabLst/>
                <a:defRPr/>
              </a:pPr>
              <a:t>3</a:t>
            </a:fld>
            <a:endParaRPr kumimoji="0" lang="pt-BR" sz="1100" b="0" i="0" u="none" strike="noStrike" kern="0" cap="none" spc="0" normalizeH="0" baseline="0" noProof="0">
              <a:ln>
                <a:noFill/>
              </a:ln>
              <a:solidFill>
                <a:srgbClr val="FFFFFF"/>
              </a:solidFill>
              <a:effectLst/>
              <a:uLnTx/>
              <a:uFillTx/>
              <a:latin typeface="Versos" panose="020B0503020204030204" pitchFamily="34" charset="0"/>
              <a:ea typeface="+mn-ea"/>
              <a:sym typeface="Arial"/>
            </a:endParaRPr>
          </a:p>
        </p:txBody>
      </p:sp>
      <p:sp>
        <p:nvSpPr>
          <p:cNvPr id="4" name="Text Placeholder 3">
            <a:extLst>
              <a:ext uri="{FF2B5EF4-FFF2-40B4-BE49-F238E27FC236}">
                <a16:creationId xmlns:a16="http://schemas.microsoft.com/office/drawing/2014/main" id="{B5F33ED6-52B0-57D6-1C79-4036ED4D4903}"/>
              </a:ext>
            </a:extLst>
          </p:cNvPr>
          <p:cNvSpPr>
            <a:spLocks noGrp="1"/>
          </p:cNvSpPr>
          <p:nvPr>
            <p:ph type="body" sz="quarter" idx="13"/>
          </p:nvPr>
        </p:nvSpPr>
        <p:spPr/>
        <p:txBody>
          <a:bodyPr/>
          <a:lstStyle/>
          <a:p>
            <a:r>
              <a:rPr lang="pt-BR"/>
              <a:t>Estratégias de Investimento</a:t>
            </a:r>
          </a:p>
        </p:txBody>
      </p:sp>
      <p:sp>
        <p:nvSpPr>
          <p:cNvPr id="76" name="Picture 8">
            <a:extLst>
              <a:ext uri="{FF2B5EF4-FFF2-40B4-BE49-F238E27FC236}">
                <a16:creationId xmlns:a16="http://schemas.microsoft.com/office/drawing/2014/main" id="{3BF50C3F-D746-8C7E-97CE-E9CFE4605A66}"/>
              </a:ext>
            </a:extLst>
          </p:cNvPr>
          <p:cNvSpPr/>
          <p:nvPr/>
        </p:nvSpPr>
        <p:spPr>
          <a:xfrm>
            <a:off x="11090836" y="377393"/>
            <a:ext cx="765798" cy="260068"/>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pPr marL="0" marR="0" lvl="0" indent="0" algn="l" defTabSz="914358" rtl="0" eaLnBrk="1" fontAlgn="auto" latinLnBrk="0" hangingPunct="1">
              <a:lnSpc>
                <a:spcPct val="100000"/>
              </a:lnSpc>
              <a:spcBef>
                <a:spcPts val="0"/>
              </a:spcBef>
              <a:spcAft>
                <a:spcPts val="0"/>
              </a:spcAft>
              <a:buClrTx/>
              <a:buSzTx/>
              <a:buFont typeface="Arial"/>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Arial"/>
              <a:sym typeface="Arial"/>
            </a:endParaRPr>
          </a:p>
        </p:txBody>
      </p:sp>
      <p:grpSp>
        <p:nvGrpSpPr>
          <p:cNvPr id="3" name="Group 2">
            <a:extLst>
              <a:ext uri="{FF2B5EF4-FFF2-40B4-BE49-F238E27FC236}">
                <a16:creationId xmlns:a16="http://schemas.microsoft.com/office/drawing/2014/main" id="{D701768B-40D0-855C-D0D4-28AB97D8F853}"/>
              </a:ext>
            </a:extLst>
          </p:cNvPr>
          <p:cNvGrpSpPr/>
          <p:nvPr/>
        </p:nvGrpSpPr>
        <p:grpSpPr>
          <a:xfrm>
            <a:off x="2770486" y="1244402"/>
            <a:ext cx="2065335" cy="2926975"/>
            <a:chOff x="335367" y="1244402"/>
            <a:chExt cx="2749107" cy="2926975"/>
          </a:xfrm>
        </p:grpSpPr>
        <p:pic>
          <p:nvPicPr>
            <p:cNvPr id="27" name="object 4">
              <a:extLst>
                <a:ext uri="{FF2B5EF4-FFF2-40B4-BE49-F238E27FC236}">
                  <a16:creationId xmlns:a16="http://schemas.microsoft.com/office/drawing/2014/main" id="{EE869548-13D0-5C1E-C340-7B4334624596}"/>
                </a:ext>
              </a:extLst>
            </p:cNvPr>
            <p:cNvPicPr/>
            <p:nvPr/>
          </p:nvPicPr>
          <p:blipFill rotWithShape="1">
            <a:blip r:embed="rId3" cstate="print">
              <a:alphaModFix amt="50000"/>
            </a:blip>
            <a:srcRect l="8187" r="20673"/>
            <a:stretch>
              <a:fillRect/>
            </a:stretch>
          </p:blipFill>
          <p:spPr>
            <a:xfrm>
              <a:off x="335367" y="1244402"/>
              <a:ext cx="2749107" cy="1150844"/>
            </a:xfrm>
            <a:prstGeom prst="rect">
              <a:avLst/>
            </a:prstGeom>
          </p:spPr>
        </p:pic>
        <p:sp>
          <p:nvSpPr>
            <p:cNvPr id="28" name="object 13">
              <a:extLst>
                <a:ext uri="{FF2B5EF4-FFF2-40B4-BE49-F238E27FC236}">
                  <a16:creationId xmlns:a16="http://schemas.microsoft.com/office/drawing/2014/main" id="{17118882-71F7-4199-B259-1B08CD84BBC8}"/>
                </a:ext>
              </a:extLst>
            </p:cNvPr>
            <p:cNvSpPr txBox="1"/>
            <p:nvPr/>
          </p:nvSpPr>
          <p:spPr>
            <a:xfrm>
              <a:off x="335368" y="1951694"/>
              <a:ext cx="2749106" cy="443593"/>
            </a:xfrm>
            <a:prstGeom prst="rect">
              <a:avLst/>
            </a:prstGeom>
          </p:spPr>
          <p:txBody>
            <a:bodyPr vert="horz" wrap="square" lIns="179988" tIns="107993" rIns="0" bIns="107993" rtlCol="0" anchor="b" anchorCtr="0">
              <a:noAutofit/>
            </a:bodyPr>
            <a:lstStyle/>
            <a:p>
              <a:pPr marL="7701" marR="0" lvl="0" indent="0" algn="l" defTabSz="554440" rtl="0" eaLnBrk="1" fontAlgn="auto" latinLnBrk="0" hangingPunct="1">
                <a:lnSpc>
                  <a:spcPct val="100000"/>
                </a:lnSpc>
                <a:spcBef>
                  <a:spcPts val="79"/>
                </a:spcBef>
                <a:spcAft>
                  <a:spcPts val="0"/>
                </a:spcAft>
                <a:buClrTx/>
                <a:buSzTx/>
                <a:buFontTx/>
                <a:buNone/>
                <a:tabLst/>
                <a:defRPr/>
              </a:pPr>
              <a:r>
                <a:rPr kumimoji="0" lang="pt-BR" sz="1880" b="1"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rPr>
                <a:t>Imobiliário</a:t>
              </a:r>
              <a:endParaRPr kumimoji="0" sz="188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Versos Light"/>
                <a:sym typeface="Arial"/>
              </a:endParaRPr>
            </a:p>
          </p:txBody>
        </p:sp>
        <p:sp>
          <p:nvSpPr>
            <p:cNvPr id="29" name="object 17">
              <a:extLst>
                <a:ext uri="{FF2B5EF4-FFF2-40B4-BE49-F238E27FC236}">
                  <a16:creationId xmlns:a16="http://schemas.microsoft.com/office/drawing/2014/main" id="{6D49421A-CC31-C25F-835F-5CDDF0AEDB00}"/>
                </a:ext>
              </a:extLst>
            </p:cNvPr>
            <p:cNvSpPr txBox="1"/>
            <p:nvPr/>
          </p:nvSpPr>
          <p:spPr>
            <a:xfrm>
              <a:off x="335367" y="2914382"/>
              <a:ext cx="2749107" cy="544612"/>
            </a:xfrm>
            <a:prstGeom prst="rect">
              <a:avLst/>
            </a:prstGeom>
            <a:ln w="10470">
              <a:solidFill>
                <a:schemeClr val="bg2">
                  <a:lumMod val="50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lang="pt-BR" sz="1334" b="0" i="0" u="none" strike="noStrike" kern="0" cap="none" spc="-6" normalizeH="0" baseline="0" noProof="0">
                  <a:ln>
                    <a:noFill/>
                  </a:ln>
                  <a:solidFill>
                    <a:srgbClr val="E6EDF1">
                      <a:lumMod val="90000"/>
                    </a:srgbClr>
                  </a:solidFill>
                  <a:effectLst/>
                  <a:uLnTx/>
                  <a:uFillTx/>
                  <a:latin typeface="Versos Light"/>
                  <a:ea typeface="+mn-ea"/>
                  <a:cs typeface="Versos Light"/>
                  <a:sym typeface="Arial"/>
                </a:rPr>
                <a:t>Fundos de </a:t>
              </a:r>
              <a:br>
                <a:rPr kumimoji="0" lang="pt-BR" sz="1334" b="0" i="0" u="none" strike="noStrike" kern="0" cap="none" spc="-6" normalizeH="0" baseline="0" noProof="0">
                  <a:ln>
                    <a:noFill/>
                  </a:ln>
                  <a:solidFill>
                    <a:srgbClr val="E6EDF1">
                      <a:lumMod val="90000"/>
                    </a:srgbClr>
                  </a:solidFill>
                  <a:effectLst/>
                  <a:uLnTx/>
                  <a:uFillTx/>
                  <a:latin typeface="Versos Light"/>
                  <a:ea typeface="+mn-ea"/>
                  <a:cs typeface="Versos Light"/>
                  <a:sym typeface="Arial"/>
                </a:rPr>
              </a:br>
              <a:r>
                <a:rPr kumimoji="0" lang="pt-BR" sz="1334" b="0" i="0" u="none" strike="noStrike" kern="0" cap="none" spc="-6" normalizeH="0" baseline="0" noProof="0">
                  <a:ln>
                    <a:noFill/>
                  </a:ln>
                  <a:solidFill>
                    <a:srgbClr val="E6EDF1">
                      <a:lumMod val="90000"/>
                    </a:srgbClr>
                  </a:solidFill>
                  <a:effectLst/>
                  <a:uLnTx/>
                  <a:uFillTx/>
                  <a:latin typeface="Versos Light"/>
                  <a:ea typeface="+mn-ea"/>
                  <a:cs typeface="Versos Light"/>
                  <a:sym typeface="Arial"/>
                </a:rPr>
                <a:t>Tijolo/Ativos Reais</a:t>
              </a:r>
              <a:endParaRPr kumimoji="0" sz="1334" b="0" i="0" u="none" strike="noStrike" kern="0" cap="none" spc="0" normalizeH="0" baseline="0" noProof="0">
                <a:ln>
                  <a:noFill/>
                </a:ln>
                <a:solidFill>
                  <a:srgbClr val="E6EDF1">
                    <a:lumMod val="90000"/>
                  </a:srgbClr>
                </a:solidFill>
                <a:effectLst/>
                <a:uLnTx/>
                <a:uFillTx/>
                <a:latin typeface="Versos Light"/>
                <a:ea typeface="+mn-ea"/>
                <a:cs typeface="Versos Light"/>
                <a:sym typeface="Arial"/>
              </a:endParaRPr>
            </a:p>
          </p:txBody>
        </p:sp>
        <p:sp>
          <p:nvSpPr>
            <p:cNvPr id="30" name="object 31">
              <a:extLst>
                <a:ext uri="{FF2B5EF4-FFF2-40B4-BE49-F238E27FC236}">
                  <a16:creationId xmlns:a16="http://schemas.microsoft.com/office/drawing/2014/main" id="{AD82FD9A-3D23-9698-0AB8-CB804D3CAB55}"/>
                </a:ext>
              </a:extLst>
            </p:cNvPr>
            <p:cNvSpPr/>
            <p:nvPr/>
          </p:nvSpPr>
          <p:spPr>
            <a:xfrm flipV="1">
              <a:off x="335367" y="2553950"/>
              <a:ext cx="2749107" cy="103198"/>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40"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rgbClr val="E6EDF1">
                    <a:lumMod val="75000"/>
                  </a:srgbClr>
                </a:solidFill>
                <a:effectLst/>
                <a:uLnTx/>
                <a:uFillTx/>
                <a:latin typeface="Calibri"/>
                <a:ea typeface="+mn-ea"/>
                <a:cs typeface="Arial"/>
                <a:sym typeface="Arial"/>
              </a:endParaRPr>
            </a:p>
          </p:txBody>
        </p:sp>
        <p:sp>
          <p:nvSpPr>
            <p:cNvPr id="31" name="object 28">
              <a:extLst>
                <a:ext uri="{FF2B5EF4-FFF2-40B4-BE49-F238E27FC236}">
                  <a16:creationId xmlns:a16="http://schemas.microsoft.com/office/drawing/2014/main" id="{614B8503-7B0A-ADC1-F2F3-9EE5496F6DCB}"/>
                </a:ext>
              </a:extLst>
            </p:cNvPr>
            <p:cNvSpPr txBox="1"/>
            <p:nvPr/>
          </p:nvSpPr>
          <p:spPr>
            <a:xfrm>
              <a:off x="335367" y="3626765"/>
              <a:ext cx="2749107" cy="544612"/>
            </a:xfrm>
            <a:prstGeom prst="rect">
              <a:avLst/>
            </a:prstGeom>
            <a:ln w="10470">
              <a:solidFill>
                <a:schemeClr val="bg2">
                  <a:lumMod val="50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lang="pt-BR" sz="1334" b="0" i="0" u="none" strike="noStrike" kern="0" cap="none" spc="-6" normalizeH="0" baseline="0" noProof="0">
                  <a:ln>
                    <a:noFill/>
                  </a:ln>
                  <a:solidFill>
                    <a:srgbClr val="E6EDF1">
                      <a:lumMod val="90000"/>
                    </a:srgbClr>
                  </a:solidFill>
                  <a:effectLst/>
                  <a:uLnTx/>
                  <a:uFillTx/>
                  <a:latin typeface="Versos Light"/>
                  <a:ea typeface="+mn-ea"/>
                  <a:cs typeface="Versos Light"/>
                  <a:sym typeface="Arial"/>
                </a:rPr>
                <a:t>Fundos de Papel</a:t>
              </a:r>
              <a:endParaRPr kumimoji="0" sz="1334" b="0" i="0" u="none" strike="noStrike" kern="0" cap="none" spc="0" normalizeH="0" baseline="0" noProof="0">
                <a:ln>
                  <a:noFill/>
                </a:ln>
                <a:solidFill>
                  <a:srgbClr val="E6EDF1">
                    <a:lumMod val="90000"/>
                  </a:srgbClr>
                </a:solidFill>
                <a:effectLst/>
                <a:uLnTx/>
                <a:uFillTx/>
                <a:latin typeface="Versos Light"/>
                <a:ea typeface="+mn-ea"/>
                <a:cs typeface="Versos Light"/>
                <a:sym typeface="Arial"/>
              </a:endParaRPr>
            </a:p>
          </p:txBody>
        </p:sp>
      </p:grpSp>
      <p:grpSp>
        <p:nvGrpSpPr>
          <p:cNvPr id="32" name="Group 31">
            <a:extLst>
              <a:ext uri="{FF2B5EF4-FFF2-40B4-BE49-F238E27FC236}">
                <a16:creationId xmlns:a16="http://schemas.microsoft.com/office/drawing/2014/main" id="{252B0AC3-1AA9-914C-62FA-DC8FC5E63038}"/>
              </a:ext>
            </a:extLst>
          </p:cNvPr>
          <p:cNvGrpSpPr/>
          <p:nvPr/>
        </p:nvGrpSpPr>
        <p:grpSpPr>
          <a:xfrm>
            <a:off x="460694" y="1235375"/>
            <a:ext cx="2065337" cy="4360765"/>
            <a:chOff x="3940879" y="1235375"/>
            <a:chExt cx="2749110" cy="4360765"/>
          </a:xfrm>
        </p:grpSpPr>
        <p:pic>
          <p:nvPicPr>
            <p:cNvPr id="33" name="object 7">
              <a:extLst>
                <a:ext uri="{FF2B5EF4-FFF2-40B4-BE49-F238E27FC236}">
                  <a16:creationId xmlns:a16="http://schemas.microsoft.com/office/drawing/2014/main" id="{D2C8FD3D-4F0C-7B7D-DD8F-860B6D190CA7}"/>
                </a:ext>
              </a:extLst>
            </p:cNvPr>
            <p:cNvPicPr/>
            <p:nvPr/>
          </p:nvPicPr>
          <p:blipFill rotWithShape="1">
            <a:blip r:embed="rId4" cstate="print"/>
            <a:srcRect l="8303" r="8303"/>
            <a:stretch>
              <a:fillRect/>
            </a:stretch>
          </p:blipFill>
          <p:spPr>
            <a:xfrm>
              <a:off x="3940879" y="1235375"/>
              <a:ext cx="2749110" cy="1159911"/>
            </a:xfrm>
            <a:prstGeom prst="rect">
              <a:avLst/>
            </a:prstGeom>
          </p:spPr>
        </p:pic>
        <p:sp>
          <p:nvSpPr>
            <p:cNvPr id="34" name="object 14">
              <a:extLst>
                <a:ext uri="{FF2B5EF4-FFF2-40B4-BE49-F238E27FC236}">
                  <a16:creationId xmlns:a16="http://schemas.microsoft.com/office/drawing/2014/main" id="{07C869F0-CEA7-8605-BFC6-B5D75892CAE7}"/>
                </a:ext>
              </a:extLst>
            </p:cNvPr>
            <p:cNvSpPr txBox="1"/>
            <p:nvPr/>
          </p:nvSpPr>
          <p:spPr>
            <a:xfrm>
              <a:off x="3940879" y="1951694"/>
              <a:ext cx="2749107" cy="443593"/>
            </a:xfrm>
            <a:prstGeom prst="rect">
              <a:avLst/>
            </a:prstGeom>
          </p:spPr>
          <p:txBody>
            <a:bodyPr vert="horz" wrap="square" lIns="179988" tIns="107993" rIns="0" bIns="107993" rtlCol="0" anchor="b" anchorCtr="0">
              <a:noAutofit/>
            </a:bodyPr>
            <a:lstStyle/>
            <a:p>
              <a:pPr marL="7701" marR="0" lvl="0" indent="0" algn="l" defTabSz="554440" rtl="0" eaLnBrk="1" fontAlgn="auto" latinLnBrk="0" hangingPunct="1">
                <a:lnSpc>
                  <a:spcPct val="100000"/>
                </a:lnSpc>
                <a:spcBef>
                  <a:spcPts val="79"/>
                </a:spcBef>
                <a:spcAft>
                  <a:spcPts val="0"/>
                </a:spcAft>
                <a:buClrTx/>
                <a:buSzTx/>
                <a:buFontTx/>
                <a:buNone/>
                <a:tabLst/>
                <a:defRPr/>
              </a:pPr>
              <a:r>
                <a:rPr kumimoji="0" sz="1880" b="1" i="0" u="none" strike="noStrike" kern="0" cap="none" spc="-6" normalizeH="0" baseline="0" noProof="0">
                  <a:ln>
                    <a:noFill/>
                  </a:ln>
                  <a:solidFill>
                    <a:srgbClr val="FFFFFF"/>
                  </a:solidFill>
                  <a:effectLst/>
                  <a:uLnTx/>
                  <a:uFillTx/>
                  <a:latin typeface="Versos" panose="020B0503020204030204" pitchFamily="34" charset="0"/>
                  <a:ea typeface="+mn-ea"/>
                  <a:cs typeface="Versos Light"/>
                  <a:sym typeface="Arial"/>
                </a:rPr>
                <a:t>Crédito</a:t>
              </a:r>
              <a:endParaRPr kumimoji="0" sz="188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Versos Light"/>
                <a:sym typeface="Arial"/>
              </a:endParaRPr>
            </a:p>
          </p:txBody>
        </p:sp>
        <p:sp>
          <p:nvSpPr>
            <p:cNvPr id="35" name="object 18">
              <a:extLst>
                <a:ext uri="{FF2B5EF4-FFF2-40B4-BE49-F238E27FC236}">
                  <a16:creationId xmlns:a16="http://schemas.microsoft.com/office/drawing/2014/main" id="{7FCDB647-DFC6-121F-A6E4-1DFEF6122D12}"/>
                </a:ext>
              </a:extLst>
            </p:cNvPr>
            <p:cNvSpPr txBox="1"/>
            <p:nvPr/>
          </p:nvSpPr>
          <p:spPr>
            <a:xfrm>
              <a:off x="3940880" y="2914382"/>
              <a:ext cx="2749108" cy="544612"/>
            </a:xfrm>
            <a:prstGeom prst="rect">
              <a:avLst/>
            </a:prstGeom>
            <a:ln w="10470">
              <a:gradFill>
                <a:gsLst>
                  <a:gs pos="100000">
                    <a:schemeClr val="accent1"/>
                  </a:gs>
                  <a:gs pos="0">
                    <a:schemeClr val="bg2">
                      <a:lumMod val="50000"/>
                    </a:schemeClr>
                  </a:gs>
                </a:gsLst>
                <a:lin ang="2700000" scaled="0"/>
              </a:gra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sz="1334" b="0" i="0" u="none" strike="noStrike" kern="0" cap="none" spc="0" normalizeH="0" baseline="0" noProof="0">
                  <a:ln>
                    <a:noFill/>
                  </a:ln>
                  <a:solidFill>
                    <a:srgbClr val="FFFFFF"/>
                  </a:solidFill>
                  <a:effectLst/>
                  <a:uLnTx/>
                  <a:uFillTx/>
                  <a:latin typeface="Versos Light"/>
                  <a:ea typeface="+mn-ea"/>
                  <a:cs typeface="Versos Light"/>
                  <a:sym typeface="Arial"/>
                </a:rPr>
                <a:t>Crédito</a:t>
              </a:r>
              <a:r>
                <a:rPr kumimoji="0" sz="1334" b="0" i="0" u="none" strike="noStrike" kern="0" cap="none" spc="-9" normalizeH="0" baseline="0" noProof="0">
                  <a:ln>
                    <a:noFill/>
                  </a:ln>
                  <a:solidFill>
                    <a:srgbClr val="FFFFFF"/>
                  </a:solidFill>
                  <a:effectLst/>
                  <a:uLnTx/>
                  <a:uFillTx/>
                  <a:latin typeface="Versos Light"/>
                  <a:ea typeface="+mn-ea"/>
                  <a:cs typeface="Versos Light"/>
                  <a:sym typeface="Arial"/>
                </a:rPr>
                <a:t> </a:t>
              </a:r>
              <a:r>
                <a:rPr kumimoji="0" sz="1334" b="0" i="0" u="none" strike="noStrike" kern="0" cap="none" spc="-6" normalizeH="0" baseline="0" noProof="0">
                  <a:ln>
                    <a:noFill/>
                  </a:ln>
                  <a:solidFill>
                    <a:srgbClr val="FFFFFF"/>
                  </a:solidFill>
                  <a:effectLst/>
                  <a:uLnTx/>
                  <a:uFillTx/>
                  <a:latin typeface="Versos Light"/>
                  <a:ea typeface="+mn-ea"/>
                  <a:cs typeface="Versos Light"/>
                  <a:sym typeface="Arial"/>
                </a:rPr>
                <a:t>Privado</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36" name="object 27">
              <a:extLst>
                <a:ext uri="{FF2B5EF4-FFF2-40B4-BE49-F238E27FC236}">
                  <a16:creationId xmlns:a16="http://schemas.microsoft.com/office/drawing/2014/main" id="{C4EC032C-6E00-B723-304A-EBA0D368F188}"/>
                </a:ext>
              </a:extLst>
            </p:cNvPr>
            <p:cNvSpPr txBox="1"/>
            <p:nvPr/>
          </p:nvSpPr>
          <p:spPr>
            <a:xfrm>
              <a:off x="3940880" y="4339147"/>
              <a:ext cx="2749108" cy="544612"/>
            </a:xfrm>
            <a:prstGeom prst="rect">
              <a:avLst/>
            </a:prstGeom>
            <a:ln w="10470">
              <a:gradFill>
                <a:gsLst>
                  <a:gs pos="100000">
                    <a:schemeClr val="accent1"/>
                  </a:gs>
                  <a:gs pos="0">
                    <a:schemeClr val="bg2">
                      <a:lumMod val="50000"/>
                    </a:schemeClr>
                  </a:gs>
                </a:gsLst>
                <a:lin ang="2700000" scaled="0"/>
              </a:gra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sz="1334" b="0" i="0" u="none" strike="noStrike" kern="0" cap="none" spc="0" normalizeH="0" baseline="0" noProof="0">
                  <a:ln>
                    <a:noFill/>
                  </a:ln>
                  <a:solidFill>
                    <a:srgbClr val="FFFFFF"/>
                  </a:solidFill>
                  <a:effectLst/>
                  <a:uLnTx/>
                  <a:uFillTx/>
                  <a:latin typeface="Versos Light"/>
                  <a:ea typeface="+mn-ea"/>
                  <a:cs typeface="Versos Light"/>
                  <a:sym typeface="Arial"/>
                </a:rPr>
                <a:t>Legal</a:t>
              </a:r>
              <a:r>
                <a:rPr kumimoji="0" sz="1334" b="0" i="0" u="none" strike="noStrike" kern="0" cap="none" spc="-24" normalizeH="0" baseline="0" noProof="0">
                  <a:ln>
                    <a:noFill/>
                  </a:ln>
                  <a:solidFill>
                    <a:srgbClr val="FFFFFF"/>
                  </a:solidFill>
                  <a:effectLst/>
                  <a:uLnTx/>
                  <a:uFillTx/>
                  <a:latin typeface="Versos Light"/>
                  <a:ea typeface="+mn-ea"/>
                  <a:cs typeface="Versos Light"/>
                  <a:sym typeface="Arial"/>
                </a:rPr>
                <a:t> </a:t>
              </a:r>
              <a:r>
                <a:rPr kumimoji="0" sz="1334" b="0" i="0" u="none" strike="noStrike" kern="0" cap="none" spc="-6" normalizeH="0" baseline="0" noProof="0">
                  <a:ln>
                    <a:noFill/>
                  </a:ln>
                  <a:solidFill>
                    <a:srgbClr val="FFFFFF"/>
                  </a:solidFill>
                  <a:effectLst/>
                  <a:uLnTx/>
                  <a:uFillTx/>
                  <a:latin typeface="Versos Light"/>
                  <a:ea typeface="+mn-ea"/>
                  <a:cs typeface="Versos Light"/>
                  <a:sym typeface="Arial"/>
                </a:rPr>
                <a:t>Claims</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39" name="object 32">
              <a:extLst>
                <a:ext uri="{FF2B5EF4-FFF2-40B4-BE49-F238E27FC236}">
                  <a16:creationId xmlns:a16="http://schemas.microsoft.com/office/drawing/2014/main" id="{6BCC9126-34B0-210F-0B5C-765DDBE28E4A}"/>
                </a:ext>
              </a:extLst>
            </p:cNvPr>
            <p:cNvSpPr/>
            <p:nvPr/>
          </p:nvSpPr>
          <p:spPr>
            <a:xfrm flipV="1">
              <a:off x="3940880" y="2518853"/>
              <a:ext cx="2749108" cy="138295"/>
            </a:xfrm>
            <a:custGeom>
              <a:avLst/>
              <a:gdLst/>
              <a:ahLst/>
              <a:cxnLst/>
              <a:rect l="l" t="t" r="r" b="b"/>
              <a:pathLst>
                <a:path w="3848734">
                  <a:moveTo>
                    <a:pt x="0" y="0"/>
                  </a:moveTo>
                  <a:lnTo>
                    <a:pt x="3848699" y="0"/>
                  </a:lnTo>
                </a:path>
              </a:pathLst>
            </a:custGeom>
            <a:ln w="10470">
              <a:solidFill>
                <a:schemeClr val="bg1"/>
              </a:solidFill>
            </a:ln>
          </p:spPr>
          <p:txBody>
            <a:bodyPr wrap="square" lIns="0" tIns="0" rIns="0" bIns="0" rtlCol="0"/>
            <a:lstStyle/>
            <a:p>
              <a:pPr marL="0" marR="0" lvl="0" indent="0" algn="l" defTabSz="554440"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Arial"/>
                <a:sym typeface="Arial"/>
              </a:endParaRPr>
            </a:p>
          </p:txBody>
        </p:sp>
        <p:sp>
          <p:nvSpPr>
            <p:cNvPr id="40" name="object 18">
              <a:extLst>
                <a:ext uri="{FF2B5EF4-FFF2-40B4-BE49-F238E27FC236}">
                  <a16:creationId xmlns:a16="http://schemas.microsoft.com/office/drawing/2014/main" id="{56C597E4-179D-1492-BAFE-424ADB6181DA}"/>
                </a:ext>
              </a:extLst>
            </p:cNvPr>
            <p:cNvSpPr txBox="1"/>
            <p:nvPr/>
          </p:nvSpPr>
          <p:spPr>
            <a:xfrm>
              <a:off x="3940880" y="5051528"/>
              <a:ext cx="2749108" cy="544612"/>
            </a:xfrm>
            <a:prstGeom prst="rect">
              <a:avLst/>
            </a:prstGeom>
            <a:ln w="10470">
              <a:gradFill>
                <a:gsLst>
                  <a:gs pos="100000">
                    <a:schemeClr val="accent1"/>
                  </a:gs>
                  <a:gs pos="0">
                    <a:schemeClr val="bg2">
                      <a:lumMod val="50000"/>
                    </a:schemeClr>
                  </a:gs>
                </a:gsLst>
                <a:lin ang="2700000" scaled="0"/>
              </a:gra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lang="pt-BR" sz="1334" b="0" i="0" u="none" strike="noStrike" kern="0" cap="none" spc="0" normalizeH="0" baseline="0" noProof="0" err="1">
                  <a:ln>
                    <a:noFill/>
                  </a:ln>
                  <a:solidFill>
                    <a:srgbClr val="FFFFFF"/>
                  </a:solidFill>
                  <a:effectLst/>
                  <a:uLnTx/>
                  <a:uFillTx/>
                  <a:latin typeface="Versos Light"/>
                  <a:ea typeface="+mn-ea"/>
                  <a:cs typeface="Versos Light"/>
                  <a:sym typeface="Arial"/>
                </a:rPr>
                <a:t>Credit</a:t>
              </a:r>
              <a:r>
                <a:rPr kumimoji="0" lang="pt-BR" sz="1334" b="0" i="0" u="none" strike="noStrike" kern="0" cap="none" spc="0" normalizeH="0" baseline="0" noProof="0">
                  <a:ln>
                    <a:noFill/>
                  </a:ln>
                  <a:solidFill>
                    <a:srgbClr val="FFFFFF"/>
                  </a:solidFill>
                  <a:effectLst/>
                  <a:uLnTx/>
                  <a:uFillTx/>
                  <a:latin typeface="Versos Light"/>
                  <a:ea typeface="+mn-ea"/>
                  <a:cs typeface="Versos Light"/>
                  <a:sym typeface="Arial"/>
                </a:rPr>
                <a:t> </a:t>
              </a:r>
              <a:r>
                <a:rPr kumimoji="0" lang="pt-BR" sz="1334" b="0" i="0" u="none" strike="noStrike" kern="0" cap="none" spc="0" normalizeH="0" baseline="0" noProof="0" err="1">
                  <a:ln>
                    <a:noFill/>
                  </a:ln>
                  <a:solidFill>
                    <a:srgbClr val="FFFFFF"/>
                  </a:solidFill>
                  <a:effectLst/>
                  <a:uLnTx/>
                  <a:uFillTx/>
                  <a:latin typeface="Versos Light"/>
                  <a:ea typeface="+mn-ea"/>
                  <a:cs typeface="Versos Light"/>
                  <a:sym typeface="Arial"/>
                </a:rPr>
                <a:t>Solutions</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41" name="object 18">
              <a:extLst>
                <a:ext uri="{FF2B5EF4-FFF2-40B4-BE49-F238E27FC236}">
                  <a16:creationId xmlns:a16="http://schemas.microsoft.com/office/drawing/2014/main" id="{465DADC9-D864-ACC8-3DD9-EA795D317EE8}"/>
                </a:ext>
              </a:extLst>
            </p:cNvPr>
            <p:cNvSpPr txBox="1"/>
            <p:nvPr/>
          </p:nvSpPr>
          <p:spPr>
            <a:xfrm>
              <a:off x="3940880" y="3626765"/>
              <a:ext cx="2749108" cy="544612"/>
            </a:xfrm>
            <a:prstGeom prst="rect">
              <a:avLst/>
            </a:prstGeom>
            <a:ln w="10470">
              <a:gradFill>
                <a:gsLst>
                  <a:gs pos="0">
                    <a:schemeClr val="accent1"/>
                  </a:gs>
                  <a:gs pos="100000">
                    <a:schemeClr val="bg2">
                      <a:lumMod val="50000"/>
                    </a:schemeClr>
                  </a:gs>
                </a:gsLst>
                <a:lin ang="2700000" scaled="0"/>
              </a:gra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sz="1334" b="0" i="0" u="none" strike="noStrike" kern="0" cap="none" spc="0" normalizeH="0" baseline="0" noProof="0">
                  <a:ln>
                    <a:noFill/>
                  </a:ln>
                  <a:solidFill>
                    <a:srgbClr val="FFFFFF"/>
                  </a:solidFill>
                  <a:effectLst/>
                  <a:uLnTx/>
                  <a:uFillTx/>
                  <a:latin typeface="Versos Light"/>
                  <a:ea typeface="+mn-ea"/>
                  <a:cs typeface="Versos Light"/>
                  <a:sym typeface="Arial"/>
                </a:rPr>
                <a:t>Crédito</a:t>
              </a:r>
              <a:r>
                <a:rPr kumimoji="0" sz="1334" b="0" i="0" u="none" strike="noStrike" kern="0" cap="none" spc="-9" normalizeH="0" baseline="0" noProof="0">
                  <a:ln>
                    <a:noFill/>
                  </a:ln>
                  <a:solidFill>
                    <a:srgbClr val="FFFFFF"/>
                  </a:solidFill>
                  <a:effectLst/>
                  <a:uLnTx/>
                  <a:uFillTx/>
                  <a:latin typeface="Versos Light"/>
                  <a:ea typeface="+mn-ea"/>
                  <a:cs typeface="Versos Light"/>
                  <a:sym typeface="Arial"/>
                </a:rPr>
                <a:t> </a:t>
              </a:r>
              <a:r>
                <a:rPr kumimoji="0" lang="pt-BR" sz="1334" b="0" i="0" u="none" strike="noStrike" kern="0" cap="none" spc="-6" normalizeH="0" baseline="0" noProof="0">
                  <a:ln>
                    <a:noFill/>
                  </a:ln>
                  <a:solidFill>
                    <a:srgbClr val="FFFFFF"/>
                  </a:solidFill>
                  <a:effectLst/>
                  <a:uLnTx/>
                  <a:uFillTx/>
                  <a:latin typeface="Versos Light"/>
                  <a:ea typeface="+mn-ea"/>
                  <a:cs typeface="Versos Light"/>
                  <a:sym typeface="Arial"/>
                </a:rPr>
                <a:t>Estruturado</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grpSp>
        <p:nvGrpSpPr>
          <p:cNvPr id="51" name="Group 50">
            <a:extLst>
              <a:ext uri="{FF2B5EF4-FFF2-40B4-BE49-F238E27FC236}">
                <a16:creationId xmlns:a16="http://schemas.microsoft.com/office/drawing/2014/main" id="{039E89C6-2F49-1BB7-89FD-7E1C556262DA}"/>
              </a:ext>
            </a:extLst>
          </p:cNvPr>
          <p:cNvGrpSpPr/>
          <p:nvPr/>
        </p:nvGrpSpPr>
        <p:grpSpPr>
          <a:xfrm>
            <a:off x="9791299" y="1244402"/>
            <a:ext cx="2065335" cy="2214592"/>
            <a:chOff x="335367" y="1244402"/>
            <a:chExt cx="2749107" cy="2214592"/>
          </a:xfrm>
        </p:grpSpPr>
        <p:pic>
          <p:nvPicPr>
            <p:cNvPr id="52" name="object 4">
              <a:extLst>
                <a:ext uri="{FF2B5EF4-FFF2-40B4-BE49-F238E27FC236}">
                  <a16:creationId xmlns:a16="http://schemas.microsoft.com/office/drawing/2014/main" id="{E2550AF4-8283-FF52-6634-844D87612CDB}"/>
                </a:ext>
              </a:extLst>
            </p:cNvPr>
            <p:cNvPicPr/>
            <p:nvPr/>
          </p:nvPicPr>
          <p:blipFill>
            <a:blip r:embed="rId5">
              <a:duotone>
                <a:prstClr val="black"/>
                <a:schemeClr val="accent3">
                  <a:tint val="45000"/>
                  <a:satMod val="400000"/>
                </a:schemeClr>
              </a:duotone>
              <a:alphaModFix amt="50000"/>
            </a:blip>
            <a:srcRect t="7865" r="14932" b="7865"/>
            <a:stretch>
              <a:fillRect/>
            </a:stretch>
          </p:blipFill>
          <p:spPr>
            <a:xfrm>
              <a:off x="335367" y="1244402"/>
              <a:ext cx="2749107" cy="1150844"/>
            </a:xfrm>
            <a:prstGeom prst="rect">
              <a:avLst/>
            </a:prstGeom>
            <a:blipFill dpi="0" rotWithShape="1">
              <a:blip r:embed="rId6">
                <a:duotone>
                  <a:prstClr val="black"/>
                  <a:schemeClr val="accent3">
                    <a:tint val="45000"/>
                    <a:satMod val="400000"/>
                  </a:schemeClr>
                </a:duotone>
                <a:alphaModFix amt="50000"/>
                <a:extLst>
                  <a:ext uri="{28A0092B-C50C-407E-A947-70E740481C1C}">
                    <a14:useLocalDpi xmlns:a14="http://schemas.microsoft.com/office/drawing/2010/main" val="0"/>
                  </a:ext>
                </a:extLst>
              </a:blip>
              <a:srcRect/>
              <a:stretch>
                <a:fillRect/>
              </a:stretch>
            </a:blipFill>
          </p:spPr>
        </p:pic>
        <p:sp>
          <p:nvSpPr>
            <p:cNvPr id="53" name="object 13">
              <a:extLst>
                <a:ext uri="{FF2B5EF4-FFF2-40B4-BE49-F238E27FC236}">
                  <a16:creationId xmlns:a16="http://schemas.microsoft.com/office/drawing/2014/main" id="{E7700E37-CB6B-2B51-5F7F-BC8F4DEF6AC5}"/>
                </a:ext>
              </a:extLst>
            </p:cNvPr>
            <p:cNvSpPr txBox="1"/>
            <p:nvPr/>
          </p:nvSpPr>
          <p:spPr>
            <a:xfrm>
              <a:off x="335367" y="1951694"/>
              <a:ext cx="2749107" cy="443593"/>
            </a:xfrm>
            <a:prstGeom prst="rect">
              <a:avLst/>
            </a:prstGeom>
          </p:spPr>
          <p:txBody>
            <a:bodyPr vert="horz" wrap="square" lIns="179988" tIns="107993" rIns="0" bIns="107993" rtlCol="0" anchor="b" anchorCtr="0">
              <a:noAutofit/>
            </a:bodyPr>
            <a:lstStyle/>
            <a:p>
              <a:pPr marL="7701" marR="0" lvl="0" indent="0" algn="l" defTabSz="554440" rtl="0" eaLnBrk="1" fontAlgn="auto" latinLnBrk="0" hangingPunct="1">
                <a:lnSpc>
                  <a:spcPct val="100000"/>
                </a:lnSpc>
                <a:spcBef>
                  <a:spcPts val="79"/>
                </a:spcBef>
                <a:spcAft>
                  <a:spcPts val="0"/>
                </a:spcAft>
                <a:buClrTx/>
                <a:buSzTx/>
                <a:buFontTx/>
                <a:buNone/>
                <a:tabLst/>
                <a:defRPr/>
              </a:pPr>
              <a:r>
                <a:rPr kumimoji="0" lang="pt-BR" sz="1880" b="1"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rPr>
                <a:t>Private </a:t>
              </a:r>
              <a:br>
                <a:rPr kumimoji="0" lang="pt-BR" sz="1880" b="1"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rPr>
              </a:br>
              <a:r>
                <a:rPr kumimoji="0" lang="pt-BR" sz="1880" b="1" i="0" u="none" strike="noStrike" kern="0" cap="none" spc="0" normalizeH="0" baseline="0" noProof="0" err="1">
                  <a:ln>
                    <a:noFill/>
                  </a:ln>
                  <a:solidFill>
                    <a:srgbClr val="FFFFFF"/>
                  </a:solidFill>
                  <a:effectLst/>
                  <a:uLnTx/>
                  <a:uFillTx/>
                  <a:latin typeface="Versos" panose="020B0503020204030204" pitchFamily="34" charset="0"/>
                  <a:ea typeface="+mn-ea"/>
                  <a:cs typeface="Versos Light"/>
                  <a:sym typeface="Arial"/>
                </a:rPr>
                <a:t>Solutions</a:t>
              </a:r>
              <a:endParaRPr kumimoji="0" sz="188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Versos Light"/>
                <a:sym typeface="Arial"/>
              </a:endParaRPr>
            </a:p>
          </p:txBody>
        </p:sp>
        <p:sp>
          <p:nvSpPr>
            <p:cNvPr id="54" name="object 17">
              <a:extLst>
                <a:ext uri="{FF2B5EF4-FFF2-40B4-BE49-F238E27FC236}">
                  <a16:creationId xmlns:a16="http://schemas.microsoft.com/office/drawing/2014/main" id="{E18A5AD0-1A8A-1CAD-4E41-D5D4722D4F6D}"/>
                </a:ext>
              </a:extLst>
            </p:cNvPr>
            <p:cNvSpPr txBox="1"/>
            <p:nvPr/>
          </p:nvSpPr>
          <p:spPr>
            <a:xfrm>
              <a:off x="335368" y="2914382"/>
              <a:ext cx="2749106" cy="544612"/>
            </a:xfrm>
            <a:prstGeom prst="rect">
              <a:avLst/>
            </a:prstGeom>
            <a:ln w="10470">
              <a:solidFill>
                <a:schemeClr val="bg1">
                  <a:lumMod val="8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lang="pt-BR" sz="1334" b="0" i="0" u="none" strike="noStrike" kern="0" cap="none" spc="-6" normalizeH="0" baseline="0" noProof="0">
                  <a:ln>
                    <a:noFill/>
                  </a:ln>
                  <a:solidFill>
                    <a:srgbClr val="E6EDF1">
                      <a:lumMod val="90000"/>
                    </a:srgbClr>
                  </a:solidFill>
                  <a:effectLst/>
                  <a:uLnTx/>
                  <a:uFillTx/>
                  <a:latin typeface="Versos Light"/>
                  <a:ea typeface="+mn-ea"/>
                  <a:cs typeface="Versos Light"/>
                  <a:sym typeface="Arial"/>
                </a:rPr>
                <a:t>Estruturas Exclusivas</a:t>
              </a:r>
              <a:endParaRPr kumimoji="0" sz="1334" b="0" i="0" u="none" strike="noStrike" kern="0" cap="none" spc="0" normalizeH="0" baseline="0" noProof="0">
                <a:ln>
                  <a:noFill/>
                </a:ln>
                <a:solidFill>
                  <a:srgbClr val="E6EDF1">
                    <a:lumMod val="90000"/>
                  </a:srgbClr>
                </a:solidFill>
                <a:effectLst/>
                <a:uLnTx/>
                <a:uFillTx/>
                <a:latin typeface="Versos Light"/>
                <a:ea typeface="+mn-ea"/>
                <a:cs typeface="Versos Light"/>
                <a:sym typeface="Arial"/>
              </a:endParaRPr>
            </a:p>
          </p:txBody>
        </p:sp>
        <p:sp>
          <p:nvSpPr>
            <p:cNvPr id="55" name="object 31">
              <a:extLst>
                <a:ext uri="{FF2B5EF4-FFF2-40B4-BE49-F238E27FC236}">
                  <a16:creationId xmlns:a16="http://schemas.microsoft.com/office/drawing/2014/main" id="{86E02262-3149-6124-9BFE-72C8614BD85C}"/>
                </a:ext>
              </a:extLst>
            </p:cNvPr>
            <p:cNvSpPr/>
            <p:nvPr/>
          </p:nvSpPr>
          <p:spPr>
            <a:xfrm flipV="1">
              <a:off x="335367" y="2611429"/>
              <a:ext cx="2749107" cy="4571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40"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rgbClr val="E6EDF1">
                    <a:lumMod val="75000"/>
                  </a:srgbClr>
                </a:solidFill>
                <a:effectLst/>
                <a:uLnTx/>
                <a:uFillTx/>
                <a:latin typeface="Calibri"/>
                <a:ea typeface="+mn-ea"/>
                <a:cs typeface="Arial"/>
                <a:sym typeface="Arial"/>
              </a:endParaRPr>
            </a:p>
          </p:txBody>
        </p:sp>
      </p:grpSp>
      <p:grpSp>
        <p:nvGrpSpPr>
          <p:cNvPr id="5" name="Group 4">
            <a:extLst>
              <a:ext uri="{FF2B5EF4-FFF2-40B4-BE49-F238E27FC236}">
                <a16:creationId xmlns:a16="http://schemas.microsoft.com/office/drawing/2014/main" id="{0EDB423A-CC27-9068-337B-377BC34C13FA}"/>
              </a:ext>
            </a:extLst>
          </p:cNvPr>
          <p:cNvGrpSpPr/>
          <p:nvPr/>
        </p:nvGrpSpPr>
        <p:grpSpPr>
          <a:xfrm>
            <a:off x="7390067" y="1246631"/>
            <a:ext cx="2156776" cy="4349509"/>
            <a:chOff x="7419767" y="1246631"/>
            <a:chExt cx="2870822" cy="4349509"/>
          </a:xfrm>
        </p:grpSpPr>
        <p:pic>
          <p:nvPicPr>
            <p:cNvPr id="6" name="object 8">
              <a:extLst>
                <a:ext uri="{FF2B5EF4-FFF2-40B4-BE49-F238E27FC236}">
                  <a16:creationId xmlns:a16="http://schemas.microsoft.com/office/drawing/2014/main" id="{25093FD8-15DF-3676-E496-B63FBC86BB00}"/>
                </a:ext>
              </a:extLst>
            </p:cNvPr>
            <p:cNvPicPr/>
            <p:nvPr/>
          </p:nvPicPr>
          <p:blipFill rotWithShape="1">
            <a:blip r:embed="rId7" cstate="print">
              <a:duotone>
                <a:prstClr val="black"/>
                <a:schemeClr val="tx2">
                  <a:tint val="45000"/>
                  <a:satMod val="400000"/>
                </a:schemeClr>
              </a:duotone>
            </a:blip>
            <a:srcRect l="8453" r="20862"/>
            <a:stretch>
              <a:fillRect/>
            </a:stretch>
          </p:blipFill>
          <p:spPr>
            <a:xfrm>
              <a:off x="7541479" y="1246631"/>
              <a:ext cx="2749108" cy="1148655"/>
            </a:xfrm>
            <a:prstGeom prst="rect">
              <a:avLst/>
            </a:prstGeom>
          </p:spPr>
        </p:pic>
        <p:sp>
          <p:nvSpPr>
            <p:cNvPr id="7" name="object 15">
              <a:extLst>
                <a:ext uri="{FF2B5EF4-FFF2-40B4-BE49-F238E27FC236}">
                  <a16:creationId xmlns:a16="http://schemas.microsoft.com/office/drawing/2014/main" id="{4FD7B875-F3BE-311C-A575-B6A180300BE1}"/>
                </a:ext>
              </a:extLst>
            </p:cNvPr>
            <p:cNvSpPr txBox="1"/>
            <p:nvPr/>
          </p:nvSpPr>
          <p:spPr>
            <a:xfrm>
              <a:off x="7419767" y="1538039"/>
              <a:ext cx="2870822" cy="857247"/>
            </a:xfrm>
            <a:prstGeom prst="rect">
              <a:avLst/>
            </a:prstGeom>
          </p:spPr>
          <p:txBody>
            <a:bodyPr vert="horz" wrap="square" lIns="179988" tIns="107993" rIns="0" bIns="107993" rtlCol="0" anchor="b" anchorCtr="0">
              <a:noAutofit/>
            </a:bodyPr>
            <a:lstStyle/>
            <a:p>
              <a:pPr marL="7701" marR="3081" lvl="0" indent="0" algn="l" defTabSz="554440" rtl="0" eaLnBrk="1" fontAlgn="auto" latinLnBrk="0" hangingPunct="1">
                <a:lnSpc>
                  <a:spcPct val="101099"/>
                </a:lnSpc>
                <a:spcBef>
                  <a:spcPts val="55"/>
                </a:spcBef>
                <a:spcAft>
                  <a:spcPts val="0"/>
                </a:spcAft>
                <a:buClrTx/>
                <a:buSzTx/>
                <a:buFontTx/>
                <a:buNone/>
                <a:tabLst/>
                <a:defRPr/>
              </a:pPr>
              <a:r>
                <a:rPr kumimoji="0" sz="1880" b="1" i="0" u="none" strike="noStrike" kern="0" cap="none" spc="-6" normalizeH="0" baseline="0" noProof="0">
                  <a:ln>
                    <a:noFill/>
                  </a:ln>
                  <a:solidFill>
                    <a:srgbClr val="FFFFFF"/>
                  </a:solidFill>
                  <a:effectLst/>
                  <a:uLnTx/>
                  <a:uFillTx/>
                  <a:latin typeface="Versos" panose="020B0503020204030204" pitchFamily="34" charset="0"/>
                  <a:ea typeface="+mn-ea"/>
                  <a:cs typeface="Versos Light"/>
                  <a:sym typeface="Arial"/>
                </a:rPr>
                <a:t>Investment </a:t>
              </a:r>
              <a:br>
                <a:rPr kumimoji="0" lang="pt-BR" sz="1880" b="1" i="0" u="none" strike="noStrike" kern="0" cap="none" spc="-6" normalizeH="0" baseline="0" noProof="0">
                  <a:ln>
                    <a:noFill/>
                  </a:ln>
                  <a:solidFill>
                    <a:srgbClr val="FFFFFF"/>
                  </a:solidFill>
                  <a:effectLst/>
                  <a:uLnTx/>
                  <a:uFillTx/>
                  <a:latin typeface="Versos" panose="020B0503020204030204" pitchFamily="34" charset="0"/>
                  <a:ea typeface="+mn-ea"/>
                  <a:cs typeface="Versos Light"/>
                  <a:sym typeface="Arial"/>
                </a:rPr>
              </a:br>
              <a:r>
                <a:rPr kumimoji="0" sz="1880" b="1"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rPr>
                <a:t>Solutions</a:t>
              </a:r>
              <a:r>
                <a:rPr kumimoji="0" sz="1880" b="1" i="0" u="none" strike="noStrike" kern="0" cap="none" spc="49" normalizeH="0" baseline="0" noProof="0">
                  <a:ln>
                    <a:noFill/>
                  </a:ln>
                  <a:solidFill>
                    <a:srgbClr val="FFFFFF"/>
                  </a:solidFill>
                  <a:effectLst/>
                  <a:uLnTx/>
                  <a:uFillTx/>
                  <a:latin typeface="Versos" panose="020B0503020204030204" pitchFamily="34" charset="0"/>
                  <a:ea typeface="+mn-ea"/>
                  <a:cs typeface="Versos Light"/>
                  <a:sym typeface="Arial"/>
                </a:rPr>
                <a:t> </a:t>
              </a:r>
              <a:r>
                <a:rPr kumimoji="0" sz="1880" b="1" i="0" u="none" strike="noStrike" kern="0" cap="none" spc="0" normalizeH="0" baseline="0" noProof="0">
                  <a:ln>
                    <a:noFill/>
                  </a:ln>
                  <a:solidFill>
                    <a:srgbClr val="FFFFFF"/>
                  </a:solidFill>
                  <a:effectLst/>
                  <a:uLnTx/>
                  <a:uFillTx/>
                  <a:latin typeface="Versos" panose="020B0503020204030204" pitchFamily="34" charset="0"/>
                  <a:ea typeface="+mn-ea"/>
                  <a:cs typeface="Versos Light"/>
                  <a:sym typeface="Arial"/>
                </a:rPr>
                <a:t>&amp;</a:t>
              </a:r>
              <a:r>
                <a:rPr kumimoji="0" sz="1880" b="1" i="0" u="none" strike="noStrike" kern="0" cap="none" spc="52" normalizeH="0" baseline="0" noProof="0">
                  <a:ln>
                    <a:noFill/>
                  </a:ln>
                  <a:solidFill>
                    <a:srgbClr val="FFFFFF"/>
                  </a:solidFill>
                  <a:effectLst/>
                  <a:uLnTx/>
                  <a:uFillTx/>
                  <a:latin typeface="Versos" panose="020B0503020204030204" pitchFamily="34" charset="0"/>
                  <a:ea typeface="+mn-ea"/>
                  <a:cs typeface="Versos Light"/>
                  <a:sym typeface="Arial"/>
                </a:rPr>
                <a:t> </a:t>
              </a:r>
              <a:r>
                <a:rPr kumimoji="0" sz="1880" b="1" i="0" u="none" strike="noStrike" kern="0" cap="none" spc="-15" normalizeH="0" baseline="0" noProof="0" err="1">
                  <a:ln>
                    <a:noFill/>
                  </a:ln>
                  <a:solidFill>
                    <a:srgbClr val="FFFFFF"/>
                  </a:solidFill>
                  <a:effectLst/>
                  <a:uLnTx/>
                  <a:uFillTx/>
                  <a:latin typeface="Versos" panose="020B0503020204030204" pitchFamily="34" charset="0"/>
                  <a:ea typeface="+mn-ea"/>
                  <a:cs typeface="Versos Light"/>
                  <a:sym typeface="Arial"/>
                </a:rPr>
                <a:t>FoF</a:t>
              </a:r>
              <a:endParaRPr kumimoji="0" sz="188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Versos Light"/>
                <a:sym typeface="Arial"/>
              </a:endParaRPr>
            </a:p>
          </p:txBody>
        </p:sp>
        <p:sp>
          <p:nvSpPr>
            <p:cNvPr id="8" name="object 19">
              <a:extLst>
                <a:ext uri="{FF2B5EF4-FFF2-40B4-BE49-F238E27FC236}">
                  <a16:creationId xmlns:a16="http://schemas.microsoft.com/office/drawing/2014/main" id="{B6D85DCB-BE83-0C2B-59E4-E91607EEAA0A}"/>
                </a:ext>
              </a:extLst>
            </p:cNvPr>
            <p:cNvSpPr txBox="1"/>
            <p:nvPr/>
          </p:nvSpPr>
          <p:spPr>
            <a:xfrm>
              <a:off x="7541479" y="2914382"/>
              <a:ext cx="2749108" cy="544612"/>
            </a:xfrm>
            <a:prstGeom prst="rect">
              <a:avLst/>
            </a:prstGeom>
            <a:ln w="10470">
              <a:solidFill>
                <a:schemeClr val="bg1">
                  <a:lumMod val="6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sz="1334" b="0" i="0" u="none" strike="noStrike" kern="0" cap="none" spc="0" normalizeH="0" baseline="0" noProof="0">
                  <a:ln>
                    <a:noFill/>
                  </a:ln>
                  <a:solidFill>
                    <a:srgbClr val="FFFFFF"/>
                  </a:solidFill>
                  <a:effectLst/>
                  <a:uLnTx/>
                  <a:uFillTx/>
                  <a:latin typeface="Versos Light"/>
                  <a:ea typeface="+mn-ea"/>
                  <a:cs typeface="Versos Light"/>
                  <a:sym typeface="Arial"/>
                </a:rPr>
                <a:t>Fundo</a:t>
              </a:r>
              <a:r>
                <a:rPr kumimoji="0" sz="1334" b="0" i="0" u="none" strike="noStrike" kern="0" cap="none" spc="24" normalizeH="0" baseline="0" noProof="0">
                  <a:ln>
                    <a:noFill/>
                  </a:ln>
                  <a:solidFill>
                    <a:srgbClr val="FFFFFF"/>
                  </a:solidFill>
                  <a:effectLst/>
                  <a:uLnTx/>
                  <a:uFillTx/>
                  <a:latin typeface="Versos Light"/>
                  <a:ea typeface="+mn-ea"/>
                  <a:cs typeface="Versos Light"/>
                  <a:sym typeface="Arial"/>
                </a:rPr>
                <a:t> </a:t>
              </a:r>
              <a:r>
                <a:rPr kumimoji="0" sz="1334" b="0" i="0" u="none" strike="noStrike" kern="0" cap="none" spc="0" normalizeH="0" baseline="0" noProof="0">
                  <a:ln>
                    <a:noFill/>
                  </a:ln>
                  <a:solidFill>
                    <a:srgbClr val="FFFFFF"/>
                  </a:solidFill>
                  <a:effectLst/>
                  <a:uLnTx/>
                  <a:uFillTx/>
                  <a:latin typeface="Versos Light"/>
                  <a:ea typeface="+mn-ea"/>
                  <a:cs typeface="Versos Light"/>
                  <a:sym typeface="Arial"/>
                </a:rPr>
                <a:t>de</a:t>
              </a:r>
              <a:r>
                <a:rPr kumimoji="0" sz="1334" b="0" i="0" u="none" strike="noStrike" kern="0" cap="none" spc="27" normalizeH="0" baseline="0" noProof="0">
                  <a:ln>
                    <a:noFill/>
                  </a:ln>
                  <a:solidFill>
                    <a:srgbClr val="FFFFFF"/>
                  </a:solidFill>
                  <a:effectLst/>
                  <a:uLnTx/>
                  <a:uFillTx/>
                  <a:latin typeface="Versos Light"/>
                  <a:ea typeface="+mn-ea"/>
                  <a:cs typeface="Versos Light"/>
                  <a:sym typeface="Arial"/>
                </a:rPr>
                <a:t> </a:t>
              </a:r>
              <a:r>
                <a:rPr kumimoji="0" sz="1334" b="0" i="0" u="none" strike="noStrike" kern="0" cap="none" spc="-6" normalizeH="0" baseline="0" noProof="0" err="1">
                  <a:ln>
                    <a:noFill/>
                  </a:ln>
                  <a:solidFill>
                    <a:srgbClr val="FFFFFF"/>
                  </a:solidFill>
                  <a:effectLst/>
                  <a:uLnTx/>
                  <a:uFillTx/>
                  <a:latin typeface="Versos Light"/>
                  <a:ea typeface="+mn-ea"/>
                  <a:cs typeface="Versos Light"/>
                  <a:sym typeface="Arial"/>
                </a:rPr>
                <a:t>Fundos</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9" name="object 23">
              <a:extLst>
                <a:ext uri="{FF2B5EF4-FFF2-40B4-BE49-F238E27FC236}">
                  <a16:creationId xmlns:a16="http://schemas.microsoft.com/office/drawing/2014/main" id="{B7EB7961-2F04-33C0-CB75-AD92DD33FE54}"/>
                </a:ext>
              </a:extLst>
            </p:cNvPr>
            <p:cNvSpPr txBox="1"/>
            <p:nvPr/>
          </p:nvSpPr>
          <p:spPr>
            <a:xfrm>
              <a:off x="7541479" y="4339147"/>
              <a:ext cx="2749108" cy="544612"/>
            </a:xfrm>
            <a:prstGeom prst="rect">
              <a:avLst/>
            </a:prstGeom>
            <a:ln w="10470">
              <a:solidFill>
                <a:schemeClr val="bg1">
                  <a:lumMod val="6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sz="1334" b="0" i="0" u="none" strike="noStrike" kern="0" cap="none" spc="0" normalizeH="0" baseline="0" noProof="0">
                  <a:ln>
                    <a:noFill/>
                  </a:ln>
                  <a:solidFill>
                    <a:srgbClr val="FFFFFF"/>
                  </a:solidFill>
                  <a:effectLst/>
                  <a:uLnTx/>
                  <a:uFillTx/>
                  <a:latin typeface="Versos Light"/>
                  <a:ea typeface="+mn-ea"/>
                  <a:cs typeface="Versos Light"/>
                  <a:sym typeface="Arial"/>
                </a:rPr>
                <a:t>Renda</a:t>
              </a:r>
              <a:r>
                <a:rPr kumimoji="0" sz="1334" b="0" i="0" u="none" strike="noStrike" kern="0" cap="none" spc="12" normalizeH="0" baseline="0" noProof="0">
                  <a:ln>
                    <a:noFill/>
                  </a:ln>
                  <a:solidFill>
                    <a:srgbClr val="FFFFFF"/>
                  </a:solidFill>
                  <a:effectLst/>
                  <a:uLnTx/>
                  <a:uFillTx/>
                  <a:latin typeface="Versos Light"/>
                  <a:ea typeface="+mn-ea"/>
                  <a:cs typeface="Versos Light"/>
                  <a:sym typeface="Arial"/>
                </a:rPr>
                <a:t> </a:t>
              </a:r>
              <a:r>
                <a:rPr kumimoji="0" sz="1334" b="0" i="0" u="none" strike="noStrike" kern="0" cap="none" spc="-12" normalizeH="0" baseline="0" noProof="0">
                  <a:ln>
                    <a:noFill/>
                  </a:ln>
                  <a:solidFill>
                    <a:srgbClr val="FFFFFF"/>
                  </a:solidFill>
                  <a:effectLst/>
                  <a:uLnTx/>
                  <a:uFillTx/>
                  <a:latin typeface="Versos Light"/>
                  <a:ea typeface="+mn-ea"/>
                  <a:cs typeface="Versos Light"/>
                  <a:sym typeface="Arial"/>
                </a:rPr>
                <a:t>Fixa</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10" name="object 33">
              <a:extLst>
                <a:ext uri="{FF2B5EF4-FFF2-40B4-BE49-F238E27FC236}">
                  <a16:creationId xmlns:a16="http://schemas.microsoft.com/office/drawing/2014/main" id="{B17D03E9-81FE-03C8-425C-5B14A8DACBF0}"/>
                </a:ext>
              </a:extLst>
            </p:cNvPr>
            <p:cNvSpPr/>
            <p:nvPr/>
          </p:nvSpPr>
          <p:spPr>
            <a:xfrm flipV="1">
              <a:off x="7541479" y="2611429"/>
              <a:ext cx="2749108" cy="45719"/>
            </a:xfrm>
            <a:custGeom>
              <a:avLst/>
              <a:gdLst/>
              <a:ahLst/>
              <a:cxnLst/>
              <a:rect l="l" t="t" r="r" b="b"/>
              <a:pathLst>
                <a:path w="3848734">
                  <a:moveTo>
                    <a:pt x="0" y="0"/>
                  </a:moveTo>
                  <a:lnTo>
                    <a:pt x="3848699" y="0"/>
                  </a:lnTo>
                </a:path>
              </a:pathLst>
            </a:custGeom>
            <a:ln w="10470">
              <a:solidFill>
                <a:schemeClr val="bg1"/>
              </a:solidFill>
            </a:ln>
          </p:spPr>
          <p:txBody>
            <a:bodyPr wrap="square" lIns="0" tIns="0" rIns="0" bIns="0" rtlCol="0"/>
            <a:lstStyle/>
            <a:p>
              <a:pPr marL="0" marR="0" lvl="0" indent="0" algn="l" defTabSz="554440"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Arial"/>
                <a:sym typeface="Arial"/>
              </a:endParaRPr>
            </a:p>
          </p:txBody>
        </p:sp>
        <p:sp>
          <p:nvSpPr>
            <p:cNvPr id="11" name="object 22">
              <a:extLst>
                <a:ext uri="{FF2B5EF4-FFF2-40B4-BE49-F238E27FC236}">
                  <a16:creationId xmlns:a16="http://schemas.microsoft.com/office/drawing/2014/main" id="{1DE14D37-9410-06A1-CF73-4645AD927DFA}"/>
                </a:ext>
              </a:extLst>
            </p:cNvPr>
            <p:cNvSpPr txBox="1"/>
            <p:nvPr/>
          </p:nvSpPr>
          <p:spPr>
            <a:xfrm>
              <a:off x="7541479" y="3626765"/>
              <a:ext cx="2749108" cy="544612"/>
            </a:xfrm>
            <a:prstGeom prst="rect">
              <a:avLst/>
            </a:prstGeom>
            <a:ln w="10470">
              <a:solidFill>
                <a:schemeClr val="bg1">
                  <a:lumMod val="6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sz="1334" b="0" i="0" u="none" strike="noStrike" kern="0" cap="none" spc="0" normalizeH="0" baseline="0" noProof="0">
                  <a:ln>
                    <a:noFill/>
                  </a:ln>
                  <a:solidFill>
                    <a:srgbClr val="FFFFFF"/>
                  </a:solidFill>
                  <a:effectLst/>
                  <a:uLnTx/>
                  <a:uFillTx/>
                  <a:latin typeface="Versos Light"/>
                  <a:ea typeface="+mn-ea"/>
                  <a:cs typeface="Versos Light"/>
                  <a:sym typeface="Arial"/>
                </a:rPr>
                <a:t>Asset</a:t>
              </a:r>
              <a:r>
                <a:rPr kumimoji="0" sz="1334" b="0" i="0" u="none" strike="noStrike" kern="0" cap="none" spc="15" normalizeH="0" baseline="0" noProof="0">
                  <a:ln>
                    <a:noFill/>
                  </a:ln>
                  <a:solidFill>
                    <a:srgbClr val="FFFFFF"/>
                  </a:solidFill>
                  <a:effectLst/>
                  <a:uLnTx/>
                  <a:uFillTx/>
                  <a:latin typeface="Versos Light"/>
                  <a:ea typeface="+mn-ea"/>
                  <a:cs typeface="Versos Light"/>
                  <a:sym typeface="Arial"/>
                </a:rPr>
                <a:t> </a:t>
              </a:r>
              <a:r>
                <a:rPr kumimoji="0" sz="1334" b="0" i="0" u="none" strike="noStrike" kern="0" cap="none" spc="-6" normalizeH="0" baseline="0" noProof="0">
                  <a:ln>
                    <a:noFill/>
                  </a:ln>
                  <a:solidFill>
                    <a:srgbClr val="FFFFFF"/>
                  </a:solidFill>
                  <a:effectLst/>
                  <a:uLnTx/>
                  <a:uFillTx/>
                  <a:latin typeface="Versos Light"/>
                  <a:ea typeface="+mn-ea"/>
                  <a:cs typeface="Versos Light"/>
                  <a:sym typeface="Arial"/>
                </a:rPr>
                <a:t>Allocation</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12" name="object 24">
              <a:extLst>
                <a:ext uri="{FF2B5EF4-FFF2-40B4-BE49-F238E27FC236}">
                  <a16:creationId xmlns:a16="http://schemas.microsoft.com/office/drawing/2014/main" id="{962DF96F-9FAB-3266-B3EE-E81EDA36CCEB}"/>
                </a:ext>
              </a:extLst>
            </p:cNvPr>
            <p:cNvSpPr txBox="1"/>
            <p:nvPr/>
          </p:nvSpPr>
          <p:spPr>
            <a:xfrm>
              <a:off x="7541479" y="5051528"/>
              <a:ext cx="2749108" cy="544612"/>
            </a:xfrm>
            <a:prstGeom prst="rect">
              <a:avLst/>
            </a:prstGeom>
            <a:ln w="10470">
              <a:solidFill>
                <a:schemeClr val="bg1">
                  <a:lumMod val="6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sz="1334" b="0" i="0" u="none" strike="noStrike" kern="0" cap="none" spc="-6" normalizeH="0" baseline="0" noProof="0">
                  <a:ln>
                    <a:noFill/>
                  </a:ln>
                  <a:solidFill>
                    <a:srgbClr val="FFFFFF"/>
                  </a:solidFill>
                  <a:effectLst/>
                  <a:uLnTx/>
                  <a:uFillTx/>
                  <a:latin typeface="Versos Light"/>
                  <a:ea typeface="+mn-ea"/>
                  <a:cs typeface="Versos Light"/>
                  <a:sym typeface="Arial"/>
                </a:rPr>
                <a:t>Equities</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grpSp>
        <p:nvGrpSpPr>
          <p:cNvPr id="20" name="Group 4">
            <a:extLst>
              <a:ext uri="{FF2B5EF4-FFF2-40B4-BE49-F238E27FC236}">
                <a16:creationId xmlns:a16="http://schemas.microsoft.com/office/drawing/2014/main" id="{1BC12B95-60A7-1673-04BB-C6454E61C740}"/>
              </a:ext>
            </a:extLst>
          </p:cNvPr>
          <p:cNvGrpSpPr/>
          <p:nvPr/>
        </p:nvGrpSpPr>
        <p:grpSpPr>
          <a:xfrm>
            <a:off x="5080276" y="1246631"/>
            <a:ext cx="2065336" cy="3637128"/>
            <a:chOff x="7541478" y="1246631"/>
            <a:chExt cx="2749109" cy="3637128"/>
          </a:xfrm>
        </p:grpSpPr>
        <p:pic>
          <p:nvPicPr>
            <p:cNvPr id="21" name="object 8">
              <a:extLst>
                <a:ext uri="{FF2B5EF4-FFF2-40B4-BE49-F238E27FC236}">
                  <a16:creationId xmlns:a16="http://schemas.microsoft.com/office/drawing/2014/main" id="{BCC56E5E-D8F2-2369-8DDC-6CFB3924B057}"/>
                </a:ext>
              </a:extLst>
            </p:cNvPr>
            <p:cNvPicPr/>
            <p:nvPr/>
          </p:nvPicPr>
          <p:blipFill>
            <a:blip r:embed="rId8">
              <a:alphaModFix amt="64000"/>
            </a:blip>
            <a:srcRect l="3005" r="17042"/>
            <a:stretch>
              <a:fillRect/>
            </a:stretch>
          </p:blipFill>
          <p:spPr>
            <a:xfrm>
              <a:off x="7541479" y="1246631"/>
              <a:ext cx="2749108" cy="1148655"/>
            </a:xfrm>
            <a:prstGeom prst="rect">
              <a:avLst/>
            </a:prstGeom>
          </p:spPr>
        </p:pic>
        <p:sp>
          <p:nvSpPr>
            <p:cNvPr id="22" name="object 15">
              <a:extLst>
                <a:ext uri="{FF2B5EF4-FFF2-40B4-BE49-F238E27FC236}">
                  <a16:creationId xmlns:a16="http://schemas.microsoft.com/office/drawing/2014/main" id="{1DAF4297-9FF5-1447-F931-E2C5EF4277DB}"/>
                </a:ext>
              </a:extLst>
            </p:cNvPr>
            <p:cNvSpPr txBox="1"/>
            <p:nvPr/>
          </p:nvSpPr>
          <p:spPr>
            <a:xfrm>
              <a:off x="7541478" y="1538039"/>
              <a:ext cx="2749107" cy="857247"/>
            </a:xfrm>
            <a:prstGeom prst="rect">
              <a:avLst/>
            </a:prstGeom>
          </p:spPr>
          <p:txBody>
            <a:bodyPr vert="horz" wrap="square" lIns="179988" tIns="107993" rIns="0" bIns="107993" rtlCol="0" anchor="b" anchorCtr="0">
              <a:noAutofit/>
            </a:bodyPr>
            <a:lstStyle/>
            <a:p>
              <a:pPr marL="7701" marR="3081" lvl="0" indent="0" algn="l" defTabSz="554440" rtl="0" eaLnBrk="1" fontAlgn="auto" latinLnBrk="0" hangingPunct="1">
                <a:lnSpc>
                  <a:spcPct val="101099"/>
                </a:lnSpc>
                <a:spcBef>
                  <a:spcPts val="55"/>
                </a:spcBef>
                <a:spcAft>
                  <a:spcPts val="0"/>
                </a:spcAft>
                <a:buClrTx/>
                <a:buSzTx/>
                <a:buFontTx/>
                <a:buNone/>
                <a:tabLst/>
                <a:defRPr/>
              </a:pPr>
              <a:r>
                <a:rPr kumimoji="0" lang="pt-BR" sz="1880" b="1" i="0" u="none" strike="noStrike" kern="0" cap="none" spc="-6" normalizeH="0" baseline="0" noProof="0">
                  <a:ln>
                    <a:noFill/>
                  </a:ln>
                  <a:solidFill>
                    <a:srgbClr val="FFFFFF"/>
                  </a:solidFill>
                  <a:effectLst/>
                  <a:uLnTx/>
                  <a:uFillTx/>
                  <a:latin typeface="Versos" panose="020B0503020204030204" pitchFamily="34" charset="0"/>
                  <a:ea typeface="+mn-ea"/>
                  <a:cs typeface="Versos Light"/>
                  <a:sym typeface="Arial"/>
                </a:rPr>
                <a:t>Energia </a:t>
              </a:r>
            </a:p>
            <a:p>
              <a:pPr marL="7701" marR="3081" lvl="0" indent="0" algn="l" defTabSz="554440" rtl="0" eaLnBrk="1" fontAlgn="auto" latinLnBrk="0" hangingPunct="1">
                <a:lnSpc>
                  <a:spcPct val="101099"/>
                </a:lnSpc>
                <a:spcBef>
                  <a:spcPts val="55"/>
                </a:spcBef>
                <a:spcAft>
                  <a:spcPts val="0"/>
                </a:spcAft>
                <a:buClrTx/>
                <a:buSzTx/>
                <a:buFontTx/>
                <a:buNone/>
                <a:tabLst/>
                <a:defRPr/>
              </a:pPr>
              <a:r>
                <a:rPr kumimoji="0" lang="pt-BR" sz="1880" b="1" i="0" u="none" strike="noStrike" kern="0" cap="none" spc="-6" normalizeH="0" baseline="0" noProof="0">
                  <a:ln>
                    <a:noFill/>
                  </a:ln>
                  <a:solidFill>
                    <a:srgbClr val="FFFFFF"/>
                  </a:solidFill>
                  <a:effectLst/>
                  <a:uLnTx/>
                  <a:uFillTx/>
                  <a:latin typeface="Versos" panose="020B0503020204030204" pitchFamily="34" charset="0"/>
                  <a:ea typeface="+mn-ea"/>
                  <a:cs typeface="Versos Light"/>
                  <a:sym typeface="Arial"/>
                </a:rPr>
                <a:t>&amp; Infra</a:t>
              </a:r>
              <a:endParaRPr kumimoji="0" sz="1880" b="1" i="0" u="none" strike="noStrike" kern="0" cap="none" spc="0" normalizeH="0" baseline="0" noProof="0">
                <a:ln>
                  <a:noFill/>
                </a:ln>
                <a:solidFill>
                  <a:sysClr val="windowText" lastClr="000000"/>
                </a:solidFill>
                <a:effectLst/>
                <a:uLnTx/>
                <a:uFillTx/>
                <a:latin typeface="Versos" panose="020B0503020204030204" pitchFamily="34" charset="0"/>
                <a:ea typeface="+mn-ea"/>
                <a:cs typeface="Versos Light"/>
                <a:sym typeface="Arial"/>
              </a:endParaRPr>
            </a:p>
          </p:txBody>
        </p:sp>
        <p:sp>
          <p:nvSpPr>
            <p:cNvPr id="23" name="object 19">
              <a:extLst>
                <a:ext uri="{FF2B5EF4-FFF2-40B4-BE49-F238E27FC236}">
                  <a16:creationId xmlns:a16="http://schemas.microsoft.com/office/drawing/2014/main" id="{75F7E7E5-2FEC-D386-2065-0B2C6B3464B6}"/>
                </a:ext>
              </a:extLst>
            </p:cNvPr>
            <p:cNvSpPr txBox="1"/>
            <p:nvPr/>
          </p:nvSpPr>
          <p:spPr>
            <a:xfrm>
              <a:off x="7541479" y="2914382"/>
              <a:ext cx="2749108" cy="544612"/>
            </a:xfrm>
            <a:prstGeom prst="rect">
              <a:avLst/>
            </a:prstGeom>
            <a:ln w="10470">
              <a:solidFill>
                <a:schemeClr val="bg1">
                  <a:lumMod val="6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lang="pt-BR" sz="1334" b="0" i="0" u="none" strike="noStrike" kern="0" cap="none" spc="0" normalizeH="0" baseline="0" noProof="0" err="1">
                  <a:ln>
                    <a:noFill/>
                  </a:ln>
                  <a:solidFill>
                    <a:srgbClr val="FFFFFF"/>
                  </a:solidFill>
                  <a:effectLst/>
                  <a:uLnTx/>
                  <a:uFillTx/>
                  <a:latin typeface="Versos Light"/>
                  <a:ea typeface="+mn-ea"/>
                  <a:cs typeface="Versos Light"/>
                  <a:sym typeface="Arial"/>
                </a:rPr>
                <a:t>Equity</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24" name="object 23">
              <a:extLst>
                <a:ext uri="{FF2B5EF4-FFF2-40B4-BE49-F238E27FC236}">
                  <a16:creationId xmlns:a16="http://schemas.microsoft.com/office/drawing/2014/main" id="{B8B24C3A-CCDF-C9FF-AEEE-EBCE3A015E67}"/>
                </a:ext>
              </a:extLst>
            </p:cNvPr>
            <p:cNvSpPr txBox="1"/>
            <p:nvPr/>
          </p:nvSpPr>
          <p:spPr>
            <a:xfrm>
              <a:off x="7541479" y="4339147"/>
              <a:ext cx="2749108" cy="544612"/>
            </a:xfrm>
            <a:prstGeom prst="rect">
              <a:avLst/>
            </a:prstGeom>
            <a:ln w="10470">
              <a:solidFill>
                <a:schemeClr val="bg1">
                  <a:lumMod val="6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lang="pt-BR" sz="1334" b="0" i="0" u="none" strike="noStrike" kern="0" cap="none" spc="0" normalizeH="0" baseline="0" noProof="0" err="1">
                  <a:ln>
                    <a:noFill/>
                  </a:ln>
                  <a:solidFill>
                    <a:srgbClr val="FFFFFF"/>
                  </a:solidFill>
                  <a:effectLst/>
                  <a:uLnTx/>
                  <a:uFillTx/>
                  <a:latin typeface="Versos Light"/>
                  <a:ea typeface="+mn-ea"/>
                  <a:cs typeface="Versos Light"/>
                  <a:sym typeface="Arial"/>
                </a:rPr>
                <a:t>Yielding</a:t>
              </a:r>
              <a:r>
                <a:rPr kumimoji="0" lang="pt-BR" sz="1334" b="0" i="0" u="none" strike="noStrike" kern="0" cap="none" spc="0" normalizeH="0" baseline="0" noProof="0">
                  <a:ln>
                    <a:noFill/>
                  </a:ln>
                  <a:solidFill>
                    <a:srgbClr val="FFFFFF"/>
                  </a:solidFill>
                  <a:effectLst/>
                  <a:uLnTx/>
                  <a:uFillTx/>
                  <a:latin typeface="Versos Light"/>
                  <a:ea typeface="+mn-ea"/>
                  <a:cs typeface="Versos Light"/>
                  <a:sym typeface="Arial"/>
                </a:rPr>
                <a:t> Asset</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25" name="object 33">
              <a:extLst>
                <a:ext uri="{FF2B5EF4-FFF2-40B4-BE49-F238E27FC236}">
                  <a16:creationId xmlns:a16="http://schemas.microsoft.com/office/drawing/2014/main" id="{98332802-2536-B0FE-66FC-88DCAB6685CC}"/>
                </a:ext>
              </a:extLst>
            </p:cNvPr>
            <p:cNvSpPr/>
            <p:nvPr/>
          </p:nvSpPr>
          <p:spPr>
            <a:xfrm flipV="1">
              <a:off x="7541479" y="2611429"/>
              <a:ext cx="2749108" cy="45719"/>
            </a:xfrm>
            <a:custGeom>
              <a:avLst/>
              <a:gdLst/>
              <a:ahLst/>
              <a:cxnLst/>
              <a:rect l="l" t="t" r="r" b="b"/>
              <a:pathLst>
                <a:path w="3848734">
                  <a:moveTo>
                    <a:pt x="0" y="0"/>
                  </a:moveTo>
                  <a:lnTo>
                    <a:pt x="3848699" y="0"/>
                  </a:lnTo>
                </a:path>
              </a:pathLst>
            </a:custGeom>
            <a:ln w="10470">
              <a:solidFill>
                <a:schemeClr val="bg1"/>
              </a:solidFill>
            </a:ln>
          </p:spPr>
          <p:txBody>
            <a:bodyPr wrap="square" lIns="0" tIns="0" rIns="0" bIns="0" rtlCol="0"/>
            <a:lstStyle/>
            <a:p>
              <a:pPr marL="0" marR="0" lvl="0" indent="0" algn="l" defTabSz="554440"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Arial"/>
                <a:sym typeface="Arial"/>
              </a:endParaRPr>
            </a:p>
          </p:txBody>
        </p:sp>
        <p:sp>
          <p:nvSpPr>
            <p:cNvPr id="26" name="object 22">
              <a:extLst>
                <a:ext uri="{FF2B5EF4-FFF2-40B4-BE49-F238E27FC236}">
                  <a16:creationId xmlns:a16="http://schemas.microsoft.com/office/drawing/2014/main" id="{0CAE564D-776A-DEDB-CB3D-1276A7B6B245}"/>
                </a:ext>
              </a:extLst>
            </p:cNvPr>
            <p:cNvSpPr txBox="1"/>
            <p:nvPr/>
          </p:nvSpPr>
          <p:spPr>
            <a:xfrm>
              <a:off x="7541479" y="3626765"/>
              <a:ext cx="2749108" cy="544612"/>
            </a:xfrm>
            <a:prstGeom prst="rect">
              <a:avLst/>
            </a:prstGeom>
            <a:ln w="10470">
              <a:solidFill>
                <a:schemeClr val="bg1">
                  <a:lumMod val="65000"/>
                </a:schemeClr>
              </a:solidFill>
            </a:ln>
          </p:spPr>
          <p:txBody>
            <a:bodyPr vert="horz" wrap="square" lIns="179988" tIns="43658" rIns="0" bIns="43658" rtlCol="0" anchor="ctr" anchorCtr="0">
              <a:noAutofit/>
            </a:bodyPr>
            <a:lstStyle/>
            <a:p>
              <a:pPr marL="0" marR="0" lvl="0" indent="0" algn="l" defTabSz="554440" rtl="0" eaLnBrk="1" fontAlgn="auto" latinLnBrk="0" hangingPunct="1">
                <a:lnSpc>
                  <a:spcPct val="100000"/>
                </a:lnSpc>
                <a:spcBef>
                  <a:spcPts val="0"/>
                </a:spcBef>
                <a:spcAft>
                  <a:spcPts val="0"/>
                </a:spcAft>
                <a:buClrTx/>
                <a:buSzTx/>
                <a:buFontTx/>
                <a:buNone/>
                <a:tabLst/>
                <a:defRPr/>
              </a:pPr>
              <a:r>
                <a:rPr kumimoji="0" lang="pt-BR" sz="1334" b="0" i="0" u="none" strike="noStrike" kern="0" cap="none" spc="0" normalizeH="0" baseline="0" noProof="0">
                  <a:ln>
                    <a:noFill/>
                  </a:ln>
                  <a:solidFill>
                    <a:srgbClr val="FFFFFF"/>
                  </a:solidFill>
                  <a:effectLst/>
                  <a:uLnTx/>
                  <a:uFillTx/>
                  <a:latin typeface="Versos Light"/>
                  <a:ea typeface="+mn-ea"/>
                  <a:cs typeface="Versos Light"/>
                  <a:sym typeface="Arial"/>
                </a:rPr>
                <a:t>Crédito Estruturado</a:t>
              </a: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spTree>
    <p:extLst>
      <p:ext uri="{BB962C8B-B14F-4D97-AF65-F5344CB8AC3E}">
        <p14:creationId xmlns:p14="http://schemas.microsoft.com/office/powerpoint/2010/main" val="2504776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95000"/>
            <a:lumOff val="5000"/>
          </a:schemeClr>
        </a:solidFill>
        <a:effectLst/>
      </p:bgPr>
    </p:bg>
    <p:spTree>
      <p:nvGrpSpPr>
        <p:cNvPr id="1" name="">
          <a:extLst>
            <a:ext uri="{FF2B5EF4-FFF2-40B4-BE49-F238E27FC236}">
              <a16:creationId xmlns:a16="http://schemas.microsoft.com/office/drawing/2014/main" id="{720852B0-EE03-985F-EA29-9AF3E45F9314}"/>
            </a:ext>
          </a:extLst>
        </p:cNvPr>
        <p:cNvGrpSpPr/>
        <p:nvPr/>
      </p:nvGrpSpPr>
      <p:grpSpPr>
        <a:xfrm>
          <a:off x="0" y="0"/>
          <a:ext cx="0" cy="0"/>
          <a:chOff x="0" y="0"/>
          <a:chExt cx="0" cy="0"/>
        </a:xfrm>
      </p:grpSpPr>
      <p:pic>
        <p:nvPicPr>
          <p:cNvPr id="382" name="leticia-albuquerque-foto">
            <a:extLst>
              <a:ext uri="{FF2B5EF4-FFF2-40B4-BE49-F238E27FC236}">
                <a16:creationId xmlns:a16="http://schemas.microsoft.com/office/drawing/2014/main" id="{612C20D6-2F40-85A5-F121-3611DE0AEE07}"/>
              </a:ext>
            </a:extLst>
          </p:cNvPr>
          <p:cNvPicPr preferRelativeResize="0">
            <a:picLocks/>
          </p:cNvPicPr>
          <p:nvPr/>
        </p:nvPicPr>
        <p:blipFill>
          <a:blip r:embed="rId3"/>
          <a:srcRect l="15144" r="15144"/>
          <a:stretch/>
        </p:blipFill>
        <p:spPr>
          <a:xfrm>
            <a:off x="4242648" y="2970510"/>
            <a:ext cx="775553" cy="775553"/>
          </a:xfrm>
          <a:prstGeom prst="rect">
            <a:avLst/>
          </a:prstGeom>
        </p:spPr>
      </p:pic>
      <p:grpSp>
        <p:nvGrpSpPr>
          <p:cNvPr id="9" name="Group 8">
            <a:extLst>
              <a:ext uri="{FF2B5EF4-FFF2-40B4-BE49-F238E27FC236}">
                <a16:creationId xmlns:a16="http://schemas.microsoft.com/office/drawing/2014/main" id="{194002D9-02DB-1521-B2EE-7F011A1954CE}"/>
              </a:ext>
            </a:extLst>
          </p:cNvPr>
          <p:cNvGrpSpPr/>
          <p:nvPr/>
        </p:nvGrpSpPr>
        <p:grpSpPr>
          <a:xfrm>
            <a:off x="308942" y="1150503"/>
            <a:ext cx="3701568" cy="1667086"/>
            <a:chOff x="4230449" y="1150503"/>
            <a:chExt cx="3701568" cy="1667086"/>
          </a:xfrm>
        </p:grpSpPr>
        <p:pic>
          <p:nvPicPr>
            <p:cNvPr id="118" name="rodrigo-freire-foto">
              <a:extLst>
                <a:ext uri="{FF2B5EF4-FFF2-40B4-BE49-F238E27FC236}">
                  <a16:creationId xmlns:a16="http://schemas.microsoft.com/office/drawing/2014/main" id="{5976B27E-DC61-9990-1BB9-D2C6A85B1113}"/>
                </a:ext>
              </a:extLst>
            </p:cNvPr>
            <p:cNvPicPr preferRelativeResize="0">
              <a:picLocks/>
            </p:cNvPicPr>
            <p:nvPr/>
          </p:nvPicPr>
          <p:blipFill rotWithShape="1">
            <a:blip r:embed="rId4"/>
            <a:srcRect l="25331" r="25154" b="25717"/>
            <a:stretch>
              <a:fillRect/>
            </a:stretch>
          </p:blipFill>
          <p:spPr>
            <a:xfrm>
              <a:off x="4233593" y="1150503"/>
              <a:ext cx="775554" cy="775554"/>
            </a:xfrm>
            <a:prstGeom prst="rect">
              <a:avLst/>
            </a:prstGeom>
          </p:spPr>
        </p:pic>
        <p:sp>
          <p:nvSpPr>
            <p:cNvPr id="121" name="chris-egan-bio">
              <a:extLst>
                <a:ext uri="{FF2B5EF4-FFF2-40B4-BE49-F238E27FC236}">
                  <a16:creationId xmlns:a16="http://schemas.microsoft.com/office/drawing/2014/main" id="{A1DD51A3-C95D-4C58-6BCC-68C4D6C06688}"/>
                </a:ext>
              </a:extLst>
            </p:cNvPr>
            <p:cNvSpPr txBox="1"/>
            <p:nvPr/>
          </p:nvSpPr>
          <p:spPr>
            <a:xfrm>
              <a:off x="6099783" y="1364593"/>
              <a:ext cx="1699231" cy="1405513"/>
            </a:xfrm>
            <a:prstGeom prst="rect">
              <a:avLst/>
            </a:prstGeom>
          </p:spPr>
          <p:txBody>
            <a:bodyPr vert="horz" wrap="square" lIns="0" tIns="0" rIns="0" bIns="0" rtlCol="0" anchor="t">
              <a:spAutoFit/>
            </a:bodyPr>
            <a:lstStyle/>
            <a:p>
              <a:pPr marL="0" marR="0" lvl="0" indent="0" algn="l" defTabSz="554440" rtl="0" eaLnBrk="1" fontAlgn="auto" latinLnBrk="0" hangingPunct="1">
                <a:lnSpc>
                  <a:spcPct val="100000"/>
                </a:lnSpc>
                <a:spcBef>
                  <a:spcPts val="200"/>
                </a:spcBef>
                <a:spcAft>
                  <a:spcPts val="200"/>
                </a:spcAft>
                <a:buClrTx/>
                <a:buSzTx/>
                <a:buFontTx/>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Com mais de 20 anos de experiência em M&amp;A e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private</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equity</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originou, executou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 administrou bilhões em investimentos privados.</a:t>
              </a:r>
            </a:p>
            <a:p>
              <a:pPr marL="0" marR="0" lvl="0" indent="0" algn="l" defTabSz="554440" rtl="0" eaLnBrk="1" fontAlgn="auto" latinLnBrk="0" hangingPunct="1">
                <a:lnSpc>
                  <a:spcPct val="100000"/>
                </a:lnSpc>
                <a:spcBef>
                  <a:spcPts val="200"/>
                </a:spcBef>
                <a:spcAft>
                  <a:spcPts val="200"/>
                </a:spcAft>
                <a:buClrTx/>
                <a:buSzTx/>
                <a:buFontTx/>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Anteriormente, foi General Manager na Uber e CEO na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Holu</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Energia, além de ter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integrado o Private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Equity</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da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BRZ Investimentos e sido membro do conselho em diversas empresas.</a:t>
              </a:r>
            </a:p>
          </p:txBody>
        </p:sp>
        <p:sp>
          <p:nvSpPr>
            <p:cNvPr id="158" name="object 17">
              <a:extLst>
                <a:ext uri="{FF2B5EF4-FFF2-40B4-BE49-F238E27FC236}">
                  <a16:creationId xmlns:a16="http://schemas.microsoft.com/office/drawing/2014/main" id="{D8A14C6A-8E3F-E988-6538-BD5CCCA9BD94}"/>
                </a:ext>
              </a:extLst>
            </p:cNvPr>
            <p:cNvSpPr txBox="1"/>
            <p:nvPr/>
          </p:nvSpPr>
          <p:spPr>
            <a:xfrm>
              <a:off x="4230449" y="1150504"/>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nvGrpSpPr>
            <p:cNvPr id="50" name="Group 49">
              <a:extLst>
                <a:ext uri="{FF2B5EF4-FFF2-40B4-BE49-F238E27FC236}">
                  <a16:creationId xmlns:a16="http://schemas.microsoft.com/office/drawing/2014/main" id="{FA44209F-21CA-2E8F-AD82-24106815AFAF}"/>
                </a:ext>
              </a:extLst>
            </p:cNvPr>
            <p:cNvGrpSpPr/>
            <p:nvPr/>
          </p:nvGrpSpPr>
          <p:grpSpPr>
            <a:xfrm>
              <a:off x="5078677" y="1365165"/>
              <a:ext cx="1107252" cy="718368"/>
              <a:chOff x="1166158" y="1365165"/>
              <a:chExt cx="1107252" cy="718368"/>
            </a:xfrm>
          </p:grpSpPr>
          <p:sp>
            <p:nvSpPr>
              <p:cNvPr id="119" name="object 13">
                <a:extLst>
                  <a:ext uri="{FF2B5EF4-FFF2-40B4-BE49-F238E27FC236}">
                    <a16:creationId xmlns:a16="http://schemas.microsoft.com/office/drawing/2014/main" id="{176C4704-457F-B21F-8181-322B75BDD402}"/>
                  </a:ext>
                </a:extLst>
              </p:cNvPr>
              <p:cNvSpPr txBox="1"/>
              <p:nvPr/>
            </p:nvSpPr>
            <p:spPr>
              <a:xfrm>
                <a:off x="1166158" y="1365165"/>
                <a:ext cx="1107252"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Rodrigo </a:t>
                </a:r>
                <a:b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Freire</a:t>
                </a:r>
              </a:p>
            </p:txBody>
          </p:sp>
          <p:sp>
            <p:nvSpPr>
              <p:cNvPr id="27" name="object 31">
                <a:extLst>
                  <a:ext uri="{FF2B5EF4-FFF2-40B4-BE49-F238E27FC236}">
                    <a16:creationId xmlns:a16="http://schemas.microsoft.com/office/drawing/2014/main" id="{E5EC0D25-BEEA-7CB4-315D-22122D39AF47}"/>
                  </a:ext>
                </a:extLst>
              </p:cNvPr>
              <p:cNvSpPr/>
              <p:nvPr/>
            </p:nvSpPr>
            <p:spPr>
              <a:xfrm flipV="1">
                <a:off x="1166158" y="1705652"/>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28" name="chris-egan-titulo">
                <a:extLst>
                  <a:ext uri="{FF2B5EF4-FFF2-40B4-BE49-F238E27FC236}">
                    <a16:creationId xmlns:a16="http://schemas.microsoft.com/office/drawing/2014/main" id="{BFBA0B1A-F1ED-03EA-B1E4-7588E9DD3635}"/>
                  </a:ext>
                </a:extLst>
              </p:cNvPr>
              <p:cNvSpPr txBox="1"/>
              <p:nvPr/>
            </p:nvSpPr>
            <p:spPr>
              <a:xfrm>
                <a:off x="1166158" y="1976260"/>
                <a:ext cx="909759" cy="107273"/>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CEO</a:t>
                </a:r>
              </a:p>
            </p:txBody>
          </p:sp>
        </p:grpSp>
        <p:sp>
          <p:nvSpPr>
            <p:cNvPr id="4" name="rodrigo-freire-experiencia">
              <a:extLst>
                <a:ext uri="{FF2B5EF4-FFF2-40B4-BE49-F238E27FC236}">
                  <a16:creationId xmlns:a16="http://schemas.microsoft.com/office/drawing/2014/main" id="{01BF0E3B-DE08-12D6-7D61-F7B8CFB2C484}"/>
                </a:ext>
              </a:extLst>
            </p:cNvPr>
            <p:cNvSpPr txBox="1"/>
            <p:nvPr/>
          </p:nvSpPr>
          <p:spPr>
            <a:xfrm>
              <a:off x="4230449" y="2303405"/>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120" name="Group 119">
              <a:extLst>
                <a:ext uri="{FF2B5EF4-FFF2-40B4-BE49-F238E27FC236}">
                  <a16:creationId xmlns:a16="http://schemas.microsoft.com/office/drawing/2014/main" id="{4AF4820C-74BA-43AF-2CD8-F7FA53096331}"/>
                </a:ext>
              </a:extLst>
            </p:cNvPr>
            <p:cNvGrpSpPr/>
            <p:nvPr/>
          </p:nvGrpSpPr>
          <p:grpSpPr>
            <a:xfrm>
              <a:off x="4379594" y="2482194"/>
              <a:ext cx="1459697" cy="156607"/>
              <a:chOff x="429087" y="2458416"/>
              <a:chExt cx="1459697" cy="156607"/>
            </a:xfrm>
          </p:grpSpPr>
          <p:pic>
            <p:nvPicPr>
              <p:cNvPr id="111" name="logo-imd">
                <a:extLst>
                  <a:ext uri="{FF2B5EF4-FFF2-40B4-BE49-F238E27FC236}">
                    <a16:creationId xmlns:a16="http://schemas.microsoft.com/office/drawing/2014/main" id="{5AE733C2-9508-77D3-8BCA-2C84EA378B6B}"/>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t="-7892" b="-7892"/>
              <a:stretch/>
            </p:blipFill>
            <p:spPr bwMode="auto">
              <a:xfrm>
                <a:off x="1607621" y="2473548"/>
                <a:ext cx="281163" cy="119368"/>
              </a:xfrm>
              <a:prstGeom prst="rect">
                <a:avLst/>
              </a:prstGeom>
              <a:noFill/>
              <a:extLst>
                <a:ext uri="{909E8E84-426E-40DD-AFC4-6F175D3DCCD1}">
                  <a14:hiddenFill xmlns:a14="http://schemas.microsoft.com/office/drawing/2010/main">
                    <a:solidFill>
                      <a:srgbClr val="FFFFFF"/>
                    </a:solidFill>
                  </a14:hiddenFill>
                </a:ext>
              </a:extLst>
            </p:spPr>
          </p:pic>
          <p:pic>
            <p:nvPicPr>
              <p:cNvPr id="112" name="logo-brz" descr="BRZ Investimentos - Crunchbase Company Profile &amp; Funding">
                <a:extLst>
                  <a:ext uri="{FF2B5EF4-FFF2-40B4-BE49-F238E27FC236}">
                    <a16:creationId xmlns:a16="http://schemas.microsoft.com/office/drawing/2014/main" id="{810A2B87-5DAB-A39F-4A74-6DF1D3848BE6}"/>
                  </a:ext>
                </a:extLst>
              </p:cNvPr>
              <p:cNvPicPr>
                <a:picLocks noChangeAspect="1" noChangeArrowheads="1"/>
              </p:cNvPicPr>
              <p:nvPr/>
            </p:nvPicPr>
            <p:blipFill rotWithShape="1">
              <a:blip r:embed="rId7" cstate="print">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l="13721" t="30781" r="13721" b="30781"/>
              <a:stretch/>
            </p:blipFill>
            <p:spPr bwMode="auto">
              <a:xfrm>
                <a:off x="1222757" y="2458416"/>
                <a:ext cx="297149" cy="156607"/>
              </a:xfrm>
              <a:prstGeom prst="rect">
                <a:avLst/>
              </a:prstGeom>
              <a:extLst>
                <a:ext uri="{909E8E84-426E-40DD-AFC4-6F175D3DCCD1}">
                  <a14:hiddenFill xmlns:a14="http://schemas.microsoft.com/office/drawing/2010/main">
                    <a:solidFill>
                      <a:srgbClr val="FFFFFF"/>
                    </a:solidFill>
                  </a14:hiddenFill>
                </a:ext>
              </a:extLst>
            </p:spPr>
          </p:pic>
          <p:pic>
            <p:nvPicPr>
              <p:cNvPr id="113" name="logo-holu">
                <a:extLst>
                  <a:ext uri="{FF2B5EF4-FFF2-40B4-BE49-F238E27FC236}">
                    <a16:creationId xmlns:a16="http://schemas.microsoft.com/office/drawing/2014/main" id="{3526F9EA-254A-6C4D-4E7E-92CADBEF3B26}"/>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rcRect t="16140" b="16140"/>
              <a:stretch/>
            </p:blipFill>
            <p:spPr bwMode="auto">
              <a:xfrm>
                <a:off x="793693" y="2481419"/>
                <a:ext cx="341348" cy="115580"/>
              </a:xfrm>
              <a:prstGeom prst="rect">
                <a:avLst/>
              </a:prstGeom>
              <a:noFill/>
              <a:extLst>
                <a:ext uri="{909E8E84-426E-40DD-AFC4-6F175D3DCCD1}">
                  <a14:hiddenFill xmlns:a14="http://schemas.microsoft.com/office/drawing/2010/main">
                    <a:solidFill>
                      <a:srgbClr val="FFFFFF"/>
                    </a:solidFill>
                  </a14:hiddenFill>
                </a:ext>
              </a:extLst>
            </p:spPr>
          </p:pic>
          <p:pic>
            <p:nvPicPr>
              <p:cNvPr id="114" name="logo-uber" descr="Tudo sobre a Uber - A Uber é um aplicativo de transporte - 55content">
                <a:extLst>
                  <a:ext uri="{FF2B5EF4-FFF2-40B4-BE49-F238E27FC236}">
                    <a16:creationId xmlns:a16="http://schemas.microsoft.com/office/drawing/2014/main" id="{26761D98-87DF-58CE-533B-68ABC918D430}"/>
                  </a:ext>
                </a:extLst>
              </p:cNvPr>
              <p:cNvPicPr>
                <a:picLocks noChangeAspect="1" noChangeArrowheads="1"/>
              </p:cNvPicPr>
              <p:nvPr/>
            </p:nvPicPr>
            <p:blipFill rotWithShape="1">
              <a:blip r:embed="rId11">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rcRect l="19576" t="31219" r="19025" b="29431"/>
              <a:stretch/>
            </p:blipFill>
            <p:spPr bwMode="auto">
              <a:xfrm>
                <a:off x="429087" y="2484492"/>
                <a:ext cx="276891" cy="10801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5" name="Group 4">
            <a:extLst>
              <a:ext uri="{FF2B5EF4-FFF2-40B4-BE49-F238E27FC236}">
                <a16:creationId xmlns:a16="http://schemas.microsoft.com/office/drawing/2014/main" id="{3B33AA13-31C5-F4C2-666F-BAC3899CE712}"/>
              </a:ext>
            </a:extLst>
          </p:cNvPr>
          <p:cNvGrpSpPr/>
          <p:nvPr/>
        </p:nvGrpSpPr>
        <p:grpSpPr>
          <a:xfrm>
            <a:off x="4230335" y="1147567"/>
            <a:ext cx="3701568" cy="1667129"/>
            <a:chOff x="8152830" y="1147567"/>
            <a:chExt cx="3701568" cy="1667129"/>
          </a:xfrm>
        </p:grpSpPr>
        <p:pic>
          <p:nvPicPr>
            <p:cNvPr id="245" name="sami-karlik-foto">
              <a:extLst>
                <a:ext uri="{FF2B5EF4-FFF2-40B4-BE49-F238E27FC236}">
                  <a16:creationId xmlns:a16="http://schemas.microsoft.com/office/drawing/2014/main" id="{34938072-F1B9-8EB0-A72D-AD3CC4438307}"/>
                </a:ext>
              </a:extLst>
            </p:cNvPr>
            <p:cNvPicPr preferRelativeResize="0">
              <a:picLocks/>
            </p:cNvPicPr>
            <p:nvPr/>
          </p:nvPicPr>
          <p:blipFill>
            <a:blip r:embed="rId13"/>
            <a:srcRect l="15144" r="15144"/>
            <a:stretch/>
          </p:blipFill>
          <p:spPr>
            <a:xfrm>
              <a:off x="8152830" y="1147567"/>
              <a:ext cx="775554" cy="775555"/>
            </a:xfrm>
            <a:prstGeom prst="rect">
              <a:avLst/>
            </a:prstGeom>
          </p:spPr>
        </p:pic>
        <p:sp>
          <p:nvSpPr>
            <p:cNvPr id="161" name="chris-egan-bio">
              <a:extLst>
                <a:ext uri="{FF2B5EF4-FFF2-40B4-BE49-F238E27FC236}">
                  <a16:creationId xmlns:a16="http://schemas.microsoft.com/office/drawing/2014/main" id="{711921A8-8565-067C-A754-EC2518F6C684}"/>
                </a:ext>
              </a:extLst>
            </p:cNvPr>
            <p:cNvSpPr txBox="1"/>
            <p:nvPr/>
          </p:nvSpPr>
          <p:spPr>
            <a:xfrm>
              <a:off x="10022164" y="1361700"/>
              <a:ext cx="1701871" cy="738664"/>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Com mais de 20 anos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de experiência no mercado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financeiro, com passagem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pela AIG, Unibanco, Banco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Fator e Banco Votorantim,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como Head de Large Corporate.</a:t>
              </a:r>
            </a:p>
          </p:txBody>
        </p:sp>
        <p:sp>
          <p:nvSpPr>
            <p:cNvPr id="163" name="object 17">
              <a:extLst>
                <a:ext uri="{FF2B5EF4-FFF2-40B4-BE49-F238E27FC236}">
                  <a16:creationId xmlns:a16="http://schemas.microsoft.com/office/drawing/2014/main" id="{EDDF6919-DBE4-15F4-7C35-8C13C65FFEA5}"/>
                </a:ext>
              </a:extLst>
            </p:cNvPr>
            <p:cNvSpPr txBox="1"/>
            <p:nvPr/>
          </p:nvSpPr>
          <p:spPr>
            <a:xfrm>
              <a:off x="8152830" y="1147611"/>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207" name="object 13">
              <a:extLst>
                <a:ext uri="{FF2B5EF4-FFF2-40B4-BE49-F238E27FC236}">
                  <a16:creationId xmlns:a16="http://schemas.microsoft.com/office/drawing/2014/main" id="{F1D3B1F7-617D-3B97-D4CF-CE88EB4C0B6D}"/>
                </a:ext>
              </a:extLst>
            </p:cNvPr>
            <p:cNvSpPr txBox="1"/>
            <p:nvPr/>
          </p:nvSpPr>
          <p:spPr>
            <a:xfrm>
              <a:off x="9001058" y="1362272"/>
              <a:ext cx="909759"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Sami </a:t>
              </a:r>
              <a:b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Karlik</a:t>
              </a:r>
            </a:p>
          </p:txBody>
        </p:sp>
        <p:sp>
          <p:nvSpPr>
            <p:cNvPr id="208" name="object 31">
              <a:extLst>
                <a:ext uri="{FF2B5EF4-FFF2-40B4-BE49-F238E27FC236}">
                  <a16:creationId xmlns:a16="http://schemas.microsoft.com/office/drawing/2014/main" id="{E598EBE3-532E-8A88-DF00-F7BF8DE25664}"/>
                </a:ext>
              </a:extLst>
            </p:cNvPr>
            <p:cNvSpPr/>
            <p:nvPr/>
          </p:nvSpPr>
          <p:spPr>
            <a:xfrm flipV="1">
              <a:off x="9001058" y="1702759"/>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209" name="chris-egan-titulo">
              <a:extLst>
                <a:ext uri="{FF2B5EF4-FFF2-40B4-BE49-F238E27FC236}">
                  <a16:creationId xmlns:a16="http://schemas.microsoft.com/office/drawing/2014/main" id="{9FDAA81E-D7C4-62B0-CDE8-B16AEF0CAB29}"/>
                </a:ext>
              </a:extLst>
            </p:cNvPr>
            <p:cNvSpPr txBox="1"/>
            <p:nvPr/>
          </p:nvSpPr>
          <p:spPr>
            <a:xfrm>
              <a:off x="9001058" y="1973368"/>
              <a:ext cx="909759" cy="107273"/>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CRÉDITO</a:t>
              </a:r>
            </a:p>
          </p:txBody>
        </p:sp>
        <p:sp>
          <p:nvSpPr>
            <p:cNvPr id="198" name="rodrigo-freire-experiencia">
              <a:extLst>
                <a:ext uri="{FF2B5EF4-FFF2-40B4-BE49-F238E27FC236}">
                  <a16:creationId xmlns:a16="http://schemas.microsoft.com/office/drawing/2014/main" id="{6833A8F8-C01B-2134-4BC0-42B9A43C7D7A}"/>
                </a:ext>
              </a:extLst>
            </p:cNvPr>
            <p:cNvSpPr txBox="1"/>
            <p:nvPr/>
          </p:nvSpPr>
          <p:spPr>
            <a:xfrm>
              <a:off x="8152830" y="2300512"/>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243" name="Group 242">
              <a:extLst>
                <a:ext uri="{FF2B5EF4-FFF2-40B4-BE49-F238E27FC236}">
                  <a16:creationId xmlns:a16="http://schemas.microsoft.com/office/drawing/2014/main" id="{54F2C9F4-29D0-BE10-A04C-2CC0B0984702}"/>
                </a:ext>
              </a:extLst>
            </p:cNvPr>
            <p:cNvGrpSpPr/>
            <p:nvPr/>
          </p:nvGrpSpPr>
          <p:grpSpPr>
            <a:xfrm>
              <a:off x="8326717" y="2473817"/>
              <a:ext cx="1483845" cy="171299"/>
              <a:chOff x="4406976" y="2476710"/>
              <a:chExt cx="1483845" cy="171299"/>
            </a:xfrm>
          </p:grpSpPr>
          <p:pic>
            <p:nvPicPr>
              <p:cNvPr id="240" name="logo-unibanco">
                <a:extLst>
                  <a:ext uri="{FF2B5EF4-FFF2-40B4-BE49-F238E27FC236}">
                    <a16:creationId xmlns:a16="http://schemas.microsoft.com/office/drawing/2014/main" id="{B601A3A5-6BCA-30C7-89E6-21AC30F9D994}"/>
                  </a:ext>
                </a:extLst>
              </p:cNvPr>
              <p:cNvPicPr>
                <a:picLocks noChangeAspect="1" noChangeArrowheads="1"/>
              </p:cNvPicPr>
              <p:nvPr/>
            </p:nvPicPr>
            <p:blipFill>
              <a:blip r:embed="rId14" cstate="hqprint">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a:ext>
                </a:extLst>
              </a:blip>
              <a:srcRect t="13484" b="13484"/>
              <a:stretch/>
            </p:blipFill>
            <p:spPr bwMode="auto">
              <a:xfrm>
                <a:off x="5144648" y="2480054"/>
                <a:ext cx="746173" cy="148227"/>
              </a:xfrm>
              <a:prstGeom prst="rect">
                <a:avLst/>
              </a:prstGeom>
              <a:noFill/>
              <a:extLst>
                <a:ext uri="{909E8E84-426E-40DD-AFC4-6F175D3DCCD1}">
                  <a14:hiddenFill xmlns:a14="http://schemas.microsoft.com/office/drawing/2010/main">
                    <a:solidFill>
                      <a:srgbClr val="FFFFFF"/>
                    </a:solidFill>
                  </a14:hiddenFill>
                </a:ext>
              </a:extLst>
            </p:spPr>
          </p:pic>
          <p:pic>
            <p:nvPicPr>
              <p:cNvPr id="241" name="logo-aig">
                <a:extLst>
                  <a:ext uri="{FF2B5EF4-FFF2-40B4-BE49-F238E27FC236}">
                    <a16:creationId xmlns:a16="http://schemas.microsoft.com/office/drawing/2014/main" id="{19BB254F-1187-2B8B-E476-81A1A38E2743}"/>
                  </a:ext>
                </a:extLst>
              </p:cNvPr>
              <p:cNvPicPr>
                <a:picLocks noChangeAspect="1" noChangeArrowheads="1"/>
              </p:cNvPicPr>
              <p:nvPr/>
            </p:nvPicPr>
            <p:blipFill>
              <a:blip r:embed="rId16" cstate="hq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a:ext>
                </a:extLst>
              </a:blip>
              <a:stretch/>
            </p:blipFill>
            <p:spPr bwMode="auto">
              <a:xfrm>
                <a:off x="4745152" y="2476710"/>
                <a:ext cx="345262" cy="171299"/>
              </a:xfrm>
              <a:prstGeom prst="rect">
                <a:avLst/>
              </a:prstGeom>
              <a:extLst>
                <a:ext uri="{909E8E84-426E-40DD-AFC4-6F175D3DCCD1}">
                  <a14:hiddenFill xmlns:a14="http://schemas.microsoft.com/office/drawing/2010/main">
                    <a:solidFill>
                      <a:srgbClr val="FFFFFF"/>
                    </a:solidFill>
                  </a14:hiddenFill>
                </a:ext>
              </a:extLst>
            </p:spPr>
          </p:pic>
          <p:pic>
            <p:nvPicPr>
              <p:cNvPr id="242" name="logo-bv">
                <a:extLst>
                  <a:ext uri="{FF2B5EF4-FFF2-40B4-BE49-F238E27FC236}">
                    <a16:creationId xmlns:a16="http://schemas.microsoft.com/office/drawing/2014/main" id="{0DBCC5BD-6CDE-8E96-7049-20D75ED641A0}"/>
                  </a:ext>
                </a:extLst>
              </p:cNvPr>
              <p:cNvPicPr>
                <a:picLocks noChangeAspect="1" noChangeArrowheads="1"/>
              </p:cNvPicPr>
              <p:nvPr/>
            </p:nvPicPr>
            <p:blipFill>
              <a:blip r:embed="rId18" cstate="hqprint">
                <a:extLst>
                  <a:ext uri="{28A0092B-C50C-407E-A947-70E740481C1C}">
                    <a14:useLocalDpi xmlns:a14="http://schemas.microsoft.com/office/drawing/2010/main"/>
                  </a:ext>
                </a:extLst>
              </a:blip>
              <a:srcRect/>
              <a:stretch/>
            </p:blipFill>
            <p:spPr bwMode="auto">
              <a:xfrm>
                <a:off x="4406976" y="2480844"/>
                <a:ext cx="210024" cy="163033"/>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246" name="adriano-mantesso-foto">
            <a:extLst>
              <a:ext uri="{FF2B5EF4-FFF2-40B4-BE49-F238E27FC236}">
                <a16:creationId xmlns:a16="http://schemas.microsoft.com/office/drawing/2014/main" id="{B7326618-40E4-9C1E-2EB2-EB2AEF61ED47}"/>
              </a:ext>
            </a:extLst>
          </p:cNvPr>
          <p:cNvPicPr preferRelativeResize="0">
            <a:picLocks/>
          </p:cNvPicPr>
          <p:nvPr/>
        </p:nvPicPr>
        <p:blipFill rotWithShape="1">
          <a:blip r:embed="rId19"/>
          <a:srcRect l="15471" r="15471"/>
          <a:stretch>
            <a:fillRect/>
          </a:stretch>
        </p:blipFill>
        <p:spPr>
          <a:xfrm>
            <a:off x="8159674" y="1154423"/>
            <a:ext cx="775554" cy="782903"/>
          </a:xfrm>
          <a:prstGeom prst="rect">
            <a:avLst/>
          </a:prstGeom>
        </p:spPr>
      </p:pic>
      <p:sp>
        <p:nvSpPr>
          <p:cNvPr id="212" name="chris-egan-bio">
            <a:extLst>
              <a:ext uri="{FF2B5EF4-FFF2-40B4-BE49-F238E27FC236}">
                <a16:creationId xmlns:a16="http://schemas.microsoft.com/office/drawing/2014/main" id="{B565D5C7-A185-3877-B3B1-F7F14EB44761}"/>
              </a:ext>
            </a:extLst>
          </p:cNvPr>
          <p:cNvSpPr txBox="1"/>
          <p:nvPr/>
        </p:nvSpPr>
        <p:spPr>
          <a:xfrm>
            <a:off x="10024804" y="1361700"/>
            <a:ext cx="1699231" cy="1159292"/>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Tx/>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Head de alguns dos maiores </a:t>
            </a:r>
            <a:b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FIIs do Brasil, executou </a:t>
            </a:r>
            <a:b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e gerenciou bilhões em </a:t>
            </a:r>
            <a:b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transações imobiliárias.</a:t>
            </a:r>
          </a:p>
          <a:p>
            <a:pPr marL="0" marR="0" lvl="0" indent="0" algn="l" defTabSz="554440" rtl="0" eaLnBrk="1" fontAlgn="auto" latinLnBrk="0" hangingPunct="1">
              <a:lnSpc>
                <a:spcPct val="100000"/>
              </a:lnSpc>
              <a:spcBef>
                <a:spcPts val="200"/>
              </a:spcBef>
              <a:spcAft>
                <a:spcPts val="200"/>
              </a:spcAft>
              <a:buClrTx/>
              <a:buSzTx/>
              <a:buFontTx/>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Experiências anteriores </a:t>
            </a:r>
            <a:b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como Head Latam na Ivanhoé Cambridge, </a:t>
            </a:r>
            <a:r>
              <a:rPr kumimoji="0" lang="pt-BR" sz="800" b="0" i="0" u="none" strike="noStrike" kern="0" cap="none" spc="0" normalizeH="0" baseline="0" noProof="0" err="1">
                <a:ln>
                  <a:noFill/>
                </a:ln>
                <a:solidFill>
                  <a:srgbClr val="FFFFFF"/>
                </a:solidFill>
                <a:effectLst/>
                <a:uLnTx/>
                <a:uFillTx/>
                <a:latin typeface="Versos Light"/>
                <a:ea typeface="+mn-ea"/>
                <a:cs typeface="Versos"/>
                <a:sym typeface="Arial"/>
              </a:rPr>
              <a:t>Partner</a:t>
            </a: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 do BTG e </a:t>
            </a:r>
            <a:b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Diretor Executivo da </a:t>
            </a:r>
            <a:r>
              <a:rPr kumimoji="0" lang="pt-BR" sz="800" b="0" i="0" u="none" strike="noStrike" kern="0" cap="none" spc="0" normalizeH="0" baseline="0" noProof="0" err="1">
                <a:ln>
                  <a:noFill/>
                </a:ln>
                <a:solidFill>
                  <a:srgbClr val="FFFFFF"/>
                </a:solidFill>
                <a:effectLst/>
                <a:uLnTx/>
                <a:uFillTx/>
                <a:latin typeface="Versos Light"/>
                <a:ea typeface="+mn-ea"/>
                <a:cs typeface="Versos"/>
                <a:sym typeface="Arial"/>
              </a:rPr>
              <a:t>Brazilian</a:t>
            </a:r>
            <a:r>
              <a:rPr kumimoji="0" lang="pt-BR" sz="800" b="0" i="0" u="none" strike="noStrike" kern="0" cap="none" spc="0" normalizeH="0" baseline="0" noProof="0">
                <a:ln>
                  <a:noFill/>
                </a:ln>
                <a:solidFill>
                  <a:srgbClr val="FFFFFF"/>
                </a:solidFill>
                <a:effectLst/>
                <a:uLnTx/>
                <a:uFillTx/>
                <a:latin typeface="Versos Light"/>
                <a:ea typeface="+mn-ea"/>
                <a:cs typeface="Versos"/>
                <a:sym typeface="Arial"/>
              </a:rPr>
              <a:t> Capital</a:t>
            </a:r>
          </a:p>
        </p:txBody>
      </p:sp>
      <p:sp>
        <p:nvSpPr>
          <p:cNvPr id="213" name="object 17">
            <a:extLst>
              <a:ext uri="{FF2B5EF4-FFF2-40B4-BE49-F238E27FC236}">
                <a16:creationId xmlns:a16="http://schemas.microsoft.com/office/drawing/2014/main" id="{952A5D5C-9BB2-D3BB-5B0B-5B30890F5900}"/>
              </a:ext>
            </a:extLst>
          </p:cNvPr>
          <p:cNvSpPr txBox="1"/>
          <p:nvPr/>
        </p:nvSpPr>
        <p:spPr>
          <a:xfrm>
            <a:off x="8155470" y="1147611"/>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221" name="object 13">
            <a:extLst>
              <a:ext uri="{FF2B5EF4-FFF2-40B4-BE49-F238E27FC236}">
                <a16:creationId xmlns:a16="http://schemas.microsoft.com/office/drawing/2014/main" id="{2C744284-22A1-E75B-01F0-67482DEC8E05}"/>
              </a:ext>
            </a:extLst>
          </p:cNvPr>
          <p:cNvSpPr txBox="1"/>
          <p:nvPr/>
        </p:nvSpPr>
        <p:spPr>
          <a:xfrm>
            <a:off x="9001058" y="1362272"/>
            <a:ext cx="1107252"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Adriano </a:t>
            </a:r>
            <a:r>
              <a:rPr kumimoji="0" lang="en-US" sz="1150" b="1" i="0" u="none" strike="noStrike" kern="0" cap="none" spc="0" normalizeH="0" baseline="0" noProof="0" err="1">
                <a:ln>
                  <a:noFill/>
                </a:ln>
                <a:solidFill>
                  <a:srgbClr val="FFFFFF"/>
                </a:solidFill>
                <a:effectLst/>
                <a:uLnTx/>
                <a:uFillTx/>
                <a:latin typeface="Versos" panose="020B0503020204030204" pitchFamily="34" charset="0"/>
                <a:ea typeface="+mn-ea"/>
                <a:cs typeface="Versos"/>
                <a:sym typeface="Arial"/>
              </a:rPr>
              <a:t>Mantesso</a:t>
            </a:r>
            <a:endPar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endParaRPr>
          </a:p>
        </p:txBody>
      </p:sp>
      <p:sp>
        <p:nvSpPr>
          <p:cNvPr id="222" name="object 31">
            <a:extLst>
              <a:ext uri="{FF2B5EF4-FFF2-40B4-BE49-F238E27FC236}">
                <a16:creationId xmlns:a16="http://schemas.microsoft.com/office/drawing/2014/main" id="{46DF6C28-8139-1AF5-E1C1-980F43C0E810}"/>
              </a:ext>
            </a:extLst>
          </p:cNvPr>
          <p:cNvSpPr/>
          <p:nvPr/>
        </p:nvSpPr>
        <p:spPr>
          <a:xfrm flipV="1">
            <a:off x="9001058" y="1702759"/>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223" name="chris-egan-titulo">
            <a:extLst>
              <a:ext uri="{FF2B5EF4-FFF2-40B4-BE49-F238E27FC236}">
                <a16:creationId xmlns:a16="http://schemas.microsoft.com/office/drawing/2014/main" id="{7A5EF3A2-96FC-67A1-20C4-A66F527A00C2}"/>
              </a:ext>
            </a:extLst>
          </p:cNvPr>
          <p:cNvSpPr txBox="1"/>
          <p:nvPr/>
        </p:nvSpPr>
        <p:spPr>
          <a:xfrm>
            <a:off x="9001058" y="1981845"/>
            <a:ext cx="1014090" cy="107273"/>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IMOBILIÁRIO</a:t>
            </a:r>
          </a:p>
        </p:txBody>
      </p:sp>
      <p:sp>
        <p:nvSpPr>
          <p:cNvPr id="215" name="rodrigo-freire-experiencia">
            <a:extLst>
              <a:ext uri="{FF2B5EF4-FFF2-40B4-BE49-F238E27FC236}">
                <a16:creationId xmlns:a16="http://schemas.microsoft.com/office/drawing/2014/main" id="{AE079B11-05A2-07F4-B3B8-95B15F8C732E}"/>
              </a:ext>
            </a:extLst>
          </p:cNvPr>
          <p:cNvSpPr txBox="1"/>
          <p:nvPr/>
        </p:nvSpPr>
        <p:spPr>
          <a:xfrm>
            <a:off x="8155470" y="2300512"/>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251" name="Group 250">
            <a:extLst>
              <a:ext uri="{FF2B5EF4-FFF2-40B4-BE49-F238E27FC236}">
                <a16:creationId xmlns:a16="http://schemas.microsoft.com/office/drawing/2014/main" id="{3083E467-CB14-7349-5B29-8490B5C0FDCB}"/>
              </a:ext>
            </a:extLst>
          </p:cNvPr>
          <p:cNvGrpSpPr/>
          <p:nvPr/>
        </p:nvGrpSpPr>
        <p:grpSpPr>
          <a:xfrm>
            <a:off x="8266695" y="2471302"/>
            <a:ext cx="1523516" cy="171827"/>
            <a:chOff x="7655855" y="3764910"/>
            <a:chExt cx="1822784" cy="205580"/>
          </a:xfrm>
        </p:grpSpPr>
        <p:pic>
          <p:nvPicPr>
            <p:cNvPr id="252" name="logo-pitsburgh">
              <a:extLst>
                <a:ext uri="{FF2B5EF4-FFF2-40B4-BE49-F238E27FC236}">
                  <a16:creationId xmlns:a16="http://schemas.microsoft.com/office/drawing/2014/main" id="{F61B0D6E-8971-47E2-6C9C-F94F4D697B09}"/>
                </a:ext>
              </a:extLst>
            </p:cNvPr>
            <p:cNvPicPr/>
            <p:nvPr/>
          </p:nvPicPr>
          <p:blipFill>
            <a:blip r:embed="rId20">
              <a:extLst>
                <a:ext uri="{BEBA8EAE-BF5A-486C-A8C5-ECC9F3942E4B}">
                  <a14:imgProps xmlns:a14="http://schemas.microsoft.com/office/drawing/2010/main">
                    <a14:imgLayer r:embed="rId21">
                      <a14:imgEffect>
                        <a14:brightnessContrast bright="100000"/>
                      </a14:imgEffect>
                    </a14:imgLayer>
                  </a14:imgProps>
                </a:ext>
                <a:ext uri="{28A0092B-C50C-407E-A947-70E740481C1C}">
                  <a14:useLocalDpi xmlns:a14="http://schemas.microsoft.com/office/drawing/2010/main" val="0"/>
                </a:ext>
              </a:extLst>
            </a:blip>
            <a:srcRect t="20388" b="20388"/>
            <a:stretch/>
          </p:blipFill>
          <p:spPr>
            <a:xfrm>
              <a:off x="8961456" y="3781632"/>
              <a:ext cx="517183" cy="172136"/>
            </a:xfrm>
            <a:prstGeom prst="rect">
              <a:avLst/>
            </a:prstGeom>
          </p:spPr>
        </p:pic>
        <p:pic>
          <p:nvPicPr>
            <p:cNvPr id="253" name="logo-btg-pactual">
              <a:extLst>
                <a:ext uri="{FF2B5EF4-FFF2-40B4-BE49-F238E27FC236}">
                  <a16:creationId xmlns:a16="http://schemas.microsoft.com/office/drawing/2014/main" id="{A2BF133E-D39B-47EE-3BC1-BDF5F4593DAF}"/>
                </a:ext>
              </a:extLst>
            </p:cNvPr>
            <p:cNvPicPr>
              <a:picLocks noChangeAspect="1" noChangeArrowheads="1"/>
            </p:cNvPicPr>
            <p:nvPr/>
          </p:nvPicPr>
          <p:blipFill>
            <a:blip r:embed="rId22">
              <a:extLst>
                <a:ext uri="{BEBA8EAE-BF5A-486C-A8C5-ECC9F3942E4B}">
                  <a14:imgProps xmlns:a14="http://schemas.microsoft.com/office/drawing/2010/main">
                    <a14:imgLayer r:embed="rId23">
                      <a14:imgEffect>
                        <a14:brightnessContrast bright="100000"/>
                      </a14:imgEffect>
                    </a14:imgLayer>
                  </a14:imgProps>
                </a:ext>
              </a:extLst>
            </a:blip>
            <a:stretch/>
          </p:blipFill>
          <p:spPr bwMode="auto">
            <a:xfrm>
              <a:off x="8341514" y="3764910"/>
              <a:ext cx="517182" cy="205580"/>
            </a:xfrm>
            <a:prstGeom prst="rect">
              <a:avLst/>
            </a:prstGeom>
            <a:extLst>
              <a:ext uri="{909E8E84-426E-40DD-AFC4-6F175D3DCCD1}">
                <a14:hiddenFill xmlns:a14="http://schemas.microsoft.com/office/drawing/2010/main">
                  <a:solidFill>
                    <a:srgbClr val="FFFFFF"/>
                  </a:solidFill>
                </a14:hiddenFill>
              </a:ext>
            </a:extLst>
          </p:spPr>
        </p:pic>
        <p:pic>
          <p:nvPicPr>
            <p:cNvPr id="254" name="logo-cdpq">
              <a:extLst>
                <a:ext uri="{FF2B5EF4-FFF2-40B4-BE49-F238E27FC236}">
                  <a16:creationId xmlns:a16="http://schemas.microsoft.com/office/drawing/2014/main" id="{D85776F6-4B0F-1DDA-7FF6-8AC5324E816F}"/>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t="18568" b="18568"/>
            <a:stretch/>
          </p:blipFill>
          <p:spPr bwMode="auto">
            <a:xfrm>
              <a:off x="7655855" y="3782198"/>
              <a:ext cx="582899" cy="171004"/>
            </a:xfrm>
            <a:prstGeom prst="rect">
              <a:avLst/>
            </a:prstGeom>
            <a:noFill/>
            <a:extLst>
              <a:ext uri="{909E8E84-426E-40DD-AFC4-6F175D3DCCD1}">
                <a14:hiddenFill xmlns:a14="http://schemas.microsoft.com/office/drawing/2010/main">
                  <a:solidFill>
                    <a:srgbClr val="FFFFFF"/>
                  </a:solidFill>
                </a14:hiddenFill>
              </a:ext>
            </a:extLst>
          </p:spPr>
        </p:pic>
      </p:grpSp>
      <p:sp>
        <p:nvSpPr>
          <p:cNvPr id="277" name="chris-egan-bio">
            <a:extLst>
              <a:ext uri="{FF2B5EF4-FFF2-40B4-BE49-F238E27FC236}">
                <a16:creationId xmlns:a16="http://schemas.microsoft.com/office/drawing/2014/main" id="{3373331B-270C-A6DA-6A85-AEF0077858EF}"/>
              </a:ext>
            </a:extLst>
          </p:cNvPr>
          <p:cNvSpPr txBox="1"/>
          <p:nvPr/>
        </p:nvSpPr>
        <p:spPr>
          <a:xfrm>
            <a:off x="6102423" y="3180150"/>
            <a:ext cx="1699231" cy="1159292"/>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Com mais de 23 anos de experiência em investimentos, atuou como sócia e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diretora de investimentos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no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family</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office Focus Invest.</a:t>
            </a:r>
          </a:p>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Experiências anteriores incluem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o segmento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private</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do Unibanco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 gestão de fundos de ações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na antiga BV Asset.</a:t>
            </a:r>
          </a:p>
        </p:txBody>
      </p:sp>
      <p:sp>
        <p:nvSpPr>
          <p:cNvPr id="278" name="object 17">
            <a:extLst>
              <a:ext uri="{FF2B5EF4-FFF2-40B4-BE49-F238E27FC236}">
                <a16:creationId xmlns:a16="http://schemas.microsoft.com/office/drawing/2014/main" id="{DE862069-5D12-2915-1167-A0FC0F0B37C9}"/>
              </a:ext>
            </a:extLst>
          </p:cNvPr>
          <p:cNvSpPr txBox="1"/>
          <p:nvPr/>
        </p:nvSpPr>
        <p:spPr>
          <a:xfrm>
            <a:off x="4233089" y="2966061"/>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nvGrpSpPr>
          <p:cNvPr id="279" name="Group 278">
            <a:extLst>
              <a:ext uri="{FF2B5EF4-FFF2-40B4-BE49-F238E27FC236}">
                <a16:creationId xmlns:a16="http://schemas.microsoft.com/office/drawing/2014/main" id="{1090BA05-7560-9083-BA90-6D0764D79A13}"/>
              </a:ext>
            </a:extLst>
          </p:cNvPr>
          <p:cNvGrpSpPr/>
          <p:nvPr/>
        </p:nvGrpSpPr>
        <p:grpSpPr>
          <a:xfrm>
            <a:off x="5081317" y="3180722"/>
            <a:ext cx="1008261" cy="824198"/>
            <a:chOff x="1166158" y="1365165"/>
            <a:chExt cx="1008261" cy="824198"/>
          </a:xfrm>
        </p:grpSpPr>
        <p:sp>
          <p:nvSpPr>
            <p:cNvPr id="281" name="object 13">
              <a:extLst>
                <a:ext uri="{FF2B5EF4-FFF2-40B4-BE49-F238E27FC236}">
                  <a16:creationId xmlns:a16="http://schemas.microsoft.com/office/drawing/2014/main" id="{4E6B1E5F-0BE8-96C3-F0F5-526778323F45}"/>
                </a:ext>
              </a:extLst>
            </p:cNvPr>
            <p:cNvSpPr txBox="1"/>
            <p:nvPr/>
          </p:nvSpPr>
          <p:spPr>
            <a:xfrm>
              <a:off x="1166158" y="1365165"/>
              <a:ext cx="1008261"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Letícia Albuquerque</a:t>
              </a:r>
            </a:p>
          </p:txBody>
        </p:sp>
        <p:sp>
          <p:nvSpPr>
            <p:cNvPr id="282" name="object 31">
              <a:extLst>
                <a:ext uri="{FF2B5EF4-FFF2-40B4-BE49-F238E27FC236}">
                  <a16:creationId xmlns:a16="http://schemas.microsoft.com/office/drawing/2014/main" id="{1A08F453-8F9C-172E-3718-60C2FA223D2C}"/>
                </a:ext>
              </a:extLst>
            </p:cNvPr>
            <p:cNvSpPr/>
            <p:nvPr/>
          </p:nvSpPr>
          <p:spPr>
            <a:xfrm flipV="1">
              <a:off x="1166158" y="1705652"/>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283" name="chris-egan-titulo">
              <a:extLst>
                <a:ext uri="{FF2B5EF4-FFF2-40B4-BE49-F238E27FC236}">
                  <a16:creationId xmlns:a16="http://schemas.microsoft.com/office/drawing/2014/main" id="{6A2E6226-C9C0-CA03-DF10-E6219857DE63}"/>
                </a:ext>
              </a:extLst>
            </p:cNvPr>
            <p:cNvSpPr txBox="1"/>
            <p:nvPr/>
          </p:nvSpPr>
          <p:spPr>
            <a:xfrm>
              <a:off x="1166158" y="1974817"/>
              <a:ext cx="921293" cy="214546"/>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INVESTMENT SOLUTIONS</a:t>
              </a:r>
            </a:p>
          </p:txBody>
        </p:sp>
      </p:grpSp>
      <p:sp>
        <p:nvSpPr>
          <p:cNvPr id="280" name="rodrigo-freire-experiencia">
            <a:extLst>
              <a:ext uri="{FF2B5EF4-FFF2-40B4-BE49-F238E27FC236}">
                <a16:creationId xmlns:a16="http://schemas.microsoft.com/office/drawing/2014/main" id="{B52F903B-6132-8D56-82A6-3E9CB59E4912}"/>
              </a:ext>
            </a:extLst>
          </p:cNvPr>
          <p:cNvSpPr txBox="1"/>
          <p:nvPr/>
        </p:nvSpPr>
        <p:spPr>
          <a:xfrm>
            <a:off x="4233089" y="4118962"/>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386" name="Group 385">
            <a:extLst>
              <a:ext uri="{FF2B5EF4-FFF2-40B4-BE49-F238E27FC236}">
                <a16:creationId xmlns:a16="http://schemas.microsoft.com/office/drawing/2014/main" id="{9849E8DC-2895-75CF-B4C7-17FDBEBCE239}"/>
              </a:ext>
            </a:extLst>
          </p:cNvPr>
          <p:cNvGrpSpPr/>
          <p:nvPr/>
        </p:nvGrpSpPr>
        <p:grpSpPr>
          <a:xfrm>
            <a:off x="4563580" y="4263883"/>
            <a:ext cx="1170240" cy="221280"/>
            <a:chOff x="4406976" y="4263883"/>
            <a:chExt cx="1170240" cy="221280"/>
          </a:xfrm>
        </p:grpSpPr>
        <p:pic>
          <p:nvPicPr>
            <p:cNvPr id="384" name="logo-bv">
              <a:extLst>
                <a:ext uri="{FF2B5EF4-FFF2-40B4-BE49-F238E27FC236}">
                  <a16:creationId xmlns:a16="http://schemas.microsoft.com/office/drawing/2014/main" id="{E8860544-D7BE-A8DE-93D6-F87FE639041A}"/>
                </a:ext>
              </a:extLst>
            </p:cNvPr>
            <p:cNvPicPr>
              <a:picLocks noChangeAspect="1" noChangeArrowheads="1"/>
            </p:cNvPicPr>
            <p:nvPr/>
          </p:nvPicPr>
          <p:blipFill>
            <a:blip r:embed="rId25" cstate="hqprint">
              <a:extLst>
                <a:ext uri="{28A0092B-C50C-407E-A947-70E740481C1C}">
                  <a14:useLocalDpi xmlns:a14="http://schemas.microsoft.com/office/drawing/2010/main"/>
                </a:ext>
              </a:extLst>
            </a:blip>
            <a:srcRect/>
            <a:stretch/>
          </p:blipFill>
          <p:spPr bwMode="auto">
            <a:xfrm>
              <a:off x="4406976" y="4263883"/>
              <a:ext cx="285061" cy="221280"/>
            </a:xfrm>
            <a:prstGeom prst="rect">
              <a:avLst/>
            </a:prstGeom>
            <a:noFill/>
            <a:extLst>
              <a:ext uri="{909E8E84-426E-40DD-AFC4-6F175D3DCCD1}">
                <a14:hiddenFill xmlns:a14="http://schemas.microsoft.com/office/drawing/2010/main">
                  <a:solidFill>
                    <a:srgbClr val="FFFFFF"/>
                  </a:solidFill>
                </a14:hiddenFill>
              </a:ext>
            </a:extLst>
          </p:spPr>
        </p:pic>
        <p:pic>
          <p:nvPicPr>
            <p:cNvPr id="385" name="logo-unibanco">
              <a:extLst>
                <a:ext uri="{FF2B5EF4-FFF2-40B4-BE49-F238E27FC236}">
                  <a16:creationId xmlns:a16="http://schemas.microsoft.com/office/drawing/2014/main" id="{DB64EDD5-6625-720B-6D31-64CECEFF1920}"/>
                </a:ext>
              </a:extLst>
            </p:cNvPr>
            <p:cNvPicPr>
              <a:picLocks noChangeAspect="1" noChangeArrowheads="1"/>
            </p:cNvPicPr>
            <p:nvPr/>
          </p:nvPicPr>
          <p:blipFill>
            <a:blip r:embed="rId14" cstate="hqprint">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a:ext>
              </a:extLst>
            </a:blip>
            <a:srcRect t="13484" b="13484"/>
            <a:stretch/>
          </p:blipFill>
          <p:spPr bwMode="auto">
            <a:xfrm>
              <a:off x="4826473" y="4288146"/>
              <a:ext cx="750743" cy="14913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5" name="Group 454">
            <a:extLst>
              <a:ext uri="{FF2B5EF4-FFF2-40B4-BE49-F238E27FC236}">
                <a16:creationId xmlns:a16="http://schemas.microsoft.com/office/drawing/2014/main" id="{F39EE54C-B019-265B-E8E2-0E3E5EDC26AE}"/>
              </a:ext>
            </a:extLst>
          </p:cNvPr>
          <p:cNvGrpSpPr/>
          <p:nvPr/>
        </p:nvGrpSpPr>
        <p:grpSpPr>
          <a:xfrm>
            <a:off x="322242" y="4781618"/>
            <a:ext cx="3701568" cy="1667085"/>
            <a:chOff x="2284026" y="4781618"/>
            <a:chExt cx="3701568" cy="1667085"/>
          </a:xfrm>
        </p:grpSpPr>
        <p:pic>
          <p:nvPicPr>
            <p:cNvPr id="445" name="paola-moussatche-foto">
              <a:extLst>
                <a:ext uri="{FF2B5EF4-FFF2-40B4-BE49-F238E27FC236}">
                  <a16:creationId xmlns:a16="http://schemas.microsoft.com/office/drawing/2014/main" id="{160C00D6-5087-6CC6-FEE7-C0ACFCCE1D39}"/>
                </a:ext>
              </a:extLst>
            </p:cNvPr>
            <p:cNvPicPr preferRelativeResize="0">
              <a:picLocks/>
            </p:cNvPicPr>
            <p:nvPr/>
          </p:nvPicPr>
          <p:blipFill>
            <a:blip r:embed="rId26"/>
            <a:srcRect l="15144" r="15144"/>
            <a:stretch/>
          </p:blipFill>
          <p:spPr>
            <a:xfrm>
              <a:off x="2288689" y="4781618"/>
              <a:ext cx="770891" cy="770891"/>
            </a:xfrm>
            <a:prstGeom prst="rect">
              <a:avLst/>
            </a:prstGeom>
          </p:spPr>
        </p:pic>
        <p:sp>
          <p:nvSpPr>
            <p:cNvPr id="367" name="chris-egan-bio">
              <a:extLst>
                <a:ext uri="{FF2B5EF4-FFF2-40B4-BE49-F238E27FC236}">
                  <a16:creationId xmlns:a16="http://schemas.microsoft.com/office/drawing/2014/main" id="{714A014F-2022-9C79-CD4F-F5F775CFDB6A}"/>
                </a:ext>
              </a:extLst>
            </p:cNvPr>
            <p:cNvSpPr txBox="1"/>
            <p:nvPr/>
          </p:nvSpPr>
          <p:spPr>
            <a:xfrm>
              <a:off x="4153360" y="4995707"/>
              <a:ext cx="1757987" cy="984885"/>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Com experiência prévia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em escritórios de advocacia,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nas áreas de M&amp;A, mercado de capitais e tributária, passou a atuar diretamente no mercado financeiro em 2013, com passagens pela Squadra Investimentos,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MAF e VELT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Partners</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a:t>
              </a:r>
            </a:p>
          </p:txBody>
        </p:sp>
        <p:sp>
          <p:nvSpPr>
            <p:cNvPr id="368" name="object 17">
              <a:extLst>
                <a:ext uri="{FF2B5EF4-FFF2-40B4-BE49-F238E27FC236}">
                  <a16:creationId xmlns:a16="http://schemas.microsoft.com/office/drawing/2014/main" id="{D6BCE49A-1D9E-F185-12C3-AAFE7678878B}"/>
                </a:ext>
              </a:extLst>
            </p:cNvPr>
            <p:cNvSpPr txBox="1"/>
            <p:nvPr/>
          </p:nvSpPr>
          <p:spPr>
            <a:xfrm>
              <a:off x="2284026" y="4781618"/>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nvGrpSpPr>
            <p:cNvPr id="369" name="Group 368">
              <a:extLst>
                <a:ext uri="{FF2B5EF4-FFF2-40B4-BE49-F238E27FC236}">
                  <a16:creationId xmlns:a16="http://schemas.microsoft.com/office/drawing/2014/main" id="{811F4656-349C-3B9C-4948-DCC89E62E782}"/>
                </a:ext>
              </a:extLst>
            </p:cNvPr>
            <p:cNvGrpSpPr/>
            <p:nvPr/>
          </p:nvGrpSpPr>
          <p:grpSpPr>
            <a:xfrm>
              <a:off x="3132254" y="4996279"/>
              <a:ext cx="1107252" cy="726153"/>
              <a:chOff x="1166158" y="1365165"/>
              <a:chExt cx="1107252" cy="726153"/>
            </a:xfrm>
          </p:grpSpPr>
          <p:sp>
            <p:nvSpPr>
              <p:cNvPr id="376" name="object 13">
                <a:extLst>
                  <a:ext uri="{FF2B5EF4-FFF2-40B4-BE49-F238E27FC236}">
                    <a16:creationId xmlns:a16="http://schemas.microsoft.com/office/drawing/2014/main" id="{D9074F08-F193-590E-8A62-CC62C833CE0A}"/>
                  </a:ext>
                </a:extLst>
              </p:cNvPr>
              <p:cNvSpPr txBox="1"/>
              <p:nvPr/>
            </p:nvSpPr>
            <p:spPr>
              <a:xfrm>
                <a:off x="1166158" y="1365165"/>
                <a:ext cx="1107252"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Paola </a:t>
                </a:r>
                <a:b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Moussatche</a:t>
                </a:r>
              </a:p>
            </p:txBody>
          </p:sp>
          <p:sp>
            <p:nvSpPr>
              <p:cNvPr id="377" name="object 31">
                <a:extLst>
                  <a:ext uri="{FF2B5EF4-FFF2-40B4-BE49-F238E27FC236}">
                    <a16:creationId xmlns:a16="http://schemas.microsoft.com/office/drawing/2014/main" id="{44C7EF44-10FF-DA7E-62D4-05FF642915D7}"/>
                  </a:ext>
                </a:extLst>
              </p:cNvPr>
              <p:cNvSpPr/>
              <p:nvPr/>
            </p:nvSpPr>
            <p:spPr>
              <a:xfrm flipV="1">
                <a:off x="1166158" y="1705652"/>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378" name="chris-egan-titulo">
                <a:extLst>
                  <a:ext uri="{FF2B5EF4-FFF2-40B4-BE49-F238E27FC236}">
                    <a16:creationId xmlns:a16="http://schemas.microsoft.com/office/drawing/2014/main" id="{CA7A9955-505E-11A6-17E3-3ED6463E2BAE}"/>
                  </a:ext>
                </a:extLst>
              </p:cNvPr>
              <p:cNvSpPr txBox="1"/>
              <p:nvPr/>
            </p:nvSpPr>
            <p:spPr>
              <a:xfrm>
                <a:off x="1166158" y="1984045"/>
                <a:ext cx="1014090" cy="107273"/>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LEGAL</a:t>
                </a:r>
              </a:p>
            </p:txBody>
          </p:sp>
        </p:grpSp>
        <p:sp>
          <p:nvSpPr>
            <p:cNvPr id="370" name="rodrigo-freire-experiencia">
              <a:extLst>
                <a:ext uri="{FF2B5EF4-FFF2-40B4-BE49-F238E27FC236}">
                  <a16:creationId xmlns:a16="http://schemas.microsoft.com/office/drawing/2014/main" id="{9E5E3F8D-B3D8-E866-AB04-621367F1A742}"/>
                </a:ext>
              </a:extLst>
            </p:cNvPr>
            <p:cNvSpPr txBox="1"/>
            <p:nvPr/>
          </p:nvSpPr>
          <p:spPr>
            <a:xfrm>
              <a:off x="2284026" y="5934519"/>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450" name="Group 449">
              <a:extLst>
                <a:ext uri="{FF2B5EF4-FFF2-40B4-BE49-F238E27FC236}">
                  <a16:creationId xmlns:a16="http://schemas.microsoft.com/office/drawing/2014/main" id="{033D9855-0CAC-9538-0608-4F11E48AA73F}"/>
                </a:ext>
              </a:extLst>
            </p:cNvPr>
            <p:cNvGrpSpPr/>
            <p:nvPr/>
          </p:nvGrpSpPr>
          <p:grpSpPr>
            <a:xfrm>
              <a:off x="2353661" y="6129574"/>
              <a:ext cx="1591850" cy="160146"/>
              <a:chOff x="2446348" y="6034292"/>
              <a:chExt cx="1499157" cy="150820"/>
            </a:xfrm>
          </p:grpSpPr>
          <p:pic>
            <p:nvPicPr>
              <p:cNvPr id="447" name="logos-velt" descr="A black and white text&#10;&#10;AI-generated content may be incorrect.">
                <a:extLst>
                  <a:ext uri="{FF2B5EF4-FFF2-40B4-BE49-F238E27FC236}">
                    <a16:creationId xmlns:a16="http://schemas.microsoft.com/office/drawing/2014/main" id="{2D01F484-734D-1C54-A38C-F157A0290719}"/>
                  </a:ext>
                </a:extLst>
              </p:cNvPr>
              <p:cNvPicPr>
                <a:picLocks noChangeAspect="1"/>
              </p:cNvPicPr>
              <p:nvPr/>
            </p:nvPicPr>
            <p:blipFill>
              <a:blip r:embed="rId27" cstate="hqprint">
                <a:extLst>
                  <a:ext uri="{BEBA8EAE-BF5A-486C-A8C5-ECC9F3942E4B}">
                    <a14:imgProps xmlns:a14="http://schemas.microsoft.com/office/drawing/2010/main">
                      <a14:imgLayer r:embed="rId28">
                        <a14:imgEffect>
                          <a14:brightnessContrast bright="100000"/>
                        </a14:imgEffect>
                      </a14:imgLayer>
                    </a14:imgProps>
                  </a:ext>
                  <a:ext uri="{28A0092B-C50C-407E-A947-70E740481C1C}">
                    <a14:useLocalDpi xmlns:a14="http://schemas.microsoft.com/office/drawing/2010/main"/>
                  </a:ext>
                </a:extLst>
              </a:blip>
              <a:stretch>
                <a:fillRect/>
              </a:stretch>
            </p:blipFill>
            <p:spPr>
              <a:xfrm>
                <a:off x="3531676" y="6079864"/>
                <a:ext cx="413829" cy="101613"/>
              </a:xfrm>
              <a:prstGeom prst="rect">
                <a:avLst/>
              </a:prstGeom>
            </p:spPr>
          </p:pic>
          <p:pic>
            <p:nvPicPr>
              <p:cNvPr id="448" name="logos-modal">
                <a:extLst>
                  <a:ext uri="{FF2B5EF4-FFF2-40B4-BE49-F238E27FC236}">
                    <a16:creationId xmlns:a16="http://schemas.microsoft.com/office/drawing/2014/main" id="{BB6678C4-6657-5EF4-89D6-100C9E9DC4ED}"/>
                  </a:ext>
                </a:extLst>
              </p:cNvPr>
              <p:cNvPicPr>
                <a:picLocks noChangeAspect="1"/>
              </p:cNvPicPr>
              <p:nvPr/>
            </p:nvPicPr>
            <p:blipFill>
              <a:blip r:embed="rId29">
                <a:extLst>
                  <a:ext uri="{BEBA8EAE-BF5A-486C-A8C5-ECC9F3942E4B}">
                    <a14:imgProps xmlns:a14="http://schemas.microsoft.com/office/drawing/2010/main">
                      <a14:imgLayer r:embed="rId30">
                        <a14:imgEffect>
                          <a14:brightnessContrast bright="100000"/>
                        </a14:imgEffect>
                      </a14:imgLayer>
                    </a14:imgProps>
                  </a:ext>
                  <a:ext uri="{28A0092B-C50C-407E-A947-70E740481C1C}">
                    <a14:useLocalDpi xmlns:a14="http://schemas.microsoft.com/office/drawing/2010/main" val="0"/>
                  </a:ext>
                </a:extLst>
              </a:blip>
              <a:srcRect/>
              <a:stretch/>
            </p:blipFill>
            <p:spPr>
              <a:xfrm>
                <a:off x="3046816" y="6034292"/>
                <a:ext cx="413304" cy="127220"/>
              </a:xfrm>
              <a:prstGeom prst="rect">
                <a:avLst/>
              </a:prstGeom>
            </p:spPr>
          </p:pic>
          <p:pic>
            <p:nvPicPr>
              <p:cNvPr id="449" name="logos-squadra" descr="A black background with text&#10;&#10;AI-generated content may be incorrect.">
                <a:extLst>
                  <a:ext uri="{FF2B5EF4-FFF2-40B4-BE49-F238E27FC236}">
                    <a16:creationId xmlns:a16="http://schemas.microsoft.com/office/drawing/2014/main" id="{E08D0892-31F8-71DE-7612-78301C5009F4}"/>
                  </a:ext>
                </a:extLst>
              </p:cNvPr>
              <p:cNvPicPr>
                <a:picLocks noChangeAspect="1"/>
              </p:cNvPicPr>
              <p:nvPr/>
            </p:nvPicPr>
            <p:blipFill>
              <a:blip r:embed="rId31" cstate="hqprint">
                <a:extLst>
                  <a:ext uri="{BEBA8EAE-BF5A-486C-A8C5-ECC9F3942E4B}">
                    <a14:imgProps xmlns:a14="http://schemas.microsoft.com/office/drawing/2010/main">
                      <a14:imgLayer r:embed="rId32">
                        <a14:imgEffect>
                          <a14:brightnessContrast bright="100000"/>
                        </a14:imgEffect>
                      </a14:imgLayer>
                    </a14:imgProps>
                  </a:ext>
                  <a:ext uri="{28A0092B-C50C-407E-A947-70E740481C1C}">
                    <a14:useLocalDpi xmlns:a14="http://schemas.microsoft.com/office/drawing/2010/main"/>
                  </a:ext>
                </a:extLst>
              </a:blip>
              <a:stretch>
                <a:fillRect/>
              </a:stretch>
            </p:blipFill>
            <p:spPr>
              <a:xfrm>
                <a:off x="2446348" y="6077678"/>
                <a:ext cx="528911" cy="107434"/>
              </a:xfrm>
              <a:prstGeom prst="rect">
                <a:avLst/>
              </a:prstGeom>
            </p:spPr>
          </p:pic>
        </p:grpSp>
      </p:grpSp>
      <p:grpSp>
        <p:nvGrpSpPr>
          <p:cNvPr id="476" name="Group 475">
            <a:extLst>
              <a:ext uri="{FF2B5EF4-FFF2-40B4-BE49-F238E27FC236}">
                <a16:creationId xmlns:a16="http://schemas.microsoft.com/office/drawing/2014/main" id="{3498125C-2E86-5CBD-302B-6BAE0D907992}"/>
              </a:ext>
            </a:extLst>
          </p:cNvPr>
          <p:cNvGrpSpPr/>
          <p:nvPr/>
        </p:nvGrpSpPr>
        <p:grpSpPr>
          <a:xfrm>
            <a:off x="8149203" y="4781618"/>
            <a:ext cx="3707050" cy="1667085"/>
            <a:chOff x="8149203" y="4781618"/>
            <a:chExt cx="3707050" cy="1667085"/>
          </a:xfrm>
        </p:grpSpPr>
        <p:pic>
          <p:nvPicPr>
            <p:cNvPr id="446" name="marilia-romero-foto">
              <a:extLst>
                <a:ext uri="{FF2B5EF4-FFF2-40B4-BE49-F238E27FC236}">
                  <a16:creationId xmlns:a16="http://schemas.microsoft.com/office/drawing/2014/main" id="{635CC60D-35F8-B50A-BE6C-427728A6E293}"/>
                </a:ext>
              </a:extLst>
            </p:cNvPr>
            <p:cNvPicPr preferRelativeResize="0">
              <a:picLocks/>
            </p:cNvPicPr>
            <p:nvPr/>
          </p:nvPicPr>
          <p:blipFill>
            <a:blip r:embed="rId33"/>
            <a:srcRect l="15144" r="15144"/>
            <a:stretch/>
          </p:blipFill>
          <p:spPr>
            <a:xfrm>
              <a:off x="8149203" y="4781618"/>
              <a:ext cx="770891" cy="770891"/>
            </a:xfrm>
            <a:prstGeom prst="rect">
              <a:avLst/>
            </a:prstGeom>
            <a:solidFill>
              <a:srgbClr val="FFFFFF">
                <a:lumMod val="95000"/>
              </a:srgbClr>
            </a:solidFill>
          </p:spPr>
        </p:pic>
        <p:grpSp>
          <p:nvGrpSpPr>
            <p:cNvPr id="342" name="Group 341">
              <a:extLst>
                <a:ext uri="{FF2B5EF4-FFF2-40B4-BE49-F238E27FC236}">
                  <a16:creationId xmlns:a16="http://schemas.microsoft.com/office/drawing/2014/main" id="{2650D8ED-C108-8D72-3F23-4D55E918F235}"/>
                </a:ext>
              </a:extLst>
            </p:cNvPr>
            <p:cNvGrpSpPr/>
            <p:nvPr/>
          </p:nvGrpSpPr>
          <p:grpSpPr>
            <a:xfrm>
              <a:off x="8149203" y="4781618"/>
              <a:ext cx="3707050" cy="1667085"/>
              <a:chOff x="310708" y="1150504"/>
              <a:chExt cx="3707050" cy="1667085"/>
            </a:xfrm>
          </p:grpSpPr>
          <p:sp>
            <p:nvSpPr>
              <p:cNvPr id="359" name="chris-egan-bio">
                <a:extLst>
                  <a:ext uri="{FF2B5EF4-FFF2-40B4-BE49-F238E27FC236}">
                    <a16:creationId xmlns:a16="http://schemas.microsoft.com/office/drawing/2014/main" id="{722FAE95-F849-6B99-5328-1DE06704B593}"/>
                  </a:ext>
                </a:extLst>
              </p:cNvPr>
              <p:cNvSpPr txBox="1"/>
              <p:nvPr/>
            </p:nvSpPr>
            <p:spPr>
              <a:xfrm>
                <a:off x="2180042" y="1364593"/>
                <a:ext cx="1837716" cy="984885"/>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Atuou em gestão de pessoas,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Business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Partner</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e remuneração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no setor financeiro, com atuação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em transformação cultural no Banco BV e Crefisa, e passagens pela Amil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 Volkswagen do Brasil, focado em estratégias de remuneração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de curto e longo prazo.</a:t>
                </a:r>
              </a:p>
            </p:txBody>
          </p:sp>
          <p:sp>
            <p:nvSpPr>
              <p:cNvPr id="360" name="object 17">
                <a:extLst>
                  <a:ext uri="{FF2B5EF4-FFF2-40B4-BE49-F238E27FC236}">
                    <a16:creationId xmlns:a16="http://schemas.microsoft.com/office/drawing/2014/main" id="{6DECD09D-7211-8641-D412-FA2B6CABCCAA}"/>
                  </a:ext>
                </a:extLst>
              </p:cNvPr>
              <p:cNvSpPr txBox="1"/>
              <p:nvPr/>
            </p:nvSpPr>
            <p:spPr>
              <a:xfrm>
                <a:off x="310708" y="1150504"/>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nvGrpSpPr>
              <p:cNvPr id="361" name="Group 360">
                <a:extLst>
                  <a:ext uri="{FF2B5EF4-FFF2-40B4-BE49-F238E27FC236}">
                    <a16:creationId xmlns:a16="http://schemas.microsoft.com/office/drawing/2014/main" id="{344F0E96-8041-9CD8-1433-9C82E3DF442E}"/>
                  </a:ext>
                </a:extLst>
              </p:cNvPr>
              <p:cNvGrpSpPr/>
              <p:nvPr/>
            </p:nvGrpSpPr>
            <p:grpSpPr>
              <a:xfrm>
                <a:off x="1158936" y="1365165"/>
                <a:ext cx="909759" cy="833426"/>
                <a:chOff x="1166158" y="1365165"/>
                <a:chExt cx="909759" cy="833426"/>
              </a:xfrm>
            </p:grpSpPr>
            <p:sp>
              <p:nvSpPr>
                <p:cNvPr id="363" name="object 13">
                  <a:extLst>
                    <a:ext uri="{FF2B5EF4-FFF2-40B4-BE49-F238E27FC236}">
                      <a16:creationId xmlns:a16="http://schemas.microsoft.com/office/drawing/2014/main" id="{E1BB871F-E159-BEC3-3F33-166AAFA127F2}"/>
                    </a:ext>
                  </a:extLst>
                </p:cNvPr>
                <p:cNvSpPr txBox="1"/>
                <p:nvPr/>
              </p:nvSpPr>
              <p:spPr>
                <a:xfrm>
                  <a:off x="1166158" y="1365165"/>
                  <a:ext cx="909759"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Marília</a:t>
                  </a:r>
                </a:p>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Romero</a:t>
                  </a:r>
                </a:p>
              </p:txBody>
            </p:sp>
            <p:sp>
              <p:nvSpPr>
                <p:cNvPr id="364" name="object 31">
                  <a:extLst>
                    <a:ext uri="{FF2B5EF4-FFF2-40B4-BE49-F238E27FC236}">
                      <a16:creationId xmlns:a16="http://schemas.microsoft.com/office/drawing/2014/main" id="{7451F718-41F6-D378-F4BD-714D000F0761}"/>
                    </a:ext>
                  </a:extLst>
                </p:cNvPr>
                <p:cNvSpPr/>
                <p:nvPr/>
              </p:nvSpPr>
              <p:spPr>
                <a:xfrm flipV="1">
                  <a:off x="1166158" y="1705654"/>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365" name="chris-egan-titulo">
                  <a:extLst>
                    <a:ext uri="{FF2B5EF4-FFF2-40B4-BE49-F238E27FC236}">
                      <a16:creationId xmlns:a16="http://schemas.microsoft.com/office/drawing/2014/main" id="{23687EF9-E402-027E-1542-168EC2741EF6}"/>
                    </a:ext>
                  </a:extLst>
                </p:cNvPr>
                <p:cNvSpPr txBox="1"/>
                <p:nvPr/>
              </p:nvSpPr>
              <p:spPr>
                <a:xfrm>
                  <a:off x="1166158" y="1984045"/>
                  <a:ext cx="909759" cy="214546"/>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PESSOAS </a:t>
                  </a:r>
                  <a:br>
                    <a:rPr kumimoji="0" lang="en-US" sz="697" b="0" i="0" u="none" strike="noStrike" kern="0" cap="none" spc="33" normalizeH="0" baseline="0" noProof="0">
                      <a:ln>
                        <a:noFill/>
                      </a:ln>
                      <a:solidFill>
                        <a:srgbClr val="FFFFFF"/>
                      </a:solidFill>
                      <a:effectLst/>
                      <a:uLnTx/>
                      <a:uFillTx/>
                      <a:latin typeface="Versos"/>
                      <a:ea typeface="+mn-ea"/>
                      <a:cs typeface="Arial"/>
                      <a:sym typeface="Arial"/>
                    </a:rPr>
                  </a:b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&amp; CULTURA</a:t>
                  </a:r>
                </a:p>
              </p:txBody>
            </p:sp>
          </p:grpSp>
          <p:sp>
            <p:nvSpPr>
              <p:cNvPr id="362" name="rodrigo-freire-experiencia">
                <a:extLst>
                  <a:ext uri="{FF2B5EF4-FFF2-40B4-BE49-F238E27FC236}">
                    <a16:creationId xmlns:a16="http://schemas.microsoft.com/office/drawing/2014/main" id="{55BAA4EF-739D-74E8-1A3D-EB9B7440BE89}"/>
                  </a:ext>
                </a:extLst>
              </p:cNvPr>
              <p:cNvSpPr txBox="1"/>
              <p:nvPr/>
            </p:nvSpPr>
            <p:spPr>
              <a:xfrm>
                <a:off x="310708" y="2303405"/>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pic>
          <p:nvPicPr>
            <p:cNvPr id="451" name="logo-volkswagen" descr="A blue and black logo&#10;&#10;AI-generated content may be incorrect.">
              <a:extLst>
                <a:ext uri="{FF2B5EF4-FFF2-40B4-BE49-F238E27FC236}">
                  <a16:creationId xmlns:a16="http://schemas.microsoft.com/office/drawing/2014/main" id="{BBB725B5-742F-6E6B-0E14-75FE02E37624}"/>
                </a:ext>
              </a:extLst>
            </p:cNvPr>
            <p:cNvPicPr>
              <a:picLocks noChangeAspect="1"/>
            </p:cNvPicPr>
            <p:nvPr/>
          </p:nvPicPr>
          <p:blipFill>
            <a:blip r:embed="rId34">
              <a:extLst>
                <a:ext uri="{BEBA8EAE-BF5A-486C-A8C5-ECC9F3942E4B}">
                  <a14:imgProps xmlns:a14="http://schemas.microsoft.com/office/drawing/2010/main">
                    <a14:imgLayer r:embed="rId35">
                      <a14:imgEffect>
                        <a14:brightnessContrast bright="100000"/>
                      </a14:imgEffect>
                    </a14:imgLayer>
                  </a14:imgProps>
                </a:ext>
              </a:extLst>
            </a:blip>
            <a:stretch>
              <a:fillRect/>
            </a:stretch>
          </p:blipFill>
          <p:spPr>
            <a:xfrm>
              <a:off x="9479457" y="6037806"/>
              <a:ext cx="284067" cy="284067"/>
            </a:xfrm>
            <a:prstGeom prst="rect">
              <a:avLst/>
            </a:prstGeom>
          </p:spPr>
        </p:pic>
        <p:pic>
          <p:nvPicPr>
            <p:cNvPr id="452" name="logo-crefisa" descr="A blue text on a black background&#10;&#10;AI-generated content may be incorrect.">
              <a:extLst>
                <a:ext uri="{FF2B5EF4-FFF2-40B4-BE49-F238E27FC236}">
                  <a16:creationId xmlns:a16="http://schemas.microsoft.com/office/drawing/2014/main" id="{D97CA482-5982-46B2-AA27-A0D604640F42}"/>
                </a:ext>
              </a:extLst>
            </p:cNvPr>
            <p:cNvPicPr>
              <a:picLocks noChangeAspect="1"/>
            </p:cNvPicPr>
            <p:nvPr/>
          </p:nvPicPr>
          <p:blipFill>
            <a:blip r:embed="rId36">
              <a:extLst>
                <a:ext uri="{BEBA8EAE-BF5A-486C-A8C5-ECC9F3942E4B}">
                  <a14:imgProps xmlns:a14="http://schemas.microsoft.com/office/drawing/2010/main">
                    <a14:imgLayer r:embed="rId37">
                      <a14:imgEffect>
                        <a14:brightnessContrast bright="100000"/>
                      </a14:imgEffect>
                    </a14:imgLayer>
                  </a14:imgProps>
                </a:ext>
              </a:extLst>
            </a:blip>
            <a:stretch>
              <a:fillRect/>
            </a:stretch>
          </p:blipFill>
          <p:spPr>
            <a:xfrm>
              <a:off x="8802843" y="6073278"/>
              <a:ext cx="543315" cy="204648"/>
            </a:xfrm>
            <a:prstGeom prst="rect">
              <a:avLst/>
            </a:prstGeom>
          </p:spPr>
        </p:pic>
        <p:pic>
          <p:nvPicPr>
            <p:cNvPr id="453" name="logo-bv">
              <a:extLst>
                <a:ext uri="{FF2B5EF4-FFF2-40B4-BE49-F238E27FC236}">
                  <a16:creationId xmlns:a16="http://schemas.microsoft.com/office/drawing/2014/main" id="{BD5D4C3B-3586-76FE-FF43-DD70C7212540}"/>
                </a:ext>
              </a:extLst>
            </p:cNvPr>
            <p:cNvPicPr>
              <a:picLocks noChangeAspect="1" noChangeArrowheads="1"/>
            </p:cNvPicPr>
            <p:nvPr/>
          </p:nvPicPr>
          <p:blipFill>
            <a:blip r:embed="rId25" cstate="hqprint">
              <a:extLst>
                <a:ext uri="{28A0092B-C50C-407E-A947-70E740481C1C}">
                  <a14:useLocalDpi xmlns:a14="http://schemas.microsoft.com/office/drawing/2010/main"/>
                </a:ext>
              </a:extLst>
            </a:blip>
            <a:srcRect/>
            <a:stretch/>
          </p:blipFill>
          <p:spPr bwMode="auto">
            <a:xfrm>
              <a:off x="8402791" y="6091482"/>
              <a:ext cx="264428" cy="205264"/>
            </a:xfrm>
            <a:prstGeom prst="rect">
              <a:avLst/>
            </a:prstGeom>
            <a:noFill/>
            <a:extLst>
              <a:ext uri="{909E8E84-426E-40DD-AFC4-6F175D3DCCD1}">
                <a14:hiddenFill xmlns:a14="http://schemas.microsoft.com/office/drawing/2010/main">
                  <a:solidFill>
                    <a:srgbClr val="FFFFFF"/>
                  </a:solidFill>
                </a14:hiddenFill>
              </a:ext>
            </a:extLst>
          </p:spPr>
        </p:pic>
      </p:grpSp>
      <p:sp>
        <p:nvSpPr>
          <p:cNvPr id="459" name="Picture 8">
            <a:extLst>
              <a:ext uri="{FF2B5EF4-FFF2-40B4-BE49-F238E27FC236}">
                <a16:creationId xmlns:a16="http://schemas.microsoft.com/office/drawing/2014/main" id="{8A4EA67A-F74C-2EC3-1C36-D25BE90DDED7}"/>
              </a:ext>
            </a:extLst>
          </p:cNvPr>
          <p:cNvSpPr/>
          <p:nvPr/>
        </p:nvSpPr>
        <p:spPr>
          <a:xfrm>
            <a:off x="289753" y="372740"/>
            <a:ext cx="1395827" cy="474028"/>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849" b="0" i="0" u="none" strike="noStrike" kern="1200" cap="none" spc="0" normalizeH="0" baseline="0" noProof="0">
              <a:ln>
                <a:noFill/>
              </a:ln>
              <a:solidFill>
                <a:srgbClr val="FFFFFF"/>
              </a:solidFill>
              <a:effectLst/>
              <a:uLnTx/>
              <a:uFillTx/>
              <a:latin typeface="Calibri"/>
              <a:ea typeface="+mn-ea"/>
              <a:cs typeface="Arial"/>
              <a:sym typeface="Arial"/>
            </a:endParaRPr>
          </a:p>
        </p:txBody>
      </p:sp>
      <p:cxnSp>
        <p:nvCxnSpPr>
          <p:cNvPr id="461" name="Straight Connector 460">
            <a:extLst>
              <a:ext uri="{FF2B5EF4-FFF2-40B4-BE49-F238E27FC236}">
                <a16:creationId xmlns:a16="http://schemas.microsoft.com/office/drawing/2014/main" id="{32ABBC33-E213-2D46-8BEE-E2308EDBB0F1}"/>
              </a:ext>
            </a:extLst>
          </p:cNvPr>
          <p:cNvCxnSpPr>
            <a:cxnSpLocks/>
          </p:cNvCxnSpPr>
          <p:nvPr/>
        </p:nvCxnSpPr>
        <p:spPr>
          <a:xfrm>
            <a:off x="1913148" y="609754"/>
            <a:ext cx="3256772"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7">
            <a:extLst>
              <a:ext uri="{FF2B5EF4-FFF2-40B4-BE49-F238E27FC236}">
                <a16:creationId xmlns:a16="http://schemas.microsoft.com/office/drawing/2014/main" id="{4963299D-336D-B75C-C33B-556D23326DA6}"/>
              </a:ext>
            </a:extLst>
          </p:cNvPr>
          <p:cNvSpPr>
            <a:spLocks noGrp="1"/>
          </p:cNvSpPr>
          <p:nvPr>
            <p:ph type="body" sz="quarter" idx="13"/>
          </p:nvPr>
        </p:nvSpPr>
        <p:spPr>
          <a:xfrm>
            <a:off x="5441578" y="394311"/>
            <a:ext cx="6396549" cy="430887"/>
          </a:xfrm>
        </p:spPr>
        <p:txBody>
          <a:bodyPr/>
          <a:lstStyle/>
          <a:p>
            <a:r>
              <a:rPr lang="pt-BR" sz="1400"/>
              <a:t>Nossa liderança combina mais +200 anos de experiência em investimentos </a:t>
            </a:r>
            <a:br>
              <a:rPr lang="pt-BR" sz="1400"/>
            </a:br>
            <a:r>
              <a:rPr lang="pt-BR" sz="1400"/>
              <a:t>com um sólido histórico de atuação em verticais de investimento.</a:t>
            </a:r>
          </a:p>
          <a:p>
            <a:endParaRPr lang="pt-BR" sz="1400"/>
          </a:p>
        </p:txBody>
      </p:sp>
      <p:grpSp>
        <p:nvGrpSpPr>
          <p:cNvPr id="6" name="Group 5">
            <a:extLst>
              <a:ext uri="{FF2B5EF4-FFF2-40B4-BE49-F238E27FC236}">
                <a16:creationId xmlns:a16="http://schemas.microsoft.com/office/drawing/2014/main" id="{4C6C994E-07DC-9E36-D7E8-8E9C05A65DE3}"/>
              </a:ext>
            </a:extLst>
          </p:cNvPr>
          <p:cNvGrpSpPr/>
          <p:nvPr/>
        </p:nvGrpSpPr>
        <p:grpSpPr>
          <a:xfrm>
            <a:off x="326068" y="2966039"/>
            <a:ext cx="3701568" cy="1667129"/>
            <a:chOff x="4230886" y="1137756"/>
            <a:chExt cx="3701568" cy="1667129"/>
          </a:xfrm>
        </p:grpSpPr>
        <p:pic>
          <p:nvPicPr>
            <p:cNvPr id="7" name="Picture 32">
              <a:extLst>
                <a:ext uri="{FF2B5EF4-FFF2-40B4-BE49-F238E27FC236}">
                  <a16:creationId xmlns:a16="http://schemas.microsoft.com/office/drawing/2014/main" id="{4DE616DA-F65D-D310-BFA8-2FD95C669FE2}"/>
                </a:ext>
              </a:extLst>
            </p:cNvPr>
            <p:cNvPicPr preferRelativeResize="0">
              <a:picLocks/>
            </p:cNvPicPr>
            <p:nvPr/>
          </p:nvPicPr>
          <p:blipFill rotWithShape="1">
            <a:blip r:embed="rId38"/>
            <a:srcRect l="15143" r="15143"/>
            <a:stretch>
              <a:fillRect/>
            </a:stretch>
          </p:blipFill>
          <p:spPr>
            <a:xfrm>
              <a:off x="4230886" y="1137756"/>
              <a:ext cx="770935" cy="770935"/>
            </a:xfrm>
            <a:prstGeom prst="rect">
              <a:avLst/>
            </a:prstGeom>
            <a:ln>
              <a:noFill/>
            </a:ln>
            <a:effectLst/>
          </p:spPr>
        </p:pic>
        <p:sp>
          <p:nvSpPr>
            <p:cNvPr id="8" name="chris-egan-bio">
              <a:extLst>
                <a:ext uri="{FF2B5EF4-FFF2-40B4-BE49-F238E27FC236}">
                  <a16:creationId xmlns:a16="http://schemas.microsoft.com/office/drawing/2014/main" id="{3C3BB19D-5C1D-0065-C19C-9B78851C0212}"/>
                </a:ext>
              </a:extLst>
            </p:cNvPr>
            <p:cNvSpPr txBox="1"/>
            <p:nvPr/>
          </p:nvSpPr>
          <p:spPr>
            <a:xfrm>
              <a:off x="6100220" y="1351889"/>
              <a:ext cx="1701871" cy="615553"/>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Tx/>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Com mais de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20 anos de experiência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em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private</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equity</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e energia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com passagem por BTG Pactual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e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Latin</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America</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Power.</a:t>
              </a:r>
            </a:p>
          </p:txBody>
        </p:sp>
        <p:sp>
          <p:nvSpPr>
            <p:cNvPr id="10" name="object 17">
              <a:extLst>
                <a:ext uri="{FF2B5EF4-FFF2-40B4-BE49-F238E27FC236}">
                  <a16:creationId xmlns:a16="http://schemas.microsoft.com/office/drawing/2014/main" id="{60ACCCCA-680B-3411-0EFF-5EBAC3099231}"/>
                </a:ext>
              </a:extLst>
            </p:cNvPr>
            <p:cNvSpPr txBox="1"/>
            <p:nvPr/>
          </p:nvSpPr>
          <p:spPr>
            <a:xfrm>
              <a:off x="4230886" y="1137800"/>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11" name="object 13">
              <a:extLst>
                <a:ext uri="{FF2B5EF4-FFF2-40B4-BE49-F238E27FC236}">
                  <a16:creationId xmlns:a16="http://schemas.microsoft.com/office/drawing/2014/main" id="{590934A3-BA83-0813-8F25-6FD5E7ADD07B}"/>
                </a:ext>
              </a:extLst>
            </p:cNvPr>
            <p:cNvSpPr txBox="1"/>
            <p:nvPr/>
          </p:nvSpPr>
          <p:spPr>
            <a:xfrm>
              <a:off x="5079114" y="1352461"/>
              <a:ext cx="909759"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Bruno </a:t>
              </a:r>
              <a:b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Franco</a:t>
              </a:r>
            </a:p>
          </p:txBody>
        </p:sp>
        <p:sp>
          <p:nvSpPr>
            <p:cNvPr id="12" name="object 31">
              <a:extLst>
                <a:ext uri="{FF2B5EF4-FFF2-40B4-BE49-F238E27FC236}">
                  <a16:creationId xmlns:a16="http://schemas.microsoft.com/office/drawing/2014/main" id="{628539E8-275B-3353-C037-9174C2512303}"/>
                </a:ext>
              </a:extLst>
            </p:cNvPr>
            <p:cNvSpPr/>
            <p:nvPr/>
          </p:nvSpPr>
          <p:spPr>
            <a:xfrm flipV="1">
              <a:off x="5079114" y="1692948"/>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19" name="chris-egan-titulo">
              <a:extLst>
                <a:ext uri="{FF2B5EF4-FFF2-40B4-BE49-F238E27FC236}">
                  <a16:creationId xmlns:a16="http://schemas.microsoft.com/office/drawing/2014/main" id="{EED83993-3DA9-FD92-A240-6D1B406B3CA7}"/>
                </a:ext>
              </a:extLst>
            </p:cNvPr>
            <p:cNvSpPr txBox="1"/>
            <p:nvPr/>
          </p:nvSpPr>
          <p:spPr>
            <a:xfrm>
              <a:off x="5079114" y="1963557"/>
              <a:ext cx="909759" cy="107273"/>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ENERGIA &amp; INFRA</a:t>
              </a:r>
            </a:p>
          </p:txBody>
        </p:sp>
        <p:sp>
          <p:nvSpPr>
            <p:cNvPr id="20" name="rodrigo-freire-experiencia">
              <a:extLst>
                <a:ext uri="{FF2B5EF4-FFF2-40B4-BE49-F238E27FC236}">
                  <a16:creationId xmlns:a16="http://schemas.microsoft.com/office/drawing/2014/main" id="{2FE5238F-355E-999F-6067-2112EBF0EB12}"/>
                </a:ext>
              </a:extLst>
            </p:cNvPr>
            <p:cNvSpPr txBox="1"/>
            <p:nvPr/>
          </p:nvSpPr>
          <p:spPr>
            <a:xfrm>
              <a:off x="4230886" y="2290701"/>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pic>
          <p:nvPicPr>
            <p:cNvPr id="21" name="Picture 4" descr="LAP Latin America Power - Wikipedia, la enciclopedia libre">
              <a:extLst>
                <a:ext uri="{FF2B5EF4-FFF2-40B4-BE49-F238E27FC236}">
                  <a16:creationId xmlns:a16="http://schemas.microsoft.com/office/drawing/2014/main" id="{AAD262F8-B2C2-CC6E-CF4A-D50050EAC457}"/>
                </a:ext>
              </a:extLst>
            </p:cNvPr>
            <p:cNvPicPr>
              <a:picLocks noChangeAspect="1" noChangeArrowheads="1"/>
            </p:cNvPicPr>
            <p:nvPr/>
          </p:nvPicPr>
          <p:blipFill>
            <a:blip r:embed="rId39">
              <a:clrChange>
                <a:clrFrom>
                  <a:srgbClr val="FEFFFD"/>
                </a:clrFrom>
                <a:clrTo>
                  <a:srgbClr val="FEFFFD">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65449" y="2521014"/>
              <a:ext cx="326852" cy="139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059" descr="A blue and black logo&#10;&#10;Description automatically generated">
              <a:extLst>
                <a:ext uri="{FF2B5EF4-FFF2-40B4-BE49-F238E27FC236}">
                  <a16:creationId xmlns:a16="http://schemas.microsoft.com/office/drawing/2014/main" id="{AF252FBE-4EE5-CF9E-74E2-52D225D92AEC}"/>
                </a:ext>
              </a:extLst>
            </p:cNvPr>
            <p:cNvPicPr>
              <a:picLocks noChangeAspect="1"/>
            </p:cNvPicPr>
            <p:nvPr/>
          </p:nvPicPr>
          <p:blipFill>
            <a:blip r:embed="rId40">
              <a:extLst>
                <a:ext uri="{BEBA8EAE-BF5A-486C-A8C5-ECC9F3942E4B}">
                  <a14:imgProps xmlns:a14="http://schemas.microsoft.com/office/drawing/2010/main">
                    <a14:imgLayer r:embed="rId41">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335204" y="2468697"/>
              <a:ext cx="508827" cy="200650"/>
            </a:xfrm>
            <a:prstGeom prst="rect">
              <a:avLst/>
            </a:prstGeom>
          </p:spPr>
        </p:pic>
        <p:pic>
          <p:nvPicPr>
            <p:cNvPr id="23" name="Picture 4" descr="Identidade visual – Universidade Federal do Rio de Janeiro">
              <a:extLst>
                <a:ext uri="{FF2B5EF4-FFF2-40B4-BE49-F238E27FC236}">
                  <a16:creationId xmlns:a16="http://schemas.microsoft.com/office/drawing/2014/main" id="{C62D34E8-B820-2741-9EDE-4C3F678D75BE}"/>
                </a:ext>
              </a:extLst>
            </p:cNvPr>
            <p:cNvPicPr>
              <a:picLocks noChangeAspect="1" noChangeArrowheads="1"/>
            </p:cNvPicPr>
            <p:nvPr/>
          </p:nvPicPr>
          <p:blipFill rotWithShape="1">
            <a:blip r:embed="rId42">
              <a:extLst>
                <a:ext uri="{BEBA8EAE-BF5A-486C-A8C5-ECC9F3942E4B}">
                  <a14:imgProps xmlns:a14="http://schemas.microsoft.com/office/drawing/2010/main">
                    <a14:imgLayer r:embed="rId43">
                      <a14:imgEffect>
                        <a14:brightnessContrast bright="100000"/>
                      </a14:imgEffect>
                    </a14:imgLayer>
                  </a14:imgProps>
                </a:ext>
                <a:ext uri="{28A0092B-C50C-407E-A947-70E740481C1C}">
                  <a14:useLocalDpi xmlns:a14="http://schemas.microsoft.com/office/drawing/2010/main" val="0"/>
                </a:ext>
              </a:extLst>
            </a:blip>
            <a:srcRect t="11580" b="11580"/>
            <a:stretch/>
          </p:blipFill>
          <p:spPr bwMode="auto">
            <a:xfrm>
              <a:off x="5312050" y="2464131"/>
              <a:ext cx="562393" cy="2097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 name="Group 1">
            <a:extLst>
              <a:ext uri="{FF2B5EF4-FFF2-40B4-BE49-F238E27FC236}">
                <a16:creationId xmlns:a16="http://schemas.microsoft.com/office/drawing/2014/main" id="{7BDF14C9-70E3-E32D-D8B4-55A42B796300}"/>
              </a:ext>
            </a:extLst>
          </p:cNvPr>
          <p:cNvGrpSpPr/>
          <p:nvPr/>
        </p:nvGrpSpPr>
        <p:grpSpPr>
          <a:xfrm>
            <a:off x="8160433" y="2963746"/>
            <a:ext cx="3701568" cy="1668820"/>
            <a:chOff x="310708" y="2964326"/>
            <a:chExt cx="3701568" cy="1668820"/>
          </a:xfrm>
        </p:grpSpPr>
        <p:pic>
          <p:nvPicPr>
            <p:cNvPr id="13" name="enrico-trotta-foto">
              <a:extLst>
                <a:ext uri="{FF2B5EF4-FFF2-40B4-BE49-F238E27FC236}">
                  <a16:creationId xmlns:a16="http://schemas.microsoft.com/office/drawing/2014/main" id="{59F3F738-F604-F4D1-1F14-159B4408853A}"/>
                </a:ext>
              </a:extLst>
            </p:cNvPr>
            <p:cNvPicPr preferRelativeResize="0">
              <a:picLocks/>
            </p:cNvPicPr>
            <p:nvPr/>
          </p:nvPicPr>
          <p:blipFill>
            <a:blip r:embed="rId44"/>
            <a:srcRect l="15144" r="15144"/>
            <a:stretch/>
          </p:blipFill>
          <p:spPr>
            <a:xfrm>
              <a:off x="310708" y="2964326"/>
              <a:ext cx="775554" cy="775554"/>
            </a:xfrm>
            <a:prstGeom prst="rect">
              <a:avLst/>
            </a:prstGeom>
          </p:spPr>
        </p:pic>
        <p:grpSp>
          <p:nvGrpSpPr>
            <p:cNvPr id="14" name="Group 13">
              <a:extLst>
                <a:ext uri="{FF2B5EF4-FFF2-40B4-BE49-F238E27FC236}">
                  <a16:creationId xmlns:a16="http://schemas.microsoft.com/office/drawing/2014/main" id="{DBBC2246-D793-CBE2-26A9-DB4AF5258E4C}"/>
                </a:ext>
              </a:extLst>
            </p:cNvPr>
            <p:cNvGrpSpPr/>
            <p:nvPr/>
          </p:nvGrpSpPr>
          <p:grpSpPr>
            <a:xfrm>
              <a:off x="310708" y="2966061"/>
              <a:ext cx="3701568" cy="1667085"/>
              <a:chOff x="310708" y="1150504"/>
              <a:chExt cx="3701568" cy="1667085"/>
            </a:xfrm>
          </p:grpSpPr>
          <p:sp>
            <p:nvSpPr>
              <p:cNvPr id="61" name="chris-egan-bio">
                <a:extLst>
                  <a:ext uri="{FF2B5EF4-FFF2-40B4-BE49-F238E27FC236}">
                    <a16:creationId xmlns:a16="http://schemas.microsoft.com/office/drawing/2014/main" id="{6BEA6DB3-8378-8A35-C3D1-4CA35B60C968}"/>
                  </a:ext>
                </a:extLst>
              </p:cNvPr>
              <p:cNvSpPr txBox="1"/>
              <p:nvPr/>
            </p:nvSpPr>
            <p:spPr>
              <a:xfrm>
                <a:off x="2180042" y="1364593"/>
                <a:ext cx="1699231" cy="1036181"/>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de 15 anos em Mercado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de Capitais, participando em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mais de 50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IPOs</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e follow-ons durante os 12 anos de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Equity</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a:t>
                </a:r>
                <a:r>
                  <a:rPr kumimoji="0" lang="pt-BR" sz="800" b="0" i="0" u="none" strike="noStrike" kern="0" cap="none" spc="0" normalizeH="0" baseline="0" noProof="0" err="1">
                    <a:ln>
                      <a:noFill/>
                    </a:ln>
                    <a:solidFill>
                      <a:srgbClr val="FFFFFF"/>
                    </a:solidFill>
                    <a:effectLst/>
                    <a:uLnTx/>
                    <a:uFillTx/>
                    <a:latin typeface="Versos Light"/>
                    <a:ea typeface="+mn-ea"/>
                    <a:cs typeface="Arial"/>
                    <a:sym typeface="Arial"/>
                  </a:rPr>
                  <a:t>Research</a:t>
                </a: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 no Itaú BBA, onde cobriu os setores Imobiliário e Tecnologia.  </a:t>
                </a:r>
              </a:p>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Anteriormente, trabalhou com venture capital e consultoria.</a:t>
                </a:r>
              </a:p>
            </p:txBody>
          </p:sp>
          <p:sp>
            <p:nvSpPr>
              <p:cNvPr id="62" name="object 17">
                <a:extLst>
                  <a:ext uri="{FF2B5EF4-FFF2-40B4-BE49-F238E27FC236}">
                    <a16:creationId xmlns:a16="http://schemas.microsoft.com/office/drawing/2014/main" id="{51F193BA-5DA8-432E-1E22-B7127A146894}"/>
                  </a:ext>
                </a:extLst>
              </p:cNvPr>
              <p:cNvSpPr txBox="1"/>
              <p:nvPr/>
            </p:nvSpPr>
            <p:spPr>
              <a:xfrm>
                <a:off x="310708" y="1150504"/>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grpSp>
            <p:nvGrpSpPr>
              <p:cNvPr id="63" name="Group 62">
                <a:extLst>
                  <a:ext uri="{FF2B5EF4-FFF2-40B4-BE49-F238E27FC236}">
                    <a16:creationId xmlns:a16="http://schemas.microsoft.com/office/drawing/2014/main" id="{55869811-BFAB-33EF-E68D-48F8CB6BF7CA}"/>
                  </a:ext>
                </a:extLst>
              </p:cNvPr>
              <p:cNvGrpSpPr/>
              <p:nvPr/>
            </p:nvGrpSpPr>
            <p:grpSpPr>
              <a:xfrm>
                <a:off x="1158936" y="1365165"/>
                <a:ext cx="1107252" cy="817890"/>
                <a:chOff x="1166158" y="1365165"/>
                <a:chExt cx="1107252" cy="817890"/>
              </a:xfrm>
            </p:grpSpPr>
            <p:sp>
              <p:nvSpPr>
                <p:cNvPr id="456" name="object 13">
                  <a:extLst>
                    <a:ext uri="{FF2B5EF4-FFF2-40B4-BE49-F238E27FC236}">
                      <a16:creationId xmlns:a16="http://schemas.microsoft.com/office/drawing/2014/main" id="{2488E4D4-E0DC-E11C-9C0C-D7E10CA16517}"/>
                    </a:ext>
                  </a:extLst>
                </p:cNvPr>
                <p:cNvSpPr txBox="1"/>
                <p:nvPr/>
              </p:nvSpPr>
              <p:spPr>
                <a:xfrm>
                  <a:off x="1166158" y="1365165"/>
                  <a:ext cx="1107252"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Enrico </a:t>
                  </a:r>
                  <a:b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Trotta</a:t>
                  </a:r>
                </a:p>
              </p:txBody>
            </p:sp>
            <p:sp>
              <p:nvSpPr>
                <p:cNvPr id="457" name="object 31">
                  <a:extLst>
                    <a:ext uri="{FF2B5EF4-FFF2-40B4-BE49-F238E27FC236}">
                      <a16:creationId xmlns:a16="http://schemas.microsoft.com/office/drawing/2014/main" id="{47DD10A4-9CD4-2078-BAF6-0FAC0E810C5A}"/>
                    </a:ext>
                  </a:extLst>
                </p:cNvPr>
                <p:cNvSpPr/>
                <p:nvPr/>
              </p:nvSpPr>
              <p:spPr>
                <a:xfrm flipV="1">
                  <a:off x="1166158" y="1705652"/>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458" name="chris-egan-titulo">
                  <a:extLst>
                    <a:ext uri="{FF2B5EF4-FFF2-40B4-BE49-F238E27FC236}">
                      <a16:creationId xmlns:a16="http://schemas.microsoft.com/office/drawing/2014/main" id="{49EB294E-F54F-A288-5D3C-E8911294CD4A}"/>
                    </a:ext>
                  </a:extLst>
                </p:cNvPr>
                <p:cNvSpPr txBox="1"/>
                <p:nvPr/>
              </p:nvSpPr>
              <p:spPr>
                <a:xfrm>
                  <a:off x="1166158" y="1968509"/>
                  <a:ext cx="921293" cy="214546"/>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DISTRIBUIÇÃO, </a:t>
                  </a:r>
                  <a:br>
                    <a:rPr kumimoji="0" lang="en-US" sz="697" b="0" i="0" u="none" strike="noStrike" kern="0" cap="none" spc="33" normalizeH="0" baseline="0" noProof="0">
                      <a:ln>
                        <a:noFill/>
                      </a:ln>
                      <a:solidFill>
                        <a:srgbClr val="FFFFFF"/>
                      </a:solidFill>
                      <a:effectLst/>
                      <a:uLnTx/>
                      <a:uFillTx/>
                      <a:latin typeface="Versos"/>
                      <a:ea typeface="+mn-ea"/>
                      <a:cs typeface="Arial"/>
                      <a:sym typeface="Arial"/>
                    </a:rPr>
                  </a:br>
                  <a:r>
                    <a:rPr kumimoji="0" lang="en-US" sz="697" b="0" i="0" u="none" strike="noStrike" kern="0" cap="none" spc="33" normalizeH="0" baseline="0" noProof="0">
                      <a:ln>
                        <a:noFill/>
                      </a:ln>
                      <a:solidFill>
                        <a:srgbClr val="FFFFFF"/>
                      </a:solidFill>
                      <a:effectLst/>
                      <a:uLnTx/>
                      <a:uFillTx/>
                      <a:latin typeface="Versos"/>
                      <a:ea typeface="+mn-ea"/>
                      <a:cs typeface="Arial"/>
                      <a:sym typeface="Arial"/>
                    </a:rPr>
                    <a:t>RI &amp; RESEARCH</a:t>
                  </a:r>
                </a:p>
              </p:txBody>
            </p:sp>
          </p:grpSp>
          <p:sp>
            <p:nvSpPr>
              <p:cNvPr id="454" name="rodrigo-freire-experiencia">
                <a:extLst>
                  <a:ext uri="{FF2B5EF4-FFF2-40B4-BE49-F238E27FC236}">
                    <a16:creationId xmlns:a16="http://schemas.microsoft.com/office/drawing/2014/main" id="{6B6268B4-2BE0-74B4-F32B-3097EB67F581}"/>
                  </a:ext>
                </a:extLst>
              </p:cNvPr>
              <p:cNvSpPr txBox="1"/>
              <p:nvPr/>
            </p:nvSpPr>
            <p:spPr>
              <a:xfrm>
                <a:off x="310708" y="2303405"/>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grpSp>
          <p:nvGrpSpPr>
            <p:cNvPr id="15" name="Group 14">
              <a:extLst>
                <a:ext uri="{FF2B5EF4-FFF2-40B4-BE49-F238E27FC236}">
                  <a16:creationId xmlns:a16="http://schemas.microsoft.com/office/drawing/2014/main" id="{F1E5968B-06CD-6F62-9497-BC2F9C2CFF3C}"/>
                </a:ext>
              </a:extLst>
            </p:cNvPr>
            <p:cNvGrpSpPr/>
            <p:nvPr/>
          </p:nvGrpSpPr>
          <p:grpSpPr>
            <a:xfrm>
              <a:off x="408341" y="4263883"/>
              <a:ext cx="1550871" cy="205727"/>
              <a:chOff x="470410" y="4263883"/>
              <a:chExt cx="1550871" cy="205727"/>
            </a:xfrm>
          </p:grpSpPr>
          <p:grpSp>
            <p:nvGrpSpPr>
              <p:cNvPr id="16" name="Group 15">
                <a:extLst>
                  <a:ext uri="{FF2B5EF4-FFF2-40B4-BE49-F238E27FC236}">
                    <a16:creationId xmlns:a16="http://schemas.microsoft.com/office/drawing/2014/main" id="{3E204204-73E8-B471-C193-B200D85AE372}"/>
                  </a:ext>
                </a:extLst>
              </p:cNvPr>
              <p:cNvGrpSpPr/>
              <p:nvPr/>
            </p:nvGrpSpPr>
            <p:grpSpPr>
              <a:xfrm>
                <a:off x="1290232" y="4327728"/>
                <a:ext cx="731049" cy="121844"/>
                <a:chOff x="456030" y="4672370"/>
                <a:chExt cx="851372" cy="141899"/>
              </a:xfrm>
            </p:grpSpPr>
            <p:grpSp>
              <p:nvGrpSpPr>
                <p:cNvPr id="26" name="Graphic 19">
                  <a:extLst>
                    <a:ext uri="{FF2B5EF4-FFF2-40B4-BE49-F238E27FC236}">
                      <a16:creationId xmlns:a16="http://schemas.microsoft.com/office/drawing/2014/main" id="{CBBB64BA-AB13-7483-ABEA-B201A67A01F9}"/>
                    </a:ext>
                  </a:extLst>
                </p:cNvPr>
                <p:cNvGrpSpPr/>
                <p:nvPr/>
              </p:nvGrpSpPr>
              <p:grpSpPr>
                <a:xfrm>
                  <a:off x="654677" y="4694334"/>
                  <a:ext cx="652725" cy="119185"/>
                  <a:chOff x="4883848" y="3158204"/>
                  <a:chExt cx="3517010" cy="642175"/>
                </a:xfrm>
                <a:solidFill>
                  <a:sysClr val="window" lastClr="FFFFFF"/>
                </a:solidFill>
              </p:grpSpPr>
              <p:sp>
                <p:nvSpPr>
                  <p:cNvPr id="49" name="Freeform: Shape 44">
                    <a:extLst>
                      <a:ext uri="{FF2B5EF4-FFF2-40B4-BE49-F238E27FC236}">
                        <a16:creationId xmlns:a16="http://schemas.microsoft.com/office/drawing/2014/main" id="{F800CD2A-0DE1-230D-42E6-2002B6BB47F3}"/>
                      </a:ext>
                    </a:extLst>
                  </p:cNvPr>
                  <p:cNvSpPr/>
                  <p:nvPr/>
                </p:nvSpPr>
                <p:spPr>
                  <a:xfrm>
                    <a:off x="4883848" y="3158204"/>
                    <a:ext cx="178403" cy="531971"/>
                  </a:xfrm>
                  <a:custGeom>
                    <a:avLst/>
                    <a:gdLst>
                      <a:gd name="connsiteX0" fmla="*/ 0 w 178403"/>
                      <a:gd name="connsiteY0" fmla="*/ 484918 h 531971"/>
                      <a:gd name="connsiteX1" fmla="*/ 47815 w 178403"/>
                      <a:gd name="connsiteY1" fmla="*/ 484918 h 531971"/>
                      <a:gd name="connsiteX2" fmla="*/ 47815 w 178403"/>
                      <a:gd name="connsiteY2" fmla="*/ 48578 h 531971"/>
                      <a:gd name="connsiteX3" fmla="*/ 0 w 178403"/>
                      <a:gd name="connsiteY3" fmla="*/ 48578 h 531971"/>
                      <a:gd name="connsiteX4" fmla="*/ 0 w 178403"/>
                      <a:gd name="connsiteY4" fmla="*/ 0 h 531971"/>
                      <a:gd name="connsiteX5" fmla="*/ 178403 w 178403"/>
                      <a:gd name="connsiteY5" fmla="*/ 0 h 531971"/>
                      <a:gd name="connsiteX6" fmla="*/ 178403 w 178403"/>
                      <a:gd name="connsiteY6" fmla="*/ 48578 h 531971"/>
                      <a:gd name="connsiteX7" fmla="*/ 128206 w 178403"/>
                      <a:gd name="connsiteY7" fmla="*/ 48578 h 531971"/>
                      <a:gd name="connsiteX8" fmla="*/ 128206 w 178403"/>
                      <a:gd name="connsiteY8" fmla="*/ 484918 h 531971"/>
                      <a:gd name="connsiteX9" fmla="*/ 178403 w 178403"/>
                      <a:gd name="connsiteY9" fmla="*/ 484918 h 531971"/>
                      <a:gd name="connsiteX10" fmla="*/ 178403 w 178403"/>
                      <a:gd name="connsiteY10" fmla="*/ 531971 h 531971"/>
                      <a:gd name="connsiteX11" fmla="*/ 0 w 178403"/>
                      <a:gd name="connsiteY11" fmla="*/ 531971 h 531971"/>
                      <a:gd name="connsiteX12" fmla="*/ 0 w 178403"/>
                      <a:gd name="connsiteY12" fmla="*/ 484918 h 53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403" h="531971">
                        <a:moveTo>
                          <a:pt x="0" y="484918"/>
                        </a:moveTo>
                        <a:lnTo>
                          <a:pt x="47815" y="484918"/>
                        </a:lnTo>
                        <a:lnTo>
                          <a:pt x="47815" y="48578"/>
                        </a:lnTo>
                        <a:lnTo>
                          <a:pt x="0" y="48578"/>
                        </a:lnTo>
                        <a:lnTo>
                          <a:pt x="0" y="0"/>
                        </a:lnTo>
                        <a:lnTo>
                          <a:pt x="178403" y="0"/>
                        </a:lnTo>
                        <a:lnTo>
                          <a:pt x="178403" y="48578"/>
                        </a:lnTo>
                        <a:lnTo>
                          <a:pt x="128206" y="48578"/>
                        </a:lnTo>
                        <a:lnTo>
                          <a:pt x="128206" y="484918"/>
                        </a:lnTo>
                        <a:lnTo>
                          <a:pt x="178403" y="484918"/>
                        </a:lnTo>
                        <a:lnTo>
                          <a:pt x="178403" y="531971"/>
                        </a:lnTo>
                        <a:lnTo>
                          <a:pt x="0" y="531971"/>
                        </a:lnTo>
                        <a:lnTo>
                          <a:pt x="0" y="484918"/>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1" name="Freeform: Shape 45">
                    <a:extLst>
                      <a:ext uri="{FF2B5EF4-FFF2-40B4-BE49-F238E27FC236}">
                        <a16:creationId xmlns:a16="http://schemas.microsoft.com/office/drawing/2014/main" id="{931EFF18-0D89-B327-C717-4F1848A387F2}"/>
                      </a:ext>
                    </a:extLst>
                  </p:cNvPr>
                  <p:cNvSpPr/>
                  <p:nvPr/>
                </p:nvSpPr>
                <p:spPr>
                  <a:xfrm>
                    <a:off x="5178075" y="3301650"/>
                    <a:ext cx="277558" cy="388715"/>
                  </a:xfrm>
                  <a:custGeom>
                    <a:avLst/>
                    <a:gdLst>
                      <a:gd name="connsiteX0" fmla="*/ 0 w 277558"/>
                      <a:gd name="connsiteY0" fmla="*/ 24098 h 388715"/>
                      <a:gd name="connsiteX1" fmla="*/ 63341 w 277558"/>
                      <a:gd name="connsiteY1" fmla="*/ 0 h 388715"/>
                      <a:gd name="connsiteX2" fmla="*/ 63341 w 277558"/>
                      <a:gd name="connsiteY2" fmla="*/ 74009 h 388715"/>
                      <a:gd name="connsiteX3" fmla="*/ 69723 w 277558"/>
                      <a:gd name="connsiteY3" fmla="*/ 81343 h 388715"/>
                      <a:gd name="connsiteX4" fmla="*/ 82772 w 277558"/>
                      <a:gd name="connsiteY4" fmla="*/ 71056 h 388715"/>
                      <a:gd name="connsiteX5" fmla="*/ 98298 w 277558"/>
                      <a:gd name="connsiteY5" fmla="*/ 51625 h 388715"/>
                      <a:gd name="connsiteX6" fmla="*/ 195453 w 277558"/>
                      <a:gd name="connsiteY6" fmla="*/ 2953 h 388715"/>
                      <a:gd name="connsiteX7" fmla="*/ 248126 w 277558"/>
                      <a:gd name="connsiteY7" fmla="*/ 17526 h 388715"/>
                      <a:gd name="connsiteX8" fmla="*/ 277559 w 277558"/>
                      <a:gd name="connsiteY8" fmla="*/ 99441 h 388715"/>
                      <a:gd name="connsiteX9" fmla="*/ 277559 w 277558"/>
                      <a:gd name="connsiteY9" fmla="*/ 388620 h 388715"/>
                      <a:gd name="connsiteX10" fmla="*/ 209550 w 277558"/>
                      <a:gd name="connsiteY10" fmla="*/ 388620 h 388715"/>
                      <a:gd name="connsiteX11" fmla="*/ 209550 w 277558"/>
                      <a:gd name="connsiteY11" fmla="*/ 100965 h 388715"/>
                      <a:gd name="connsiteX12" fmla="*/ 169354 w 277558"/>
                      <a:gd name="connsiteY12" fmla="*/ 50959 h 388715"/>
                      <a:gd name="connsiteX13" fmla="*/ 99917 w 277558"/>
                      <a:gd name="connsiteY13" fmla="*/ 91535 h 388715"/>
                      <a:gd name="connsiteX14" fmla="*/ 69913 w 277558"/>
                      <a:gd name="connsiteY14" fmla="*/ 132207 h 388715"/>
                      <a:gd name="connsiteX15" fmla="*/ 69913 w 277558"/>
                      <a:gd name="connsiteY15" fmla="*/ 388715 h 388715"/>
                      <a:gd name="connsiteX16" fmla="*/ 286 w 277558"/>
                      <a:gd name="connsiteY16" fmla="*/ 388715 h 388715"/>
                      <a:gd name="connsiteX17" fmla="*/ 286 w 277558"/>
                      <a:gd name="connsiteY17" fmla="*/ 24098 h 388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7558" h="388715">
                        <a:moveTo>
                          <a:pt x="0" y="24098"/>
                        </a:moveTo>
                        <a:lnTo>
                          <a:pt x="63341" y="0"/>
                        </a:lnTo>
                        <a:lnTo>
                          <a:pt x="63341" y="74009"/>
                        </a:lnTo>
                        <a:cubicBezTo>
                          <a:pt x="63341" y="76867"/>
                          <a:pt x="65722" y="81343"/>
                          <a:pt x="69723" y="81343"/>
                        </a:cubicBezTo>
                        <a:cubicBezTo>
                          <a:pt x="73438" y="81343"/>
                          <a:pt x="78772" y="75438"/>
                          <a:pt x="82772" y="71056"/>
                        </a:cubicBezTo>
                        <a:lnTo>
                          <a:pt x="98298" y="51625"/>
                        </a:lnTo>
                        <a:cubicBezTo>
                          <a:pt x="122110" y="21050"/>
                          <a:pt x="154686" y="2953"/>
                          <a:pt x="195453" y="2953"/>
                        </a:cubicBezTo>
                        <a:cubicBezTo>
                          <a:pt x="214122" y="2953"/>
                          <a:pt x="232696" y="7334"/>
                          <a:pt x="248126" y="17526"/>
                        </a:cubicBezTo>
                        <a:cubicBezTo>
                          <a:pt x="264223" y="27622"/>
                          <a:pt x="277559" y="44482"/>
                          <a:pt x="277559" y="99441"/>
                        </a:cubicBezTo>
                        <a:lnTo>
                          <a:pt x="277559" y="388620"/>
                        </a:lnTo>
                        <a:lnTo>
                          <a:pt x="209550" y="388620"/>
                        </a:lnTo>
                        <a:lnTo>
                          <a:pt x="209550" y="100965"/>
                        </a:lnTo>
                        <a:cubicBezTo>
                          <a:pt x="209550" y="90773"/>
                          <a:pt x="209550" y="50959"/>
                          <a:pt x="169354" y="50959"/>
                        </a:cubicBezTo>
                        <a:cubicBezTo>
                          <a:pt x="132969" y="50959"/>
                          <a:pt x="103727" y="87249"/>
                          <a:pt x="99917" y="91535"/>
                        </a:cubicBezTo>
                        <a:cubicBezTo>
                          <a:pt x="75914" y="121253"/>
                          <a:pt x="69913" y="131445"/>
                          <a:pt x="69913" y="132207"/>
                        </a:cubicBezTo>
                        <a:lnTo>
                          <a:pt x="69913" y="388715"/>
                        </a:lnTo>
                        <a:lnTo>
                          <a:pt x="286" y="388715"/>
                        </a:lnTo>
                        <a:lnTo>
                          <a:pt x="286" y="24098"/>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2" name="Freeform: Shape 46">
                    <a:extLst>
                      <a:ext uri="{FF2B5EF4-FFF2-40B4-BE49-F238E27FC236}">
                        <a16:creationId xmlns:a16="http://schemas.microsoft.com/office/drawing/2014/main" id="{2E90C2A0-B62D-8DD6-2DAB-DEA3C997DDA1}"/>
                      </a:ext>
                    </a:extLst>
                  </p:cNvPr>
                  <p:cNvSpPr/>
                  <p:nvPr/>
                </p:nvSpPr>
                <p:spPr>
                  <a:xfrm>
                    <a:off x="5518689" y="3196685"/>
                    <a:ext cx="228600" cy="500919"/>
                  </a:xfrm>
                  <a:custGeom>
                    <a:avLst/>
                    <a:gdLst>
                      <a:gd name="connsiteX0" fmla="*/ 95 w 228600"/>
                      <a:gd name="connsiteY0" fmla="*/ 144875 h 500919"/>
                      <a:gd name="connsiteX1" fmla="*/ 58103 w 228600"/>
                      <a:gd name="connsiteY1" fmla="*/ 144875 h 500919"/>
                      <a:gd name="connsiteX2" fmla="*/ 58103 w 228600"/>
                      <a:gd name="connsiteY2" fmla="*/ 58579 h 500919"/>
                      <a:gd name="connsiteX3" fmla="*/ 122872 w 228600"/>
                      <a:gd name="connsiteY3" fmla="*/ 0 h 500919"/>
                      <a:gd name="connsiteX4" fmla="*/ 130588 w 228600"/>
                      <a:gd name="connsiteY4" fmla="*/ 0 h 500919"/>
                      <a:gd name="connsiteX5" fmla="*/ 130588 w 228600"/>
                      <a:gd name="connsiteY5" fmla="*/ 144875 h 500919"/>
                      <a:gd name="connsiteX6" fmla="*/ 194691 w 228600"/>
                      <a:gd name="connsiteY6" fmla="*/ 144875 h 500919"/>
                      <a:gd name="connsiteX7" fmla="*/ 194691 w 228600"/>
                      <a:gd name="connsiteY7" fmla="*/ 186309 h 500919"/>
                      <a:gd name="connsiteX8" fmla="*/ 126778 w 228600"/>
                      <a:gd name="connsiteY8" fmla="*/ 186309 h 500919"/>
                      <a:gd name="connsiteX9" fmla="*/ 126778 w 228600"/>
                      <a:gd name="connsiteY9" fmla="*/ 411671 h 500919"/>
                      <a:gd name="connsiteX10" fmla="*/ 160687 w 228600"/>
                      <a:gd name="connsiteY10" fmla="*/ 445865 h 500919"/>
                      <a:gd name="connsiteX11" fmla="*/ 228600 w 228600"/>
                      <a:gd name="connsiteY11" fmla="*/ 424720 h 500919"/>
                      <a:gd name="connsiteX12" fmla="*/ 228600 w 228600"/>
                      <a:gd name="connsiteY12" fmla="*/ 481965 h 500919"/>
                      <a:gd name="connsiteX13" fmla="*/ 149828 w 228600"/>
                      <a:gd name="connsiteY13" fmla="*/ 500920 h 500919"/>
                      <a:gd name="connsiteX14" fmla="*/ 57055 w 228600"/>
                      <a:gd name="connsiteY14" fmla="*/ 419767 h 500919"/>
                      <a:gd name="connsiteX15" fmla="*/ 57055 w 228600"/>
                      <a:gd name="connsiteY15" fmla="*/ 186309 h 500919"/>
                      <a:gd name="connsiteX16" fmla="*/ 0 w 228600"/>
                      <a:gd name="connsiteY16" fmla="*/ 186309 h 500919"/>
                      <a:gd name="connsiteX17" fmla="*/ 0 w 228600"/>
                      <a:gd name="connsiteY17" fmla="*/ 144875 h 500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8600" h="500919">
                        <a:moveTo>
                          <a:pt x="95" y="144875"/>
                        </a:moveTo>
                        <a:lnTo>
                          <a:pt x="58103" y="144875"/>
                        </a:lnTo>
                        <a:lnTo>
                          <a:pt x="58103" y="58579"/>
                        </a:lnTo>
                        <a:lnTo>
                          <a:pt x="122872" y="0"/>
                        </a:lnTo>
                        <a:lnTo>
                          <a:pt x="130588" y="0"/>
                        </a:lnTo>
                        <a:lnTo>
                          <a:pt x="130588" y="144875"/>
                        </a:lnTo>
                        <a:lnTo>
                          <a:pt x="194691" y="144875"/>
                        </a:lnTo>
                        <a:lnTo>
                          <a:pt x="194691" y="186309"/>
                        </a:lnTo>
                        <a:lnTo>
                          <a:pt x="126778" y="186309"/>
                        </a:lnTo>
                        <a:lnTo>
                          <a:pt x="126778" y="411671"/>
                        </a:lnTo>
                        <a:cubicBezTo>
                          <a:pt x="126778" y="418909"/>
                          <a:pt x="126778" y="445865"/>
                          <a:pt x="160687" y="445865"/>
                        </a:cubicBezTo>
                        <a:cubicBezTo>
                          <a:pt x="183737" y="445865"/>
                          <a:pt x="209264" y="434150"/>
                          <a:pt x="228600" y="424720"/>
                        </a:cubicBezTo>
                        <a:lnTo>
                          <a:pt x="228600" y="481965"/>
                        </a:lnTo>
                        <a:cubicBezTo>
                          <a:pt x="207740" y="492823"/>
                          <a:pt x="172974" y="500920"/>
                          <a:pt x="149828" y="500920"/>
                        </a:cubicBezTo>
                        <a:cubicBezTo>
                          <a:pt x="131254" y="500920"/>
                          <a:pt x="57055" y="495014"/>
                          <a:pt x="57055" y="419767"/>
                        </a:cubicBezTo>
                        <a:lnTo>
                          <a:pt x="57055" y="186309"/>
                        </a:lnTo>
                        <a:lnTo>
                          <a:pt x="0" y="186309"/>
                        </a:lnTo>
                        <a:lnTo>
                          <a:pt x="0" y="14487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3" name="Freeform: Shape 47">
                    <a:extLst>
                      <a:ext uri="{FF2B5EF4-FFF2-40B4-BE49-F238E27FC236}">
                        <a16:creationId xmlns:a16="http://schemas.microsoft.com/office/drawing/2014/main" id="{5BFB07F0-5AF9-CA47-3C85-D35E5F442B0B}"/>
                      </a:ext>
                    </a:extLst>
                  </p:cNvPr>
                  <p:cNvSpPr/>
                  <p:nvPr/>
                </p:nvSpPr>
                <p:spPr>
                  <a:xfrm>
                    <a:off x="5799200" y="3302412"/>
                    <a:ext cx="310419" cy="397287"/>
                  </a:xfrm>
                  <a:custGeom>
                    <a:avLst/>
                    <a:gdLst>
                      <a:gd name="connsiteX0" fmla="*/ 310420 w 310419"/>
                      <a:gd name="connsiteY0" fmla="*/ 205073 h 397287"/>
                      <a:gd name="connsiteX1" fmla="*/ 71057 w 310419"/>
                      <a:gd name="connsiteY1" fmla="*/ 205073 h 397287"/>
                      <a:gd name="connsiteX2" fmla="*/ 168307 w 310419"/>
                      <a:gd name="connsiteY2" fmla="*/ 346519 h 397287"/>
                      <a:gd name="connsiteX3" fmla="*/ 250222 w 310419"/>
                      <a:gd name="connsiteY3" fmla="*/ 314516 h 397287"/>
                      <a:gd name="connsiteX4" fmla="*/ 290417 w 310419"/>
                      <a:gd name="connsiteY4" fmla="*/ 349377 h 397287"/>
                      <a:gd name="connsiteX5" fmla="*/ 158972 w 310419"/>
                      <a:gd name="connsiteY5" fmla="*/ 397288 h 397287"/>
                      <a:gd name="connsiteX6" fmla="*/ 0 w 310419"/>
                      <a:gd name="connsiteY6" fmla="*/ 208788 h 397287"/>
                      <a:gd name="connsiteX7" fmla="*/ 158401 w 310419"/>
                      <a:gd name="connsiteY7" fmla="*/ 0 h 397287"/>
                      <a:gd name="connsiteX8" fmla="*/ 309753 w 310419"/>
                      <a:gd name="connsiteY8" fmla="*/ 170402 h 397287"/>
                      <a:gd name="connsiteX9" fmla="*/ 310420 w 310419"/>
                      <a:gd name="connsiteY9" fmla="*/ 205073 h 397287"/>
                      <a:gd name="connsiteX10" fmla="*/ 240887 w 310419"/>
                      <a:gd name="connsiteY10" fmla="*/ 160973 h 397287"/>
                      <a:gd name="connsiteX11" fmla="*/ 159925 w 310419"/>
                      <a:gd name="connsiteY11" fmla="*/ 47054 h 397287"/>
                      <a:gd name="connsiteX12" fmla="*/ 87154 w 310419"/>
                      <a:gd name="connsiteY12" fmla="*/ 94869 h 397287"/>
                      <a:gd name="connsiteX13" fmla="*/ 73152 w 310419"/>
                      <a:gd name="connsiteY13" fmla="*/ 160877 h 397287"/>
                      <a:gd name="connsiteX14" fmla="*/ 240887 w 310419"/>
                      <a:gd name="connsiteY14" fmla="*/ 160877 h 39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0419" h="397287">
                        <a:moveTo>
                          <a:pt x="310420" y="205073"/>
                        </a:moveTo>
                        <a:lnTo>
                          <a:pt x="71057" y="205073"/>
                        </a:lnTo>
                        <a:cubicBezTo>
                          <a:pt x="70295" y="289846"/>
                          <a:pt x="96583" y="346519"/>
                          <a:pt x="168307" y="346519"/>
                        </a:cubicBezTo>
                        <a:cubicBezTo>
                          <a:pt x="215456" y="346519"/>
                          <a:pt x="237744" y="325469"/>
                          <a:pt x="250222" y="314516"/>
                        </a:cubicBezTo>
                        <a:lnTo>
                          <a:pt x="290417" y="349377"/>
                        </a:lnTo>
                        <a:cubicBezTo>
                          <a:pt x="264223" y="371189"/>
                          <a:pt x="232505" y="397288"/>
                          <a:pt x="158972" y="397288"/>
                        </a:cubicBezTo>
                        <a:cubicBezTo>
                          <a:pt x="65627" y="397288"/>
                          <a:pt x="0" y="327660"/>
                          <a:pt x="0" y="208788"/>
                        </a:cubicBezTo>
                        <a:cubicBezTo>
                          <a:pt x="0" y="16097"/>
                          <a:pt x="122111" y="0"/>
                          <a:pt x="158401" y="0"/>
                        </a:cubicBezTo>
                        <a:cubicBezTo>
                          <a:pt x="255651" y="0"/>
                          <a:pt x="307372" y="77533"/>
                          <a:pt x="309753" y="170402"/>
                        </a:cubicBezTo>
                        <a:lnTo>
                          <a:pt x="310420" y="205073"/>
                        </a:lnTo>
                        <a:close/>
                        <a:moveTo>
                          <a:pt x="240887" y="160973"/>
                        </a:moveTo>
                        <a:cubicBezTo>
                          <a:pt x="240887" y="95726"/>
                          <a:pt x="214694" y="47054"/>
                          <a:pt x="159925" y="47054"/>
                        </a:cubicBezTo>
                        <a:cubicBezTo>
                          <a:pt x="126587" y="47054"/>
                          <a:pt x="100394" y="65913"/>
                          <a:pt x="87154" y="94869"/>
                        </a:cubicBezTo>
                        <a:cubicBezTo>
                          <a:pt x="74771" y="122396"/>
                          <a:pt x="73914" y="147733"/>
                          <a:pt x="73152" y="160877"/>
                        </a:cubicBezTo>
                        <a:lnTo>
                          <a:pt x="240887" y="160877"/>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4" name="Freeform: Shape 48">
                    <a:extLst>
                      <a:ext uri="{FF2B5EF4-FFF2-40B4-BE49-F238E27FC236}">
                        <a16:creationId xmlns:a16="http://schemas.microsoft.com/office/drawing/2014/main" id="{4973FC47-8C1B-0D67-8A4C-042A5B687AE5}"/>
                      </a:ext>
                    </a:extLst>
                  </p:cNvPr>
                  <p:cNvSpPr/>
                  <p:nvPr/>
                </p:nvSpPr>
                <p:spPr>
                  <a:xfrm>
                    <a:off x="6179914" y="3302508"/>
                    <a:ext cx="305942" cy="497871"/>
                  </a:xfrm>
                  <a:custGeom>
                    <a:avLst/>
                    <a:gdLst>
                      <a:gd name="connsiteX0" fmla="*/ 250317 w 305942"/>
                      <a:gd name="connsiteY0" fmla="*/ 7239 h 497871"/>
                      <a:gd name="connsiteX1" fmla="*/ 305943 w 305942"/>
                      <a:gd name="connsiteY1" fmla="*/ 7239 h 497871"/>
                      <a:gd name="connsiteX2" fmla="*/ 305943 w 305942"/>
                      <a:gd name="connsiteY2" fmla="*/ 348615 h 497871"/>
                      <a:gd name="connsiteX3" fmla="*/ 296704 w 305942"/>
                      <a:gd name="connsiteY3" fmla="*/ 412432 h 497871"/>
                      <a:gd name="connsiteX4" fmla="*/ 229457 w 305942"/>
                      <a:gd name="connsiteY4" fmla="*/ 481298 h 497871"/>
                      <a:gd name="connsiteX5" fmla="*/ 139922 w 305942"/>
                      <a:gd name="connsiteY5" fmla="*/ 497872 h 497871"/>
                      <a:gd name="connsiteX6" fmla="*/ 44958 w 305942"/>
                      <a:gd name="connsiteY6" fmla="*/ 486346 h 497871"/>
                      <a:gd name="connsiteX7" fmla="*/ 44958 w 305942"/>
                      <a:gd name="connsiteY7" fmla="*/ 420338 h 497871"/>
                      <a:gd name="connsiteX8" fmla="*/ 73533 w 305942"/>
                      <a:gd name="connsiteY8" fmla="*/ 420338 h 497871"/>
                      <a:gd name="connsiteX9" fmla="*/ 140684 w 305942"/>
                      <a:gd name="connsiteY9" fmla="*/ 447104 h 497871"/>
                      <a:gd name="connsiteX10" fmla="*/ 204692 w 305942"/>
                      <a:gd name="connsiteY10" fmla="*/ 429863 h 497871"/>
                      <a:gd name="connsiteX11" fmla="*/ 237935 w 305942"/>
                      <a:gd name="connsiteY11" fmla="*/ 348615 h 497871"/>
                      <a:gd name="connsiteX12" fmla="*/ 237935 w 305942"/>
                      <a:gd name="connsiteY12" fmla="*/ 293561 h 497871"/>
                      <a:gd name="connsiteX13" fmla="*/ 234887 w 305942"/>
                      <a:gd name="connsiteY13" fmla="*/ 289846 h 497871"/>
                      <a:gd name="connsiteX14" fmla="*/ 221742 w 305942"/>
                      <a:gd name="connsiteY14" fmla="*/ 302895 h 497871"/>
                      <a:gd name="connsiteX15" fmla="*/ 129826 w 305942"/>
                      <a:gd name="connsiteY15" fmla="*/ 349377 h 497871"/>
                      <a:gd name="connsiteX16" fmla="*/ 23146 w 305942"/>
                      <a:gd name="connsiteY16" fmla="*/ 281273 h 497871"/>
                      <a:gd name="connsiteX17" fmla="*/ 0 w 305942"/>
                      <a:gd name="connsiteY17" fmla="*/ 158782 h 497871"/>
                      <a:gd name="connsiteX18" fmla="*/ 128302 w 305942"/>
                      <a:gd name="connsiteY18" fmla="*/ 0 h 497871"/>
                      <a:gd name="connsiteX19" fmla="*/ 232505 w 305942"/>
                      <a:gd name="connsiteY19" fmla="*/ 59436 h 497871"/>
                      <a:gd name="connsiteX20" fmla="*/ 243269 w 305942"/>
                      <a:gd name="connsiteY20" fmla="*/ 73247 h 497871"/>
                      <a:gd name="connsiteX21" fmla="*/ 250222 w 305942"/>
                      <a:gd name="connsiteY21" fmla="*/ 63817 h 497871"/>
                      <a:gd name="connsiteX22" fmla="*/ 250222 w 305942"/>
                      <a:gd name="connsiteY22" fmla="*/ 7239 h 497871"/>
                      <a:gd name="connsiteX23" fmla="*/ 240982 w 305942"/>
                      <a:gd name="connsiteY23" fmla="*/ 174593 h 497871"/>
                      <a:gd name="connsiteX24" fmla="*/ 149162 w 305942"/>
                      <a:gd name="connsiteY24" fmla="*/ 48482 h 497871"/>
                      <a:gd name="connsiteX25" fmla="*/ 68771 w 305942"/>
                      <a:gd name="connsiteY25" fmla="*/ 184690 h 497871"/>
                      <a:gd name="connsiteX26" fmla="*/ 148495 w 305942"/>
                      <a:gd name="connsiteY26" fmla="*/ 296418 h 497871"/>
                      <a:gd name="connsiteX27" fmla="*/ 240982 w 305942"/>
                      <a:gd name="connsiteY27" fmla="*/ 174593 h 49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05942" h="497871">
                        <a:moveTo>
                          <a:pt x="250317" y="7239"/>
                        </a:moveTo>
                        <a:lnTo>
                          <a:pt x="305943" y="7239"/>
                        </a:lnTo>
                        <a:lnTo>
                          <a:pt x="305943" y="348615"/>
                        </a:lnTo>
                        <a:cubicBezTo>
                          <a:pt x="305943" y="369665"/>
                          <a:pt x="298990" y="405194"/>
                          <a:pt x="296704" y="412432"/>
                        </a:cubicBezTo>
                        <a:cubicBezTo>
                          <a:pt x="295942" y="416052"/>
                          <a:pt x="281178" y="460915"/>
                          <a:pt x="229457" y="481298"/>
                        </a:cubicBezTo>
                        <a:cubicBezTo>
                          <a:pt x="218599" y="485680"/>
                          <a:pt x="187738" y="497872"/>
                          <a:pt x="139922" y="497872"/>
                        </a:cubicBezTo>
                        <a:cubicBezTo>
                          <a:pt x="126682" y="497872"/>
                          <a:pt x="85058" y="496348"/>
                          <a:pt x="44958" y="486346"/>
                        </a:cubicBezTo>
                        <a:lnTo>
                          <a:pt x="44958" y="420338"/>
                        </a:lnTo>
                        <a:lnTo>
                          <a:pt x="73533" y="420338"/>
                        </a:lnTo>
                        <a:cubicBezTo>
                          <a:pt x="84296" y="433388"/>
                          <a:pt x="96774" y="447104"/>
                          <a:pt x="140684" y="447104"/>
                        </a:cubicBezTo>
                        <a:cubicBezTo>
                          <a:pt x="178594" y="447104"/>
                          <a:pt x="202406" y="431197"/>
                          <a:pt x="204692" y="429863"/>
                        </a:cubicBezTo>
                        <a:cubicBezTo>
                          <a:pt x="237935" y="408051"/>
                          <a:pt x="237935" y="366141"/>
                          <a:pt x="237935" y="348615"/>
                        </a:cubicBezTo>
                        <a:lnTo>
                          <a:pt x="237935" y="293561"/>
                        </a:lnTo>
                        <a:lnTo>
                          <a:pt x="234887" y="289846"/>
                        </a:lnTo>
                        <a:cubicBezTo>
                          <a:pt x="229457" y="289846"/>
                          <a:pt x="228790" y="291370"/>
                          <a:pt x="221742" y="302895"/>
                        </a:cubicBezTo>
                        <a:cubicBezTo>
                          <a:pt x="214789" y="314515"/>
                          <a:pt x="186119" y="349377"/>
                          <a:pt x="129826" y="349377"/>
                        </a:cubicBezTo>
                        <a:cubicBezTo>
                          <a:pt x="77343" y="349377"/>
                          <a:pt x="42386" y="317468"/>
                          <a:pt x="23146" y="281273"/>
                        </a:cubicBezTo>
                        <a:cubicBezTo>
                          <a:pt x="1714" y="240602"/>
                          <a:pt x="0" y="197929"/>
                          <a:pt x="0" y="158782"/>
                        </a:cubicBezTo>
                        <a:cubicBezTo>
                          <a:pt x="0" y="68104"/>
                          <a:pt x="58007" y="0"/>
                          <a:pt x="128302" y="0"/>
                        </a:cubicBezTo>
                        <a:cubicBezTo>
                          <a:pt x="190119" y="0"/>
                          <a:pt x="216313" y="30385"/>
                          <a:pt x="232505" y="59436"/>
                        </a:cubicBezTo>
                        <a:cubicBezTo>
                          <a:pt x="238792" y="69628"/>
                          <a:pt x="238792" y="71056"/>
                          <a:pt x="243269" y="73247"/>
                        </a:cubicBezTo>
                        <a:cubicBezTo>
                          <a:pt x="246317" y="71818"/>
                          <a:pt x="250222" y="70294"/>
                          <a:pt x="250222" y="63817"/>
                        </a:cubicBezTo>
                        <a:lnTo>
                          <a:pt x="250222" y="7239"/>
                        </a:lnTo>
                        <a:close/>
                        <a:moveTo>
                          <a:pt x="240982" y="174593"/>
                        </a:moveTo>
                        <a:cubicBezTo>
                          <a:pt x="240982" y="86201"/>
                          <a:pt x="198596" y="48482"/>
                          <a:pt x="149162" y="48482"/>
                        </a:cubicBezTo>
                        <a:cubicBezTo>
                          <a:pt x="68771" y="48482"/>
                          <a:pt x="68771" y="151352"/>
                          <a:pt x="68771" y="184690"/>
                        </a:cubicBezTo>
                        <a:cubicBezTo>
                          <a:pt x="68771" y="208693"/>
                          <a:pt x="74867" y="296418"/>
                          <a:pt x="148495" y="296418"/>
                        </a:cubicBezTo>
                        <a:cubicBezTo>
                          <a:pt x="174593" y="296418"/>
                          <a:pt x="240982" y="279082"/>
                          <a:pt x="240982" y="174593"/>
                        </a:cubicBez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5" name="Freeform: Shape 49">
                    <a:extLst>
                      <a:ext uri="{FF2B5EF4-FFF2-40B4-BE49-F238E27FC236}">
                        <a16:creationId xmlns:a16="http://schemas.microsoft.com/office/drawing/2014/main" id="{68C54064-A3A9-0CEC-4D76-A9FE4DA8149F}"/>
                      </a:ext>
                    </a:extLst>
                  </p:cNvPr>
                  <p:cNvSpPr/>
                  <p:nvPr/>
                </p:nvSpPr>
                <p:spPr>
                  <a:xfrm>
                    <a:off x="6592442" y="3301079"/>
                    <a:ext cx="213169" cy="389096"/>
                  </a:xfrm>
                  <a:custGeom>
                    <a:avLst/>
                    <a:gdLst>
                      <a:gd name="connsiteX0" fmla="*/ 0 w 213169"/>
                      <a:gd name="connsiteY0" fmla="*/ 24670 h 389096"/>
                      <a:gd name="connsiteX1" fmla="*/ 64961 w 213169"/>
                      <a:gd name="connsiteY1" fmla="*/ 0 h 389096"/>
                      <a:gd name="connsiteX2" fmla="*/ 64961 w 213169"/>
                      <a:gd name="connsiteY2" fmla="*/ 89345 h 389096"/>
                      <a:gd name="connsiteX3" fmla="*/ 213170 w 213169"/>
                      <a:gd name="connsiteY3" fmla="*/ 0 h 389096"/>
                      <a:gd name="connsiteX4" fmla="*/ 213170 w 213169"/>
                      <a:gd name="connsiteY4" fmla="*/ 76295 h 389096"/>
                      <a:gd name="connsiteX5" fmla="*/ 187643 w 213169"/>
                      <a:gd name="connsiteY5" fmla="*/ 74104 h 389096"/>
                      <a:gd name="connsiteX6" fmla="*/ 71819 w 213169"/>
                      <a:gd name="connsiteY6" fmla="*/ 141542 h 389096"/>
                      <a:gd name="connsiteX7" fmla="*/ 71819 w 213169"/>
                      <a:gd name="connsiteY7" fmla="*/ 389096 h 389096"/>
                      <a:gd name="connsiteX8" fmla="*/ 95 w 213169"/>
                      <a:gd name="connsiteY8" fmla="*/ 389096 h 389096"/>
                      <a:gd name="connsiteX9" fmla="*/ 95 w 213169"/>
                      <a:gd name="connsiteY9" fmla="*/ 24670 h 389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169" h="389096">
                        <a:moveTo>
                          <a:pt x="0" y="24670"/>
                        </a:moveTo>
                        <a:lnTo>
                          <a:pt x="64961" y="0"/>
                        </a:lnTo>
                        <a:lnTo>
                          <a:pt x="64961" y="89345"/>
                        </a:lnTo>
                        <a:cubicBezTo>
                          <a:pt x="64961" y="93726"/>
                          <a:pt x="118872" y="2381"/>
                          <a:pt x="213170" y="0"/>
                        </a:cubicBezTo>
                        <a:lnTo>
                          <a:pt x="213170" y="76295"/>
                        </a:lnTo>
                        <a:cubicBezTo>
                          <a:pt x="204692" y="74771"/>
                          <a:pt x="196215" y="74104"/>
                          <a:pt x="187643" y="74104"/>
                        </a:cubicBezTo>
                        <a:cubicBezTo>
                          <a:pt x="139922" y="74104"/>
                          <a:pt x="100489" y="104584"/>
                          <a:pt x="71819" y="141542"/>
                        </a:cubicBezTo>
                        <a:lnTo>
                          <a:pt x="71819" y="389096"/>
                        </a:lnTo>
                        <a:lnTo>
                          <a:pt x="95" y="389096"/>
                        </a:lnTo>
                        <a:lnTo>
                          <a:pt x="95" y="24670"/>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6" name="Freeform: Shape 50">
                    <a:extLst>
                      <a:ext uri="{FF2B5EF4-FFF2-40B4-BE49-F238E27FC236}">
                        <a16:creationId xmlns:a16="http://schemas.microsoft.com/office/drawing/2014/main" id="{F77BA3C4-B14E-62E0-34EA-962B63A5D849}"/>
                      </a:ext>
                    </a:extLst>
                  </p:cNvPr>
                  <p:cNvSpPr/>
                  <p:nvPr/>
                </p:nvSpPr>
                <p:spPr>
                  <a:xfrm>
                    <a:off x="6842759" y="3301841"/>
                    <a:ext cx="337661" cy="396430"/>
                  </a:xfrm>
                  <a:custGeom>
                    <a:avLst/>
                    <a:gdLst>
                      <a:gd name="connsiteX0" fmla="*/ 302895 w 337661"/>
                      <a:gd name="connsiteY0" fmla="*/ 303562 h 396430"/>
                      <a:gd name="connsiteX1" fmla="*/ 337661 w 337661"/>
                      <a:gd name="connsiteY1" fmla="*/ 344900 h 396430"/>
                      <a:gd name="connsiteX2" fmla="*/ 337661 w 337661"/>
                      <a:gd name="connsiteY2" fmla="*/ 396430 h 396430"/>
                      <a:gd name="connsiteX3" fmla="*/ 258794 w 337661"/>
                      <a:gd name="connsiteY3" fmla="*/ 371094 h 396430"/>
                      <a:gd name="connsiteX4" fmla="*/ 238601 w 337661"/>
                      <a:gd name="connsiteY4" fmla="*/ 333280 h 396430"/>
                      <a:gd name="connsiteX5" fmla="*/ 236315 w 337661"/>
                      <a:gd name="connsiteY5" fmla="*/ 331946 h 396430"/>
                      <a:gd name="connsiteX6" fmla="*/ 210788 w 337661"/>
                      <a:gd name="connsiteY6" fmla="*/ 354425 h 396430"/>
                      <a:gd name="connsiteX7" fmla="*/ 98012 w 337661"/>
                      <a:gd name="connsiteY7" fmla="*/ 395764 h 396430"/>
                      <a:gd name="connsiteX8" fmla="*/ 0 w 337661"/>
                      <a:gd name="connsiteY8" fmla="*/ 302895 h 396430"/>
                      <a:gd name="connsiteX9" fmla="*/ 59436 w 337661"/>
                      <a:gd name="connsiteY9" fmla="*/ 195739 h 396430"/>
                      <a:gd name="connsiteX10" fmla="*/ 231743 w 337661"/>
                      <a:gd name="connsiteY10" fmla="*/ 153638 h 396430"/>
                      <a:gd name="connsiteX11" fmla="*/ 231743 w 337661"/>
                      <a:gd name="connsiteY11" fmla="*/ 104394 h 396430"/>
                      <a:gd name="connsiteX12" fmla="*/ 168402 w 337661"/>
                      <a:gd name="connsiteY12" fmla="*/ 52197 h 396430"/>
                      <a:gd name="connsiteX13" fmla="*/ 51816 w 337661"/>
                      <a:gd name="connsiteY13" fmla="*/ 92012 h 396430"/>
                      <a:gd name="connsiteX14" fmla="*/ 21622 w 337661"/>
                      <a:gd name="connsiteY14" fmla="*/ 43529 h 396430"/>
                      <a:gd name="connsiteX15" fmla="*/ 172974 w 337661"/>
                      <a:gd name="connsiteY15" fmla="*/ 0 h 396430"/>
                      <a:gd name="connsiteX16" fmla="*/ 265557 w 337661"/>
                      <a:gd name="connsiteY16" fmla="*/ 25432 h 396430"/>
                      <a:gd name="connsiteX17" fmla="*/ 302800 w 337661"/>
                      <a:gd name="connsiteY17" fmla="*/ 112395 h 396430"/>
                      <a:gd name="connsiteX18" fmla="*/ 302800 w 337661"/>
                      <a:gd name="connsiteY18" fmla="*/ 303562 h 396430"/>
                      <a:gd name="connsiteX19" fmla="*/ 231743 w 337661"/>
                      <a:gd name="connsiteY19" fmla="*/ 192024 h 396430"/>
                      <a:gd name="connsiteX20" fmla="*/ 70295 w 337661"/>
                      <a:gd name="connsiteY20" fmla="*/ 289846 h 396430"/>
                      <a:gd name="connsiteX21" fmla="*/ 130493 w 337661"/>
                      <a:gd name="connsiteY21" fmla="*/ 349282 h 396430"/>
                      <a:gd name="connsiteX22" fmla="*/ 231743 w 337661"/>
                      <a:gd name="connsiteY22" fmla="*/ 295656 h 396430"/>
                      <a:gd name="connsiteX23" fmla="*/ 231743 w 337661"/>
                      <a:gd name="connsiteY23" fmla="*/ 192024 h 39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37661" h="396430">
                        <a:moveTo>
                          <a:pt x="302895" y="303562"/>
                        </a:moveTo>
                        <a:cubicBezTo>
                          <a:pt x="302895" y="323278"/>
                          <a:pt x="302895" y="346424"/>
                          <a:pt x="337661" y="344900"/>
                        </a:cubicBezTo>
                        <a:lnTo>
                          <a:pt x="337661" y="396430"/>
                        </a:lnTo>
                        <a:cubicBezTo>
                          <a:pt x="303657" y="394907"/>
                          <a:pt x="279654" y="392716"/>
                          <a:pt x="258794" y="371094"/>
                        </a:cubicBezTo>
                        <a:cubicBezTo>
                          <a:pt x="252603" y="365284"/>
                          <a:pt x="240983" y="350711"/>
                          <a:pt x="238601" y="333280"/>
                        </a:cubicBezTo>
                        <a:lnTo>
                          <a:pt x="236315" y="331946"/>
                        </a:lnTo>
                        <a:cubicBezTo>
                          <a:pt x="231743" y="334804"/>
                          <a:pt x="214694" y="351377"/>
                          <a:pt x="210788" y="354425"/>
                        </a:cubicBezTo>
                        <a:cubicBezTo>
                          <a:pt x="164497" y="392144"/>
                          <a:pt x="134398" y="395764"/>
                          <a:pt x="98012" y="395764"/>
                        </a:cubicBezTo>
                        <a:cubicBezTo>
                          <a:pt x="40767" y="395764"/>
                          <a:pt x="0" y="351473"/>
                          <a:pt x="0" y="302895"/>
                        </a:cubicBezTo>
                        <a:cubicBezTo>
                          <a:pt x="0" y="255937"/>
                          <a:pt x="23813" y="220313"/>
                          <a:pt x="59436" y="195739"/>
                        </a:cubicBezTo>
                        <a:cubicBezTo>
                          <a:pt x="103537" y="165259"/>
                          <a:pt x="165259" y="154305"/>
                          <a:pt x="231743" y="153638"/>
                        </a:cubicBezTo>
                        <a:lnTo>
                          <a:pt x="231743" y="104394"/>
                        </a:lnTo>
                        <a:cubicBezTo>
                          <a:pt x="231743" y="89154"/>
                          <a:pt x="231743" y="52197"/>
                          <a:pt x="168402" y="52197"/>
                        </a:cubicBezTo>
                        <a:cubicBezTo>
                          <a:pt x="128206" y="52197"/>
                          <a:pt x="86487" y="71818"/>
                          <a:pt x="51816" y="92012"/>
                        </a:cubicBezTo>
                        <a:lnTo>
                          <a:pt x="21622" y="43529"/>
                        </a:lnTo>
                        <a:cubicBezTo>
                          <a:pt x="71819" y="18097"/>
                          <a:pt x="108013" y="0"/>
                          <a:pt x="172974" y="0"/>
                        </a:cubicBezTo>
                        <a:cubicBezTo>
                          <a:pt x="201644" y="0"/>
                          <a:pt x="240887" y="7239"/>
                          <a:pt x="265557" y="25432"/>
                        </a:cubicBezTo>
                        <a:cubicBezTo>
                          <a:pt x="294227" y="46482"/>
                          <a:pt x="302800" y="74771"/>
                          <a:pt x="302800" y="112395"/>
                        </a:cubicBezTo>
                        <a:lnTo>
                          <a:pt x="302800" y="303562"/>
                        </a:lnTo>
                        <a:close/>
                        <a:moveTo>
                          <a:pt x="231743" y="192024"/>
                        </a:moveTo>
                        <a:cubicBezTo>
                          <a:pt x="146685" y="192691"/>
                          <a:pt x="70295" y="223171"/>
                          <a:pt x="70295" y="289846"/>
                        </a:cubicBezTo>
                        <a:cubicBezTo>
                          <a:pt x="70295" y="321564"/>
                          <a:pt x="93440" y="349282"/>
                          <a:pt x="130493" y="349282"/>
                        </a:cubicBezTo>
                        <a:cubicBezTo>
                          <a:pt x="175260" y="349282"/>
                          <a:pt x="210788" y="315182"/>
                          <a:pt x="231743" y="295656"/>
                        </a:cubicBezTo>
                        <a:lnTo>
                          <a:pt x="231743" y="192024"/>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7" name="Freeform: Shape 51">
                    <a:extLst>
                      <a:ext uri="{FF2B5EF4-FFF2-40B4-BE49-F238E27FC236}">
                        <a16:creationId xmlns:a16="http://schemas.microsoft.com/office/drawing/2014/main" id="{2518C706-BC80-7038-5A04-51B395A13DB3}"/>
                      </a:ext>
                    </a:extLst>
                  </p:cNvPr>
                  <p:cNvSpPr/>
                  <p:nvPr/>
                </p:nvSpPr>
                <p:spPr>
                  <a:xfrm>
                    <a:off x="7219759" y="3196685"/>
                    <a:ext cx="228600" cy="500919"/>
                  </a:xfrm>
                  <a:custGeom>
                    <a:avLst/>
                    <a:gdLst>
                      <a:gd name="connsiteX0" fmla="*/ 0 w 228600"/>
                      <a:gd name="connsiteY0" fmla="*/ 144875 h 500919"/>
                      <a:gd name="connsiteX1" fmla="*/ 57817 w 228600"/>
                      <a:gd name="connsiteY1" fmla="*/ 144875 h 500919"/>
                      <a:gd name="connsiteX2" fmla="*/ 57817 w 228600"/>
                      <a:gd name="connsiteY2" fmla="*/ 58579 h 500919"/>
                      <a:gd name="connsiteX3" fmla="*/ 122872 w 228600"/>
                      <a:gd name="connsiteY3" fmla="*/ 0 h 500919"/>
                      <a:gd name="connsiteX4" fmla="*/ 130492 w 228600"/>
                      <a:gd name="connsiteY4" fmla="*/ 0 h 500919"/>
                      <a:gd name="connsiteX5" fmla="*/ 130492 w 228600"/>
                      <a:gd name="connsiteY5" fmla="*/ 144875 h 500919"/>
                      <a:gd name="connsiteX6" fmla="*/ 194596 w 228600"/>
                      <a:gd name="connsiteY6" fmla="*/ 144875 h 500919"/>
                      <a:gd name="connsiteX7" fmla="*/ 194596 w 228600"/>
                      <a:gd name="connsiteY7" fmla="*/ 186309 h 500919"/>
                      <a:gd name="connsiteX8" fmla="*/ 126587 w 228600"/>
                      <a:gd name="connsiteY8" fmla="*/ 186309 h 500919"/>
                      <a:gd name="connsiteX9" fmla="*/ 126587 w 228600"/>
                      <a:gd name="connsiteY9" fmla="*/ 411671 h 500919"/>
                      <a:gd name="connsiteX10" fmla="*/ 160687 w 228600"/>
                      <a:gd name="connsiteY10" fmla="*/ 445865 h 500919"/>
                      <a:gd name="connsiteX11" fmla="*/ 228600 w 228600"/>
                      <a:gd name="connsiteY11" fmla="*/ 424720 h 500919"/>
                      <a:gd name="connsiteX12" fmla="*/ 228600 w 228600"/>
                      <a:gd name="connsiteY12" fmla="*/ 481965 h 500919"/>
                      <a:gd name="connsiteX13" fmla="*/ 149828 w 228600"/>
                      <a:gd name="connsiteY13" fmla="*/ 500920 h 500919"/>
                      <a:gd name="connsiteX14" fmla="*/ 57245 w 228600"/>
                      <a:gd name="connsiteY14" fmla="*/ 419767 h 500919"/>
                      <a:gd name="connsiteX15" fmla="*/ 57245 w 228600"/>
                      <a:gd name="connsiteY15" fmla="*/ 186309 h 500919"/>
                      <a:gd name="connsiteX16" fmla="*/ 0 w 228600"/>
                      <a:gd name="connsiteY16" fmla="*/ 186309 h 500919"/>
                      <a:gd name="connsiteX17" fmla="*/ 0 w 228600"/>
                      <a:gd name="connsiteY17" fmla="*/ 144875 h 500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8600" h="500919">
                        <a:moveTo>
                          <a:pt x="0" y="144875"/>
                        </a:moveTo>
                        <a:lnTo>
                          <a:pt x="57817" y="144875"/>
                        </a:lnTo>
                        <a:lnTo>
                          <a:pt x="57817" y="58579"/>
                        </a:lnTo>
                        <a:lnTo>
                          <a:pt x="122872" y="0"/>
                        </a:lnTo>
                        <a:lnTo>
                          <a:pt x="130492" y="0"/>
                        </a:lnTo>
                        <a:lnTo>
                          <a:pt x="130492" y="144875"/>
                        </a:lnTo>
                        <a:lnTo>
                          <a:pt x="194596" y="144875"/>
                        </a:lnTo>
                        <a:lnTo>
                          <a:pt x="194596" y="186309"/>
                        </a:lnTo>
                        <a:lnTo>
                          <a:pt x="126587" y="186309"/>
                        </a:lnTo>
                        <a:lnTo>
                          <a:pt x="126587" y="411671"/>
                        </a:lnTo>
                        <a:cubicBezTo>
                          <a:pt x="126587" y="418909"/>
                          <a:pt x="126587" y="445865"/>
                          <a:pt x="160687" y="445865"/>
                        </a:cubicBezTo>
                        <a:cubicBezTo>
                          <a:pt x="183642" y="445865"/>
                          <a:pt x="209169" y="434150"/>
                          <a:pt x="228600" y="424720"/>
                        </a:cubicBezTo>
                        <a:lnTo>
                          <a:pt x="228600" y="481965"/>
                        </a:lnTo>
                        <a:cubicBezTo>
                          <a:pt x="207740" y="492823"/>
                          <a:pt x="172974" y="500920"/>
                          <a:pt x="149828" y="500920"/>
                        </a:cubicBezTo>
                        <a:cubicBezTo>
                          <a:pt x="131254" y="500920"/>
                          <a:pt x="57245" y="495014"/>
                          <a:pt x="57245" y="419767"/>
                        </a:cubicBezTo>
                        <a:lnTo>
                          <a:pt x="57245" y="186309"/>
                        </a:lnTo>
                        <a:lnTo>
                          <a:pt x="0" y="186309"/>
                        </a:lnTo>
                        <a:lnTo>
                          <a:pt x="0" y="14487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8" name="Freeform: Shape 52">
                    <a:extLst>
                      <a:ext uri="{FF2B5EF4-FFF2-40B4-BE49-F238E27FC236}">
                        <a16:creationId xmlns:a16="http://schemas.microsoft.com/office/drawing/2014/main" id="{430DDCFE-8EC8-1A3F-93FE-39861C8DC13A}"/>
                      </a:ext>
                    </a:extLst>
                  </p:cNvPr>
                  <p:cNvSpPr/>
                  <p:nvPr/>
                </p:nvSpPr>
                <p:spPr>
                  <a:xfrm>
                    <a:off x="7541037" y="3171920"/>
                    <a:ext cx="69532" cy="518255"/>
                  </a:xfrm>
                  <a:custGeom>
                    <a:avLst/>
                    <a:gdLst>
                      <a:gd name="connsiteX0" fmla="*/ 95 w 69532"/>
                      <a:gd name="connsiteY0" fmla="*/ 0 h 518255"/>
                      <a:gd name="connsiteX1" fmla="*/ 69437 w 69532"/>
                      <a:gd name="connsiteY1" fmla="*/ 0 h 518255"/>
                      <a:gd name="connsiteX2" fmla="*/ 69437 w 69532"/>
                      <a:gd name="connsiteY2" fmla="*/ 68866 h 518255"/>
                      <a:gd name="connsiteX3" fmla="*/ 95 w 69532"/>
                      <a:gd name="connsiteY3" fmla="*/ 68866 h 518255"/>
                      <a:gd name="connsiteX4" fmla="*/ 95 w 69532"/>
                      <a:gd name="connsiteY4" fmla="*/ 0 h 518255"/>
                      <a:gd name="connsiteX5" fmla="*/ 0 w 69532"/>
                      <a:gd name="connsiteY5" fmla="*/ 139160 h 518255"/>
                      <a:gd name="connsiteX6" fmla="*/ 69533 w 69532"/>
                      <a:gd name="connsiteY6" fmla="*/ 139160 h 518255"/>
                      <a:gd name="connsiteX7" fmla="*/ 69533 w 69532"/>
                      <a:gd name="connsiteY7" fmla="*/ 518255 h 518255"/>
                      <a:gd name="connsiteX8" fmla="*/ 0 w 69532"/>
                      <a:gd name="connsiteY8" fmla="*/ 518255 h 518255"/>
                      <a:gd name="connsiteX9" fmla="*/ 0 w 69532"/>
                      <a:gd name="connsiteY9" fmla="*/ 139160 h 51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32" h="518255">
                        <a:moveTo>
                          <a:pt x="95" y="0"/>
                        </a:moveTo>
                        <a:lnTo>
                          <a:pt x="69437" y="0"/>
                        </a:lnTo>
                        <a:lnTo>
                          <a:pt x="69437" y="68866"/>
                        </a:lnTo>
                        <a:lnTo>
                          <a:pt x="95" y="68866"/>
                        </a:lnTo>
                        <a:lnTo>
                          <a:pt x="95" y="0"/>
                        </a:lnTo>
                        <a:close/>
                        <a:moveTo>
                          <a:pt x="0" y="139160"/>
                        </a:moveTo>
                        <a:lnTo>
                          <a:pt x="69533" y="139160"/>
                        </a:lnTo>
                        <a:lnTo>
                          <a:pt x="69533" y="518255"/>
                        </a:lnTo>
                        <a:lnTo>
                          <a:pt x="0" y="518255"/>
                        </a:lnTo>
                        <a:lnTo>
                          <a:pt x="0" y="139160"/>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59" name="Freeform: Shape 53">
                    <a:extLst>
                      <a:ext uri="{FF2B5EF4-FFF2-40B4-BE49-F238E27FC236}">
                        <a16:creationId xmlns:a16="http://schemas.microsoft.com/office/drawing/2014/main" id="{2CD6A41F-6F43-0B21-49E1-D7B5D3E4154F}"/>
                      </a:ext>
                    </a:extLst>
                  </p:cNvPr>
                  <p:cNvSpPr/>
                  <p:nvPr/>
                </p:nvSpPr>
                <p:spPr>
                  <a:xfrm>
                    <a:off x="7715630" y="3301650"/>
                    <a:ext cx="319849" cy="396620"/>
                  </a:xfrm>
                  <a:custGeom>
                    <a:avLst/>
                    <a:gdLst>
                      <a:gd name="connsiteX0" fmla="*/ 155257 w 319849"/>
                      <a:gd name="connsiteY0" fmla="*/ 0 h 396620"/>
                      <a:gd name="connsiteX1" fmla="*/ 289750 w 319849"/>
                      <a:gd name="connsiteY1" fmla="*/ 74676 h 396620"/>
                      <a:gd name="connsiteX2" fmla="*/ 319849 w 319849"/>
                      <a:gd name="connsiteY2" fmla="*/ 200787 h 396620"/>
                      <a:gd name="connsiteX3" fmla="*/ 158496 w 319849"/>
                      <a:gd name="connsiteY3" fmla="*/ 396621 h 396620"/>
                      <a:gd name="connsiteX4" fmla="*/ 43243 w 319849"/>
                      <a:gd name="connsiteY4" fmla="*/ 344233 h 396620"/>
                      <a:gd name="connsiteX5" fmla="*/ 0 w 319849"/>
                      <a:gd name="connsiteY5" fmla="*/ 192215 h 396620"/>
                      <a:gd name="connsiteX6" fmla="*/ 155257 w 319849"/>
                      <a:gd name="connsiteY6" fmla="*/ 0 h 396620"/>
                      <a:gd name="connsiteX7" fmla="*/ 68008 w 319849"/>
                      <a:gd name="connsiteY7" fmla="*/ 203740 h 396620"/>
                      <a:gd name="connsiteX8" fmla="*/ 159163 w 319849"/>
                      <a:gd name="connsiteY8" fmla="*/ 339947 h 396620"/>
                      <a:gd name="connsiteX9" fmla="*/ 246412 w 319849"/>
                      <a:gd name="connsiteY9" fmla="*/ 197358 h 396620"/>
                      <a:gd name="connsiteX10" fmla="*/ 232505 w 319849"/>
                      <a:gd name="connsiteY10" fmla="*/ 107442 h 396620"/>
                      <a:gd name="connsiteX11" fmla="*/ 187642 w 319849"/>
                      <a:gd name="connsiteY11" fmla="*/ 59626 h 396620"/>
                      <a:gd name="connsiteX12" fmla="*/ 158496 w 319849"/>
                      <a:gd name="connsiteY12" fmla="*/ 54483 h 396620"/>
                      <a:gd name="connsiteX13" fmla="*/ 68008 w 319849"/>
                      <a:gd name="connsiteY13" fmla="*/ 203740 h 396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849" h="396620">
                        <a:moveTo>
                          <a:pt x="155257" y="0"/>
                        </a:moveTo>
                        <a:cubicBezTo>
                          <a:pt x="231743" y="0"/>
                          <a:pt x="268796" y="37814"/>
                          <a:pt x="289750" y="74676"/>
                        </a:cubicBezTo>
                        <a:cubicBezTo>
                          <a:pt x="308324" y="107918"/>
                          <a:pt x="319849" y="163735"/>
                          <a:pt x="319849" y="200787"/>
                        </a:cubicBezTo>
                        <a:cubicBezTo>
                          <a:pt x="319849" y="314706"/>
                          <a:pt x="257937" y="396621"/>
                          <a:pt x="158496" y="396621"/>
                        </a:cubicBezTo>
                        <a:cubicBezTo>
                          <a:pt x="88106" y="396621"/>
                          <a:pt x="58769" y="362426"/>
                          <a:pt x="43243" y="344233"/>
                        </a:cubicBezTo>
                        <a:cubicBezTo>
                          <a:pt x="13240" y="308801"/>
                          <a:pt x="0" y="257270"/>
                          <a:pt x="0" y="192215"/>
                        </a:cubicBezTo>
                        <a:cubicBezTo>
                          <a:pt x="-95" y="60198"/>
                          <a:pt x="71723" y="0"/>
                          <a:pt x="155257" y="0"/>
                        </a:cubicBezTo>
                        <a:close/>
                        <a:moveTo>
                          <a:pt x="68008" y="203740"/>
                        </a:moveTo>
                        <a:cubicBezTo>
                          <a:pt x="68008" y="232696"/>
                          <a:pt x="78867" y="339947"/>
                          <a:pt x="159163" y="339947"/>
                        </a:cubicBezTo>
                        <a:cubicBezTo>
                          <a:pt x="233267" y="339947"/>
                          <a:pt x="246412" y="251555"/>
                          <a:pt x="246412" y="197358"/>
                        </a:cubicBezTo>
                        <a:cubicBezTo>
                          <a:pt x="246412" y="172021"/>
                          <a:pt x="241935" y="132112"/>
                          <a:pt x="232505" y="107442"/>
                        </a:cubicBezTo>
                        <a:cubicBezTo>
                          <a:pt x="223171" y="82868"/>
                          <a:pt x="206312" y="66866"/>
                          <a:pt x="187642" y="59626"/>
                        </a:cubicBezTo>
                        <a:cubicBezTo>
                          <a:pt x="178403" y="56007"/>
                          <a:pt x="168307" y="54483"/>
                          <a:pt x="158496" y="54483"/>
                        </a:cubicBezTo>
                        <a:cubicBezTo>
                          <a:pt x="81915" y="54388"/>
                          <a:pt x="68008" y="144970"/>
                          <a:pt x="68008" y="203740"/>
                        </a:cubicBez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60" name="Freeform: Shape 54">
                    <a:extLst>
                      <a:ext uri="{FF2B5EF4-FFF2-40B4-BE49-F238E27FC236}">
                        <a16:creationId xmlns:a16="http://schemas.microsoft.com/office/drawing/2014/main" id="{08F18B6E-2624-A019-6B99-B19C886ABE10}"/>
                      </a:ext>
                    </a:extLst>
                  </p:cNvPr>
                  <p:cNvSpPr/>
                  <p:nvPr/>
                </p:nvSpPr>
                <p:spPr>
                  <a:xfrm>
                    <a:off x="8123586" y="3301650"/>
                    <a:ext cx="277272" cy="388715"/>
                  </a:xfrm>
                  <a:custGeom>
                    <a:avLst/>
                    <a:gdLst>
                      <a:gd name="connsiteX0" fmla="*/ 0 w 277272"/>
                      <a:gd name="connsiteY0" fmla="*/ 24098 h 388715"/>
                      <a:gd name="connsiteX1" fmla="*/ 63246 w 277272"/>
                      <a:gd name="connsiteY1" fmla="*/ 0 h 388715"/>
                      <a:gd name="connsiteX2" fmla="*/ 63246 w 277272"/>
                      <a:gd name="connsiteY2" fmla="*/ 74009 h 388715"/>
                      <a:gd name="connsiteX3" fmla="*/ 69437 w 277272"/>
                      <a:gd name="connsiteY3" fmla="*/ 81343 h 388715"/>
                      <a:gd name="connsiteX4" fmla="*/ 82582 w 277272"/>
                      <a:gd name="connsiteY4" fmla="*/ 71056 h 388715"/>
                      <a:gd name="connsiteX5" fmla="*/ 98108 w 277272"/>
                      <a:gd name="connsiteY5" fmla="*/ 51625 h 388715"/>
                      <a:gd name="connsiteX6" fmla="*/ 195358 w 277272"/>
                      <a:gd name="connsiteY6" fmla="*/ 2953 h 388715"/>
                      <a:gd name="connsiteX7" fmla="*/ 247936 w 277272"/>
                      <a:gd name="connsiteY7" fmla="*/ 17526 h 388715"/>
                      <a:gd name="connsiteX8" fmla="*/ 277273 w 277272"/>
                      <a:gd name="connsiteY8" fmla="*/ 99441 h 388715"/>
                      <a:gd name="connsiteX9" fmla="*/ 277273 w 277272"/>
                      <a:gd name="connsiteY9" fmla="*/ 388620 h 388715"/>
                      <a:gd name="connsiteX10" fmla="*/ 209264 w 277272"/>
                      <a:gd name="connsiteY10" fmla="*/ 388620 h 388715"/>
                      <a:gd name="connsiteX11" fmla="*/ 209264 w 277272"/>
                      <a:gd name="connsiteY11" fmla="*/ 100965 h 388715"/>
                      <a:gd name="connsiteX12" fmla="*/ 169164 w 277272"/>
                      <a:gd name="connsiteY12" fmla="*/ 50959 h 388715"/>
                      <a:gd name="connsiteX13" fmla="*/ 99727 w 277272"/>
                      <a:gd name="connsiteY13" fmla="*/ 91535 h 388715"/>
                      <a:gd name="connsiteX14" fmla="*/ 69533 w 277272"/>
                      <a:gd name="connsiteY14" fmla="*/ 132207 h 388715"/>
                      <a:gd name="connsiteX15" fmla="*/ 69533 w 277272"/>
                      <a:gd name="connsiteY15" fmla="*/ 388715 h 388715"/>
                      <a:gd name="connsiteX16" fmla="*/ 95 w 277272"/>
                      <a:gd name="connsiteY16" fmla="*/ 388715 h 388715"/>
                      <a:gd name="connsiteX17" fmla="*/ 95 w 277272"/>
                      <a:gd name="connsiteY17" fmla="*/ 24098 h 388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7272" h="388715">
                        <a:moveTo>
                          <a:pt x="0" y="24098"/>
                        </a:moveTo>
                        <a:lnTo>
                          <a:pt x="63246" y="0"/>
                        </a:lnTo>
                        <a:lnTo>
                          <a:pt x="63246" y="74009"/>
                        </a:lnTo>
                        <a:cubicBezTo>
                          <a:pt x="63246" y="76867"/>
                          <a:pt x="65532" y="81343"/>
                          <a:pt x="69437" y="81343"/>
                        </a:cubicBezTo>
                        <a:cubicBezTo>
                          <a:pt x="73247" y="81343"/>
                          <a:pt x="78677" y="75438"/>
                          <a:pt x="82582" y="71056"/>
                        </a:cubicBezTo>
                        <a:lnTo>
                          <a:pt x="98108" y="51625"/>
                        </a:lnTo>
                        <a:cubicBezTo>
                          <a:pt x="122015" y="21050"/>
                          <a:pt x="154400" y="2953"/>
                          <a:pt x="195358" y="2953"/>
                        </a:cubicBezTo>
                        <a:cubicBezTo>
                          <a:pt x="213931" y="2953"/>
                          <a:pt x="232505" y="7334"/>
                          <a:pt x="247936" y="17526"/>
                        </a:cubicBezTo>
                        <a:cubicBezTo>
                          <a:pt x="264223" y="27622"/>
                          <a:pt x="277273" y="44482"/>
                          <a:pt x="277273" y="99441"/>
                        </a:cubicBezTo>
                        <a:lnTo>
                          <a:pt x="277273" y="388620"/>
                        </a:lnTo>
                        <a:lnTo>
                          <a:pt x="209264" y="388620"/>
                        </a:lnTo>
                        <a:lnTo>
                          <a:pt x="209264" y="100965"/>
                        </a:lnTo>
                        <a:cubicBezTo>
                          <a:pt x="209264" y="90773"/>
                          <a:pt x="209264" y="50959"/>
                          <a:pt x="169164" y="50959"/>
                        </a:cubicBezTo>
                        <a:cubicBezTo>
                          <a:pt x="132779" y="50959"/>
                          <a:pt x="103442" y="87249"/>
                          <a:pt x="99727" y="91535"/>
                        </a:cubicBezTo>
                        <a:cubicBezTo>
                          <a:pt x="75724" y="121253"/>
                          <a:pt x="69533" y="131445"/>
                          <a:pt x="69533" y="132207"/>
                        </a:cubicBezTo>
                        <a:lnTo>
                          <a:pt x="69533" y="388715"/>
                        </a:lnTo>
                        <a:lnTo>
                          <a:pt x="95" y="388715"/>
                        </a:lnTo>
                        <a:lnTo>
                          <a:pt x="95" y="24098"/>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grpSp>
              <p:nvGrpSpPr>
                <p:cNvPr id="29" name="Graphic 19">
                  <a:extLst>
                    <a:ext uri="{FF2B5EF4-FFF2-40B4-BE49-F238E27FC236}">
                      <a16:creationId xmlns:a16="http://schemas.microsoft.com/office/drawing/2014/main" id="{AB2E143C-FE34-8CC4-E498-892D4880DC9D}"/>
                    </a:ext>
                  </a:extLst>
                </p:cNvPr>
                <p:cNvGrpSpPr/>
                <p:nvPr/>
              </p:nvGrpSpPr>
              <p:grpSpPr>
                <a:xfrm>
                  <a:off x="456030" y="4672370"/>
                  <a:ext cx="141900" cy="141899"/>
                  <a:chOff x="3813428" y="3039903"/>
                  <a:chExt cx="764571" cy="764571"/>
                </a:xfrm>
                <a:solidFill>
                  <a:sysClr val="window" lastClr="FFFFFF"/>
                </a:solidFill>
              </p:grpSpPr>
              <p:grpSp>
                <p:nvGrpSpPr>
                  <p:cNvPr id="30" name="Graphic 19">
                    <a:extLst>
                      <a:ext uri="{FF2B5EF4-FFF2-40B4-BE49-F238E27FC236}">
                        <a16:creationId xmlns:a16="http://schemas.microsoft.com/office/drawing/2014/main" id="{1BC973EB-52B0-2F3C-6287-1B8044E09681}"/>
                      </a:ext>
                    </a:extLst>
                  </p:cNvPr>
                  <p:cNvGrpSpPr/>
                  <p:nvPr/>
                </p:nvGrpSpPr>
                <p:grpSpPr>
                  <a:xfrm>
                    <a:off x="3813428" y="3043904"/>
                    <a:ext cx="764571" cy="756475"/>
                    <a:chOff x="3813428" y="3043904"/>
                    <a:chExt cx="764571" cy="756475"/>
                  </a:xfrm>
                  <a:grpFill/>
                </p:grpSpPr>
                <p:sp>
                  <p:nvSpPr>
                    <p:cNvPr id="41" name="Freeform: Shape 36">
                      <a:extLst>
                        <a:ext uri="{FF2B5EF4-FFF2-40B4-BE49-F238E27FC236}">
                          <a16:creationId xmlns:a16="http://schemas.microsoft.com/office/drawing/2014/main" id="{1733E668-8766-6BC2-5CB6-3A689E5739A2}"/>
                        </a:ext>
                      </a:extLst>
                    </p:cNvPr>
                    <p:cNvSpPr/>
                    <p:nvPr/>
                  </p:nvSpPr>
                  <p:spPr>
                    <a:xfrm>
                      <a:off x="4206429" y="3043904"/>
                      <a:ext cx="237744" cy="237743"/>
                    </a:xfrm>
                    <a:custGeom>
                      <a:avLst/>
                      <a:gdLst>
                        <a:gd name="connsiteX0" fmla="*/ 108204 w 237744"/>
                        <a:gd name="connsiteY0" fmla="*/ 237744 h 237743"/>
                        <a:gd name="connsiteX1" fmla="*/ 237744 w 237744"/>
                        <a:gd name="connsiteY1" fmla="*/ 108204 h 237743"/>
                        <a:gd name="connsiteX2" fmla="*/ 129635 w 237744"/>
                        <a:gd name="connsiteY2" fmla="*/ 0 h 237743"/>
                        <a:gd name="connsiteX3" fmla="*/ 0 w 237744"/>
                        <a:gd name="connsiteY3" fmla="*/ 129635 h 237743"/>
                      </a:gdLst>
                      <a:ahLst/>
                      <a:cxnLst>
                        <a:cxn ang="0">
                          <a:pos x="connsiteX0" y="connsiteY0"/>
                        </a:cxn>
                        <a:cxn ang="0">
                          <a:pos x="connsiteX1" y="connsiteY1"/>
                        </a:cxn>
                        <a:cxn ang="0">
                          <a:pos x="connsiteX2" y="connsiteY2"/>
                        </a:cxn>
                        <a:cxn ang="0">
                          <a:pos x="connsiteX3" y="connsiteY3"/>
                        </a:cxn>
                      </a:cxnLst>
                      <a:rect l="l" t="t" r="r" b="b"/>
                      <a:pathLst>
                        <a:path w="237744" h="237743">
                          <a:moveTo>
                            <a:pt x="108204" y="237744"/>
                          </a:moveTo>
                          <a:lnTo>
                            <a:pt x="237744" y="108204"/>
                          </a:lnTo>
                          <a:lnTo>
                            <a:pt x="129635" y="0"/>
                          </a:lnTo>
                          <a:lnTo>
                            <a:pt x="0" y="12963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2" name="Freeform: Shape 37">
                      <a:extLst>
                        <a:ext uri="{FF2B5EF4-FFF2-40B4-BE49-F238E27FC236}">
                          <a16:creationId xmlns:a16="http://schemas.microsoft.com/office/drawing/2014/main" id="{282BAFDF-A367-F1A0-3569-81A1832928B8}"/>
                        </a:ext>
                      </a:extLst>
                    </p:cNvPr>
                    <p:cNvSpPr/>
                    <p:nvPr/>
                  </p:nvSpPr>
                  <p:spPr>
                    <a:xfrm>
                      <a:off x="3946873" y="3562540"/>
                      <a:ext cx="238029" cy="237839"/>
                    </a:xfrm>
                    <a:custGeom>
                      <a:avLst/>
                      <a:gdLst>
                        <a:gd name="connsiteX0" fmla="*/ 108204 w 238029"/>
                        <a:gd name="connsiteY0" fmla="*/ 237839 h 237839"/>
                        <a:gd name="connsiteX1" fmla="*/ 238030 w 238029"/>
                        <a:gd name="connsiteY1" fmla="*/ 108204 h 237839"/>
                        <a:gd name="connsiteX2" fmla="*/ 129731 w 238029"/>
                        <a:gd name="connsiteY2" fmla="*/ 0 h 237839"/>
                        <a:gd name="connsiteX3" fmla="*/ 0 w 238029"/>
                        <a:gd name="connsiteY3" fmla="*/ 129635 h 237839"/>
                      </a:gdLst>
                      <a:ahLst/>
                      <a:cxnLst>
                        <a:cxn ang="0">
                          <a:pos x="connsiteX0" y="connsiteY0"/>
                        </a:cxn>
                        <a:cxn ang="0">
                          <a:pos x="connsiteX1" y="connsiteY1"/>
                        </a:cxn>
                        <a:cxn ang="0">
                          <a:pos x="connsiteX2" y="connsiteY2"/>
                        </a:cxn>
                        <a:cxn ang="0">
                          <a:pos x="connsiteX3" y="connsiteY3"/>
                        </a:cxn>
                      </a:cxnLst>
                      <a:rect l="l" t="t" r="r" b="b"/>
                      <a:pathLst>
                        <a:path w="238029" h="237839">
                          <a:moveTo>
                            <a:pt x="108204" y="237839"/>
                          </a:moveTo>
                          <a:lnTo>
                            <a:pt x="238030" y="108204"/>
                          </a:lnTo>
                          <a:lnTo>
                            <a:pt x="129731" y="0"/>
                          </a:lnTo>
                          <a:lnTo>
                            <a:pt x="0" y="12963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3" name="Freeform: Shape 38">
                      <a:extLst>
                        <a:ext uri="{FF2B5EF4-FFF2-40B4-BE49-F238E27FC236}">
                          <a16:creationId xmlns:a16="http://schemas.microsoft.com/office/drawing/2014/main" id="{B67343F9-A638-8151-3C1B-786FDEC2252B}"/>
                        </a:ext>
                      </a:extLst>
                    </p:cNvPr>
                    <p:cNvSpPr/>
                    <p:nvPr/>
                  </p:nvSpPr>
                  <p:spPr>
                    <a:xfrm>
                      <a:off x="4206429" y="3303269"/>
                      <a:ext cx="237744" cy="237839"/>
                    </a:xfrm>
                    <a:custGeom>
                      <a:avLst/>
                      <a:gdLst>
                        <a:gd name="connsiteX0" fmla="*/ 108204 w 237744"/>
                        <a:gd name="connsiteY0" fmla="*/ 237839 h 237839"/>
                        <a:gd name="connsiteX1" fmla="*/ 237744 w 237744"/>
                        <a:gd name="connsiteY1" fmla="*/ 108109 h 237839"/>
                        <a:gd name="connsiteX2" fmla="*/ 129635 w 237744"/>
                        <a:gd name="connsiteY2" fmla="*/ 0 h 237839"/>
                        <a:gd name="connsiteX3" fmla="*/ 0 w 237744"/>
                        <a:gd name="connsiteY3" fmla="*/ 129635 h 237839"/>
                      </a:gdLst>
                      <a:ahLst/>
                      <a:cxnLst>
                        <a:cxn ang="0">
                          <a:pos x="connsiteX0" y="connsiteY0"/>
                        </a:cxn>
                        <a:cxn ang="0">
                          <a:pos x="connsiteX1" y="connsiteY1"/>
                        </a:cxn>
                        <a:cxn ang="0">
                          <a:pos x="connsiteX2" y="connsiteY2"/>
                        </a:cxn>
                        <a:cxn ang="0">
                          <a:pos x="connsiteX3" y="connsiteY3"/>
                        </a:cxn>
                      </a:cxnLst>
                      <a:rect l="l" t="t" r="r" b="b"/>
                      <a:pathLst>
                        <a:path w="237744" h="237839">
                          <a:moveTo>
                            <a:pt x="108204" y="237839"/>
                          </a:moveTo>
                          <a:lnTo>
                            <a:pt x="237744" y="108109"/>
                          </a:lnTo>
                          <a:lnTo>
                            <a:pt x="129635" y="0"/>
                          </a:lnTo>
                          <a:lnTo>
                            <a:pt x="0" y="12963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4" name="Freeform: Shape 39">
                      <a:extLst>
                        <a:ext uri="{FF2B5EF4-FFF2-40B4-BE49-F238E27FC236}">
                          <a16:creationId xmlns:a16="http://schemas.microsoft.com/office/drawing/2014/main" id="{B7480528-3D97-6089-56CC-B860F600A5D3}"/>
                        </a:ext>
                      </a:extLst>
                    </p:cNvPr>
                    <p:cNvSpPr/>
                    <p:nvPr/>
                  </p:nvSpPr>
                  <p:spPr>
                    <a:xfrm>
                      <a:off x="3946873" y="3303269"/>
                      <a:ext cx="238029" cy="237839"/>
                    </a:xfrm>
                    <a:custGeom>
                      <a:avLst/>
                      <a:gdLst>
                        <a:gd name="connsiteX0" fmla="*/ 108204 w 238029"/>
                        <a:gd name="connsiteY0" fmla="*/ 237839 h 237839"/>
                        <a:gd name="connsiteX1" fmla="*/ 238030 w 238029"/>
                        <a:gd name="connsiteY1" fmla="*/ 108109 h 237839"/>
                        <a:gd name="connsiteX2" fmla="*/ 129731 w 238029"/>
                        <a:gd name="connsiteY2" fmla="*/ 0 h 237839"/>
                        <a:gd name="connsiteX3" fmla="*/ 0 w 238029"/>
                        <a:gd name="connsiteY3" fmla="*/ 129635 h 237839"/>
                      </a:gdLst>
                      <a:ahLst/>
                      <a:cxnLst>
                        <a:cxn ang="0">
                          <a:pos x="connsiteX0" y="connsiteY0"/>
                        </a:cxn>
                        <a:cxn ang="0">
                          <a:pos x="connsiteX1" y="connsiteY1"/>
                        </a:cxn>
                        <a:cxn ang="0">
                          <a:pos x="connsiteX2" y="connsiteY2"/>
                        </a:cxn>
                        <a:cxn ang="0">
                          <a:pos x="connsiteX3" y="connsiteY3"/>
                        </a:cxn>
                      </a:cxnLst>
                      <a:rect l="l" t="t" r="r" b="b"/>
                      <a:pathLst>
                        <a:path w="238029" h="237839">
                          <a:moveTo>
                            <a:pt x="108204" y="237839"/>
                          </a:moveTo>
                          <a:lnTo>
                            <a:pt x="238030" y="108109"/>
                          </a:lnTo>
                          <a:lnTo>
                            <a:pt x="129731" y="0"/>
                          </a:lnTo>
                          <a:lnTo>
                            <a:pt x="0" y="12963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5" name="Freeform: Shape 40">
                      <a:extLst>
                        <a:ext uri="{FF2B5EF4-FFF2-40B4-BE49-F238E27FC236}">
                          <a16:creationId xmlns:a16="http://schemas.microsoft.com/office/drawing/2014/main" id="{691EC19B-0999-7B46-6292-C1080619F155}"/>
                        </a:ext>
                      </a:extLst>
                    </p:cNvPr>
                    <p:cNvSpPr/>
                    <p:nvPr/>
                  </p:nvSpPr>
                  <p:spPr>
                    <a:xfrm>
                      <a:off x="3946873" y="3043904"/>
                      <a:ext cx="238029" cy="237743"/>
                    </a:xfrm>
                    <a:custGeom>
                      <a:avLst/>
                      <a:gdLst>
                        <a:gd name="connsiteX0" fmla="*/ 108204 w 238029"/>
                        <a:gd name="connsiteY0" fmla="*/ 237744 h 237743"/>
                        <a:gd name="connsiteX1" fmla="*/ 238030 w 238029"/>
                        <a:gd name="connsiteY1" fmla="*/ 108204 h 237743"/>
                        <a:gd name="connsiteX2" fmla="*/ 129731 w 238029"/>
                        <a:gd name="connsiteY2" fmla="*/ 0 h 237743"/>
                        <a:gd name="connsiteX3" fmla="*/ 0 w 238029"/>
                        <a:gd name="connsiteY3" fmla="*/ 129635 h 237743"/>
                      </a:gdLst>
                      <a:ahLst/>
                      <a:cxnLst>
                        <a:cxn ang="0">
                          <a:pos x="connsiteX0" y="connsiteY0"/>
                        </a:cxn>
                        <a:cxn ang="0">
                          <a:pos x="connsiteX1" y="connsiteY1"/>
                        </a:cxn>
                        <a:cxn ang="0">
                          <a:pos x="connsiteX2" y="connsiteY2"/>
                        </a:cxn>
                        <a:cxn ang="0">
                          <a:pos x="connsiteX3" y="connsiteY3"/>
                        </a:cxn>
                      </a:cxnLst>
                      <a:rect l="l" t="t" r="r" b="b"/>
                      <a:pathLst>
                        <a:path w="238029" h="237743">
                          <a:moveTo>
                            <a:pt x="108204" y="237744"/>
                          </a:moveTo>
                          <a:lnTo>
                            <a:pt x="238030" y="108204"/>
                          </a:lnTo>
                          <a:lnTo>
                            <a:pt x="129731" y="0"/>
                          </a:lnTo>
                          <a:lnTo>
                            <a:pt x="0" y="12963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6" name="Freeform: Shape 41">
                      <a:extLst>
                        <a:ext uri="{FF2B5EF4-FFF2-40B4-BE49-F238E27FC236}">
                          <a16:creationId xmlns:a16="http://schemas.microsoft.com/office/drawing/2014/main" id="{949F3951-CE9F-992A-CBEE-A1075FFBE441}"/>
                        </a:ext>
                      </a:extLst>
                    </p:cNvPr>
                    <p:cNvSpPr/>
                    <p:nvPr/>
                  </p:nvSpPr>
                  <p:spPr>
                    <a:xfrm>
                      <a:off x="4206429" y="3562540"/>
                      <a:ext cx="237744" cy="237839"/>
                    </a:xfrm>
                    <a:custGeom>
                      <a:avLst/>
                      <a:gdLst>
                        <a:gd name="connsiteX0" fmla="*/ 108204 w 237744"/>
                        <a:gd name="connsiteY0" fmla="*/ 237839 h 237839"/>
                        <a:gd name="connsiteX1" fmla="*/ 237744 w 237744"/>
                        <a:gd name="connsiteY1" fmla="*/ 108204 h 237839"/>
                        <a:gd name="connsiteX2" fmla="*/ 129635 w 237744"/>
                        <a:gd name="connsiteY2" fmla="*/ 0 h 237839"/>
                        <a:gd name="connsiteX3" fmla="*/ 0 w 237744"/>
                        <a:gd name="connsiteY3" fmla="*/ 129635 h 237839"/>
                      </a:gdLst>
                      <a:ahLst/>
                      <a:cxnLst>
                        <a:cxn ang="0">
                          <a:pos x="connsiteX0" y="connsiteY0"/>
                        </a:cxn>
                        <a:cxn ang="0">
                          <a:pos x="connsiteX1" y="connsiteY1"/>
                        </a:cxn>
                        <a:cxn ang="0">
                          <a:pos x="connsiteX2" y="connsiteY2"/>
                        </a:cxn>
                        <a:cxn ang="0">
                          <a:pos x="connsiteX3" y="connsiteY3"/>
                        </a:cxn>
                      </a:cxnLst>
                      <a:rect l="l" t="t" r="r" b="b"/>
                      <a:pathLst>
                        <a:path w="237744" h="237839">
                          <a:moveTo>
                            <a:pt x="108204" y="237839"/>
                          </a:moveTo>
                          <a:lnTo>
                            <a:pt x="237744" y="108204"/>
                          </a:lnTo>
                          <a:lnTo>
                            <a:pt x="129635" y="0"/>
                          </a:lnTo>
                          <a:lnTo>
                            <a:pt x="0" y="129635"/>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7" name="Freeform: Shape 42">
                      <a:extLst>
                        <a:ext uri="{FF2B5EF4-FFF2-40B4-BE49-F238E27FC236}">
                          <a16:creationId xmlns:a16="http://schemas.microsoft.com/office/drawing/2014/main" id="{2AF16EFC-650B-5968-07CC-192C0132CE41}"/>
                        </a:ext>
                      </a:extLst>
                    </p:cNvPr>
                    <p:cNvSpPr/>
                    <p:nvPr/>
                  </p:nvSpPr>
                  <p:spPr>
                    <a:xfrm>
                      <a:off x="3813428" y="3303269"/>
                      <a:ext cx="112013" cy="220122"/>
                    </a:xfrm>
                    <a:custGeom>
                      <a:avLst/>
                      <a:gdLst>
                        <a:gd name="connsiteX0" fmla="*/ 112014 w 112013"/>
                        <a:gd name="connsiteY0" fmla="*/ 108109 h 220122"/>
                        <a:gd name="connsiteX1" fmla="*/ 3810 w 112013"/>
                        <a:gd name="connsiteY1" fmla="*/ 0 h 220122"/>
                        <a:gd name="connsiteX2" fmla="*/ 0 w 112013"/>
                        <a:gd name="connsiteY2" fmla="*/ 3905 h 220122"/>
                        <a:gd name="connsiteX3" fmla="*/ 0 w 112013"/>
                        <a:gd name="connsiteY3" fmla="*/ 220123 h 220122"/>
                      </a:gdLst>
                      <a:ahLst/>
                      <a:cxnLst>
                        <a:cxn ang="0">
                          <a:pos x="connsiteX0" y="connsiteY0"/>
                        </a:cxn>
                        <a:cxn ang="0">
                          <a:pos x="connsiteX1" y="connsiteY1"/>
                        </a:cxn>
                        <a:cxn ang="0">
                          <a:pos x="connsiteX2" y="connsiteY2"/>
                        </a:cxn>
                        <a:cxn ang="0">
                          <a:pos x="connsiteX3" y="connsiteY3"/>
                        </a:cxn>
                      </a:cxnLst>
                      <a:rect l="l" t="t" r="r" b="b"/>
                      <a:pathLst>
                        <a:path w="112013" h="220122">
                          <a:moveTo>
                            <a:pt x="112014" y="108109"/>
                          </a:moveTo>
                          <a:lnTo>
                            <a:pt x="3810" y="0"/>
                          </a:lnTo>
                          <a:lnTo>
                            <a:pt x="0" y="3905"/>
                          </a:lnTo>
                          <a:lnTo>
                            <a:pt x="0" y="220123"/>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8" name="Freeform: Shape 43">
                      <a:extLst>
                        <a:ext uri="{FF2B5EF4-FFF2-40B4-BE49-F238E27FC236}">
                          <a16:creationId xmlns:a16="http://schemas.microsoft.com/office/drawing/2014/main" id="{E36213EE-0753-EC07-4B3A-9C2E5765EDE7}"/>
                        </a:ext>
                      </a:extLst>
                    </p:cNvPr>
                    <p:cNvSpPr/>
                    <p:nvPr/>
                  </p:nvSpPr>
                  <p:spPr>
                    <a:xfrm>
                      <a:off x="4466081" y="3321081"/>
                      <a:ext cx="111918" cy="220218"/>
                    </a:xfrm>
                    <a:custGeom>
                      <a:avLst/>
                      <a:gdLst>
                        <a:gd name="connsiteX0" fmla="*/ 0 w 111918"/>
                        <a:gd name="connsiteY0" fmla="*/ 112014 h 220218"/>
                        <a:gd name="connsiteX1" fmla="*/ 108109 w 111918"/>
                        <a:gd name="connsiteY1" fmla="*/ 220218 h 220218"/>
                        <a:gd name="connsiteX2" fmla="*/ 111919 w 111918"/>
                        <a:gd name="connsiteY2" fmla="*/ 216408 h 220218"/>
                        <a:gd name="connsiteX3" fmla="*/ 111919 w 111918"/>
                        <a:gd name="connsiteY3" fmla="*/ 0 h 220218"/>
                      </a:gdLst>
                      <a:ahLst/>
                      <a:cxnLst>
                        <a:cxn ang="0">
                          <a:pos x="connsiteX0" y="connsiteY0"/>
                        </a:cxn>
                        <a:cxn ang="0">
                          <a:pos x="connsiteX1" y="connsiteY1"/>
                        </a:cxn>
                        <a:cxn ang="0">
                          <a:pos x="connsiteX2" y="connsiteY2"/>
                        </a:cxn>
                        <a:cxn ang="0">
                          <a:pos x="connsiteX3" y="connsiteY3"/>
                        </a:cxn>
                      </a:cxnLst>
                      <a:rect l="l" t="t" r="r" b="b"/>
                      <a:pathLst>
                        <a:path w="111918" h="220218">
                          <a:moveTo>
                            <a:pt x="0" y="112014"/>
                          </a:moveTo>
                          <a:lnTo>
                            <a:pt x="108109" y="220218"/>
                          </a:lnTo>
                          <a:lnTo>
                            <a:pt x="111919" y="216408"/>
                          </a:lnTo>
                          <a:lnTo>
                            <a:pt x="111919" y="0"/>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grpSp>
                <p:nvGrpSpPr>
                  <p:cNvPr id="31" name="Graphic 19">
                    <a:extLst>
                      <a:ext uri="{FF2B5EF4-FFF2-40B4-BE49-F238E27FC236}">
                        <a16:creationId xmlns:a16="http://schemas.microsoft.com/office/drawing/2014/main" id="{2CE213A6-BF7F-E0A9-6354-7C9580316784}"/>
                      </a:ext>
                    </a:extLst>
                  </p:cNvPr>
                  <p:cNvGrpSpPr/>
                  <p:nvPr/>
                </p:nvGrpSpPr>
                <p:grpSpPr>
                  <a:xfrm>
                    <a:off x="3816952" y="3039903"/>
                    <a:ext cx="757333" cy="764571"/>
                    <a:chOff x="3816952" y="3039903"/>
                    <a:chExt cx="757333" cy="764571"/>
                  </a:xfrm>
                  <a:grpFill/>
                </p:grpSpPr>
                <p:sp>
                  <p:nvSpPr>
                    <p:cNvPr id="32" name="Freeform: Shape 28">
                      <a:extLst>
                        <a:ext uri="{FF2B5EF4-FFF2-40B4-BE49-F238E27FC236}">
                          <a16:creationId xmlns:a16="http://schemas.microsoft.com/office/drawing/2014/main" id="{6942A176-B2FD-3F5A-604D-B9F3B0D7D1A4}"/>
                        </a:ext>
                      </a:extLst>
                    </p:cNvPr>
                    <p:cNvSpPr/>
                    <p:nvPr/>
                  </p:nvSpPr>
                  <p:spPr>
                    <a:xfrm>
                      <a:off x="3817333" y="3432714"/>
                      <a:ext cx="237839" cy="238029"/>
                    </a:xfrm>
                    <a:custGeom>
                      <a:avLst/>
                      <a:gdLst>
                        <a:gd name="connsiteX0" fmla="*/ 237839 w 237839"/>
                        <a:gd name="connsiteY0" fmla="*/ 129826 h 238029"/>
                        <a:gd name="connsiteX1" fmla="*/ 108204 w 237839"/>
                        <a:gd name="connsiteY1" fmla="*/ 0 h 238029"/>
                        <a:gd name="connsiteX2" fmla="*/ 0 w 237839"/>
                        <a:gd name="connsiteY2" fmla="*/ 108299 h 238029"/>
                        <a:gd name="connsiteX3" fmla="*/ 129635 w 237839"/>
                        <a:gd name="connsiteY3" fmla="*/ 238030 h 238029"/>
                      </a:gdLst>
                      <a:ahLst/>
                      <a:cxnLst>
                        <a:cxn ang="0">
                          <a:pos x="connsiteX0" y="connsiteY0"/>
                        </a:cxn>
                        <a:cxn ang="0">
                          <a:pos x="connsiteX1" y="connsiteY1"/>
                        </a:cxn>
                        <a:cxn ang="0">
                          <a:pos x="connsiteX2" y="connsiteY2"/>
                        </a:cxn>
                        <a:cxn ang="0">
                          <a:pos x="connsiteX3" y="connsiteY3"/>
                        </a:cxn>
                      </a:cxnLst>
                      <a:rect l="l" t="t" r="r" b="b"/>
                      <a:pathLst>
                        <a:path w="237839" h="238029">
                          <a:moveTo>
                            <a:pt x="237839" y="129826"/>
                          </a:moveTo>
                          <a:lnTo>
                            <a:pt x="108204" y="0"/>
                          </a:lnTo>
                          <a:lnTo>
                            <a:pt x="0" y="108299"/>
                          </a:lnTo>
                          <a:lnTo>
                            <a:pt x="129635" y="238030"/>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4" name="Freeform: Shape 29">
                      <a:extLst>
                        <a:ext uri="{FF2B5EF4-FFF2-40B4-BE49-F238E27FC236}">
                          <a16:creationId xmlns:a16="http://schemas.microsoft.com/office/drawing/2014/main" id="{C89DD1E8-1EB6-2873-CA9E-DC4B5C6FB784}"/>
                        </a:ext>
                      </a:extLst>
                    </p:cNvPr>
                    <p:cNvSpPr/>
                    <p:nvPr/>
                  </p:nvSpPr>
                  <p:spPr>
                    <a:xfrm>
                      <a:off x="4076699" y="3432714"/>
                      <a:ext cx="238029" cy="238029"/>
                    </a:xfrm>
                    <a:custGeom>
                      <a:avLst/>
                      <a:gdLst>
                        <a:gd name="connsiteX0" fmla="*/ 238030 w 238029"/>
                        <a:gd name="connsiteY0" fmla="*/ 129826 h 238029"/>
                        <a:gd name="connsiteX1" fmla="*/ 108299 w 238029"/>
                        <a:gd name="connsiteY1" fmla="*/ 0 h 238029"/>
                        <a:gd name="connsiteX2" fmla="*/ 0 w 238029"/>
                        <a:gd name="connsiteY2" fmla="*/ 108299 h 238029"/>
                        <a:gd name="connsiteX3" fmla="*/ 129826 w 238029"/>
                        <a:gd name="connsiteY3" fmla="*/ 238030 h 238029"/>
                      </a:gdLst>
                      <a:ahLst/>
                      <a:cxnLst>
                        <a:cxn ang="0">
                          <a:pos x="connsiteX0" y="connsiteY0"/>
                        </a:cxn>
                        <a:cxn ang="0">
                          <a:pos x="connsiteX1" y="connsiteY1"/>
                        </a:cxn>
                        <a:cxn ang="0">
                          <a:pos x="connsiteX2" y="connsiteY2"/>
                        </a:cxn>
                        <a:cxn ang="0">
                          <a:pos x="connsiteX3" y="connsiteY3"/>
                        </a:cxn>
                      </a:cxnLst>
                      <a:rect l="l" t="t" r="r" b="b"/>
                      <a:pathLst>
                        <a:path w="238029" h="238029">
                          <a:moveTo>
                            <a:pt x="238030" y="129826"/>
                          </a:moveTo>
                          <a:lnTo>
                            <a:pt x="108299" y="0"/>
                          </a:lnTo>
                          <a:lnTo>
                            <a:pt x="0" y="108299"/>
                          </a:lnTo>
                          <a:lnTo>
                            <a:pt x="129826" y="238030"/>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5" name="Freeform: Shape 30">
                      <a:extLst>
                        <a:ext uri="{FF2B5EF4-FFF2-40B4-BE49-F238E27FC236}">
                          <a16:creationId xmlns:a16="http://schemas.microsoft.com/office/drawing/2014/main" id="{4371BCFF-6737-4BC3-9BB0-A27CA12C1F93}"/>
                        </a:ext>
                      </a:extLst>
                    </p:cNvPr>
                    <p:cNvSpPr/>
                    <p:nvPr/>
                  </p:nvSpPr>
                  <p:spPr>
                    <a:xfrm>
                      <a:off x="3816952" y="3173158"/>
                      <a:ext cx="238029" cy="237839"/>
                    </a:xfrm>
                    <a:custGeom>
                      <a:avLst/>
                      <a:gdLst>
                        <a:gd name="connsiteX0" fmla="*/ 238030 w 238029"/>
                        <a:gd name="connsiteY0" fmla="*/ 129730 h 237839"/>
                        <a:gd name="connsiteX1" fmla="*/ 108299 w 238029"/>
                        <a:gd name="connsiteY1" fmla="*/ 0 h 237839"/>
                        <a:gd name="connsiteX2" fmla="*/ 0 w 238029"/>
                        <a:gd name="connsiteY2" fmla="*/ 108204 h 237839"/>
                        <a:gd name="connsiteX3" fmla="*/ 129826 w 238029"/>
                        <a:gd name="connsiteY3" fmla="*/ 237839 h 237839"/>
                      </a:gdLst>
                      <a:ahLst/>
                      <a:cxnLst>
                        <a:cxn ang="0">
                          <a:pos x="connsiteX0" y="connsiteY0"/>
                        </a:cxn>
                        <a:cxn ang="0">
                          <a:pos x="connsiteX1" y="connsiteY1"/>
                        </a:cxn>
                        <a:cxn ang="0">
                          <a:pos x="connsiteX2" y="connsiteY2"/>
                        </a:cxn>
                        <a:cxn ang="0">
                          <a:pos x="connsiteX3" y="connsiteY3"/>
                        </a:cxn>
                      </a:cxnLst>
                      <a:rect l="l" t="t" r="r" b="b"/>
                      <a:pathLst>
                        <a:path w="238029" h="237839">
                          <a:moveTo>
                            <a:pt x="238030" y="129730"/>
                          </a:moveTo>
                          <a:lnTo>
                            <a:pt x="108299" y="0"/>
                          </a:lnTo>
                          <a:lnTo>
                            <a:pt x="0" y="108204"/>
                          </a:lnTo>
                          <a:lnTo>
                            <a:pt x="129826" y="237839"/>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6" name="Freeform: Shape 31">
                      <a:extLst>
                        <a:ext uri="{FF2B5EF4-FFF2-40B4-BE49-F238E27FC236}">
                          <a16:creationId xmlns:a16="http://schemas.microsoft.com/office/drawing/2014/main" id="{056C2FD3-441A-7001-D003-3EAC307C0B32}"/>
                        </a:ext>
                      </a:extLst>
                    </p:cNvPr>
                    <p:cNvSpPr/>
                    <p:nvPr/>
                  </p:nvSpPr>
                  <p:spPr>
                    <a:xfrm>
                      <a:off x="4336446" y="3432524"/>
                      <a:ext cx="237839" cy="238029"/>
                    </a:xfrm>
                    <a:custGeom>
                      <a:avLst/>
                      <a:gdLst>
                        <a:gd name="connsiteX0" fmla="*/ 237839 w 237839"/>
                        <a:gd name="connsiteY0" fmla="*/ 129730 h 238029"/>
                        <a:gd name="connsiteX1" fmla="*/ 108204 w 237839"/>
                        <a:gd name="connsiteY1" fmla="*/ 0 h 238029"/>
                        <a:gd name="connsiteX2" fmla="*/ 0 w 237839"/>
                        <a:gd name="connsiteY2" fmla="*/ 108204 h 238029"/>
                        <a:gd name="connsiteX3" fmla="*/ 129731 w 237839"/>
                        <a:gd name="connsiteY3" fmla="*/ 238030 h 238029"/>
                      </a:gdLst>
                      <a:ahLst/>
                      <a:cxnLst>
                        <a:cxn ang="0">
                          <a:pos x="connsiteX0" y="connsiteY0"/>
                        </a:cxn>
                        <a:cxn ang="0">
                          <a:pos x="connsiteX1" y="connsiteY1"/>
                        </a:cxn>
                        <a:cxn ang="0">
                          <a:pos x="connsiteX2" y="connsiteY2"/>
                        </a:cxn>
                        <a:cxn ang="0">
                          <a:pos x="connsiteX3" y="connsiteY3"/>
                        </a:cxn>
                      </a:cxnLst>
                      <a:rect l="l" t="t" r="r" b="b"/>
                      <a:pathLst>
                        <a:path w="237839" h="238029">
                          <a:moveTo>
                            <a:pt x="237839" y="129730"/>
                          </a:moveTo>
                          <a:lnTo>
                            <a:pt x="108204" y="0"/>
                          </a:lnTo>
                          <a:lnTo>
                            <a:pt x="0" y="108204"/>
                          </a:lnTo>
                          <a:lnTo>
                            <a:pt x="129731" y="238030"/>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7" name="Freeform: Shape 32">
                      <a:extLst>
                        <a:ext uri="{FF2B5EF4-FFF2-40B4-BE49-F238E27FC236}">
                          <a16:creationId xmlns:a16="http://schemas.microsoft.com/office/drawing/2014/main" id="{D4A444E5-B1B4-0427-F7FB-CF19774C3F73}"/>
                        </a:ext>
                      </a:extLst>
                    </p:cNvPr>
                    <p:cNvSpPr/>
                    <p:nvPr/>
                  </p:nvSpPr>
                  <p:spPr>
                    <a:xfrm>
                      <a:off x="4076985" y="3173158"/>
                      <a:ext cx="237934" cy="237839"/>
                    </a:xfrm>
                    <a:custGeom>
                      <a:avLst/>
                      <a:gdLst>
                        <a:gd name="connsiteX0" fmla="*/ 237935 w 237934"/>
                        <a:gd name="connsiteY0" fmla="*/ 129730 h 237839"/>
                        <a:gd name="connsiteX1" fmla="*/ 108299 w 237934"/>
                        <a:gd name="connsiteY1" fmla="*/ 0 h 237839"/>
                        <a:gd name="connsiteX2" fmla="*/ 0 w 237934"/>
                        <a:gd name="connsiteY2" fmla="*/ 108204 h 237839"/>
                        <a:gd name="connsiteX3" fmla="*/ 129731 w 237934"/>
                        <a:gd name="connsiteY3" fmla="*/ 237839 h 237839"/>
                      </a:gdLst>
                      <a:ahLst/>
                      <a:cxnLst>
                        <a:cxn ang="0">
                          <a:pos x="connsiteX0" y="connsiteY0"/>
                        </a:cxn>
                        <a:cxn ang="0">
                          <a:pos x="connsiteX1" y="connsiteY1"/>
                        </a:cxn>
                        <a:cxn ang="0">
                          <a:pos x="connsiteX2" y="connsiteY2"/>
                        </a:cxn>
                        <a:cxn ang="0">
                          <a:pos x="connsiteX3" y="connsiteY3"/>
                        </a:cxn>
                      </a:cxnLst>
                      <a:rect l="l" t="t" r="r" b="b"/>
                      <a:pathLst>
                        <a:path w="237934" h="237839">
                          <a:moveTo>
                            <a:pt x="237935" y="129730"/>
                          </a:moveTo>
                          <a:lnTo>
                            <a:pt x="108299" y="0"/>
                          </a:lnTo>
                          <a:lnTo>
                            <a:pt x="0" y="108204"/>
                          </a:lnTo>
                          <a:lnTo>
                            <a:pt x="129731" y="237839"/>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8" name="Freeform: Shape 33">
                      <a:extLst>
                        <a:ext uri="{FF2B5EF4-FFF2-40B4-BE49-F238E27FC236}">
                          <a16:creationId xmlns:a16="http://schemas.microsoft.com/office/drawing/2014/main" id="{0C85C35F-FA86-729B-CAA7-43F1393B711A}"/>
                        </a:ext>
                      </a:extLst>
                    </p:cNvPr>
                    <p:cNvSpPr/>
                    <p:nvPr/>
                  </p:nvSpPr>
                  <p:spPr>
                    <a:xfrm>
                      <a:off x="4336160" y="3173444"/>
                      <a:ext cx="238029" cy="237744"/>
                    </a:xfrm>
                    <a:custGeom>
                      <a:avLst/>
                      <a:gdLst>
                        <a:gd name="connsiteX0" fmla="*/ 238030 w 238029"/>
                        <a:gd name="connsiteY0" fmla="*/ 129731 h 237744"/>
                        <a:gd name="connsiteX1" fmla="*/ 108299 w 238029"/>
                        <a:gd name="connsiteY1" fmla="*/ 0 h 237744"/>
                        <a:gd name="connsiteX2" fmla="*/ 0 w 238029"/>
                        <a:gd name="connsiteY2" fmla="*/ 108109 h 237744"/>
                        <a:gd name="connsiteX3" fmla="*/ 129826 w 238029"/>
                        <a:gd name="connsiteY3" fmla="*/ 237744 h 237744"/>
                      </a:gdLst>
                      <a:ahLst/>
                      <a:cxnLst>
                        <a:cxn ang="0">
                          <a:pos x="connsiteX0" y="connsiteY0"/>
                        </a:cxn>
                        <a:cxn ang="0">
                          <a:pos x="connsiteX1" y="connsiteY1"/>
                        </a:cxn>
                        <a:cxn ang="0">
                          <a:pos x="connsiteX2" y="connsiteY2"/>
                        </a:cxn>
                        <a:cxn ang="0">
                          <a:pos x="connsiteX3" y="connsiteY3"/>
                        </a:cxn>
                      </a:cxnLst>
                      <a:rect l="l" t="t" r="r" b="b"/>
                      <a:pathLst>
                        <a:path w="238029" h="237744">
                          <a:moveTo>
                            <a:pt x="238030" y="129731"/>
                          </a:moveTo>
                          <a:lnTo>
                            <a:pt x="108299" y="0"/>
                          </a:lnTo>
                          <a:lnTo>
                            <a:pt x="0" y="108109"/>
                          </a:lnTo>
                          <a:lnTo>
                            <a:pt x="129826" y="237744"/>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39" name="Freeform: Shape 34">
                      <a:extLst>
                        <a:ext uri="{FF2B5EF4-FFF2-40B4-BE49-F238E27FC236}">
                          <a16:creationId xmlns:a16="http://schemas.microsoft.com/office/drawing/2014/main" id="{60F9F395-BF13-3864-CF78-4DB445EC66C1}"/>
                        </a:ext>
                      </a:extLst>
                    </p:cNvPr>
                    <p:cNvSpPr/>
                    <p:nvPr/>
                  </p:nvSpPr>
                  <p:spPr>
                    <a:xfrm>
                      <a:off x="4094511" y="3039903"/>
                      <a:ext cx="220122" cy="112014"/>
                    </a:xfrm>
                    <a:custGeom>
                      <a:avLst/>
                      <a:gdLst>
                        <a:gd name="connsiteX0" fmla="*/ 111919 w 220122"/>
                        <a:gd name="connsiteY0" fmla="*/ 112014 h 112014"/>
                        <a:gd name="connsiteX1" fmla="*/ 220123 w 220122"/>
                        <a:gd name="connsiteY1" fmla="*/ 3715 h 112014"/>
                        <a:gd name="connsiteX2" fmla="*/ 216313 w 220122"/>
                        <a:gd name="connsiteY2" fmla="*/ 0 h 112014"/>
                        <a:gd name="connsiteX3" fmla="*/ 0 w 220122"/>
                        <a:gd name="connsiteY3" fmla="*/ 0 h 112014"/>
                      </a:gdLst>
                      <a:ahLst/>
                      <a:cxnLst>
                        <a:cxn ang="0">
                          <a:pos x="connsiteX0" y="connsiteY0"/>
                        </a:cxn>
                        <a:cxn ang="0">
                          <a:pos x="connsiteX1" y="connsiteY1"/>
                        </a:cxn>
                        <a:cxn ang="0">
                          <a:pos x="connsiteX2" y="connsiteY2"/>
                        </a:cxn>
                        <a:cxn ang="0">
                          <a:pos x="connsiteX3" y="connsiteY3"/>
                        </a:cxn>
                      </a:cxnLst>
                      <a:rect l="l" t="t" r="r" b="b"/>
                      <a:pathLst>
                        <a:path w="220122" h="112014">
                          <a:moveTo>
                            <a:pt x="111919" y="112014"/>
                          </a:moveTo>
                          <a:lnTo>
                            <a:pt x="220123" y="3715"/>
                          </a:lnTo>
                          <a:lnTo>
                            <a:pt x="216313" y="0"/>
                          </a:lnTo>
                          <a:lnTo>
                            <a:pt x="0" y="0"/>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40" name="Freeform: Shape 35">
                      <a:extLst>
                        <a:ext uri="{FF2B5EF4-FFF2-40B4-BE49-F238E27FC236}">
                          <a16:creationId xmlns:a16="http://schemas.microsoft.com/office/drawing/2014/main" id="{B22E940B-9E69-38B4-7ADA-A70A0BF4AC36}"/>
                        </a:ext>
                      </a:extLst>
                    </p:cNvPr>
                    <p:cNvSpPr/>
                    <p:nvPr/>
                  </p:nvSpPr>
                  <p:spPr>
                    <a:xfrm>
                      <a:off x="4076604" y="3692556"/>
                      <a:ext cx="220122" cy="111918"/>
                    </a:xfrm>
                    <a:custGeom>
                      <a:avLst/>
                      <a:gdLst>
                        <a:gd name="connsiteX0" fmla="*/ 108204 w 220122"/>
                        <a:gd name="connsiteY0" fmla="*/ 0 h 111918"/>
                        <a:gd name="connsiteX1" fmla="*/ 0 w 220122"/>
                        <a:gd name="connsiteY1" fmla="*/ 108109 h 111918"/>
                        <a:gd name="connsiteX2" fmla="*/ 3810 w 220122"/>
                        <a:gd name="connsiteY2" fmla="*/ 111919 h 111918"/>
                        <a:gd name="connsiteX3" fmla="*/ 220123 w 220122"/>
                        <a:gd name="connsiteY3" fmla="*/ 111919 h 111918"/>
                      </a:gdLst>
                      <a:ahLst/>
                      <a:cxnLst>
                        <a:cxn ang="0">
                          <a:pos x="connsiteX0" y="connsiteY0"/>
                        </a:cxn>
                        <a:cxn ang="0">
                          <a:pos x="connsiteX1" y="connsiteY1"/>
                        </a:cxn>
                        <a:cxn ang="0">
                          <a:pos x="connsiteX2" y="connsiteY2"/>
                        </a:cxn>
                        <a:cxn ang="0">
                          <a:pos x="connsiteX3" y="connsiteY3"/>
                        </a:cxn>
                      </a:cxnLst>
                      <a:rect l="l" t="t" r="r" b="b"/>
                      <a:pathLst>
                        <a:path w="220122" h="111918">
                          <a:moveTo>
                            <a:pt x="108204" y="0"/>
                          </a:moveTo>
                          <a:lnTo>
                            <a:pt x="0" y="108109"/>
                          </a:lnTo>
                          <a:lnTo>
                            <a:pt x="3810" y="111919"/>
                          </a:lnTo>
                          <a:lnTo>
                            <a:pt x="220123" y="111919"/>
                          </a:lnTo>
                          <a:close/>
                        </a:path>
                      </a:pathLst>
                    </a:custGeom>
                    <a:grp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grpSp>
          </p:grpSp>
          <p:grpSp>
            <p:nvGrpSpPr>
              <p:cNvPr id="17" name="Group 16">
                <a:extLst>
                  <a:ext uri="{FF2B5EF4-FFF2-40B4-BE49-F238E27FC236}">
                    <a16:creationId xmlns:a16="http://schemas.microsoft.com/office/drawing/2014/main" id="{4B420357-F1F6-E288-5644-B85687365873}"/>
                  </a:ext>
                </a:extLst>
              </p:cNvPr>
              <p:cNvGrpSpPr/>
              <p:nvPr/>
            </p:nvGrpSpPr>
            <p:grpSpPr>
              <a:xfrm>
                <a:off x="751861" y="4313143"/>
                <a:ext cx="462643" cy="121129"/>
                <a:chOff x="916860" y="4313143"/>
                <a:chExt cx="538791" cy="141066"/>
              </a:xfrm>
            </p:grpSpPr>
            <p:sp>
              <p:nvSpPr>
                <p:cNvPr id="24" name="Freeform: Shape 22">
                  <a:extLst>
                    <a:ext uri="{FF2B5EF4-FFF2-40B4-BE49-F238E27FC236}">
                      <a16:creationId xmlns:a16="http://schemas.microsoft.com/office/drawing/2014/main" id="{365BAA36-0FCA-0A64-8952-5BE9C8F70294}"/>
                    </a:ext>
                  </a:extLst>
                </p:cNvPr>
                <p:cNvSpPr/>
                <p:nvPr/>
              </p:nvSpPr>
              <p:spPr>
                <a:xfrm>
                  <a:off x="916860" y="4327727"/>
                  <a:ext cx="538791" cy="126482"/>
                </a:xfrm>
                <a:custGeom>
                  <a:avLst/>
                  <a:gdLst>
                    <a:gd name="connsiteX0" fmla="*/ 1402185 w 3302819"/>
                    <a:gd name="connsiteY0" fmla="*/ 284740 h 775354"/>
                    <a:gd name="connsiteX1" fmla="*/ 1250213 w 3302819"/>
                    <a:gd name="connsiteY1" fmla="*/ 771239 h 775354"/>
                    <a:gd name="connsiteX2" fmla="*/ 1094661 w 3302819"/>
                    <a:gd name="connsiteY2" fmla="*/ 771239 h 775354"/>
                    <a:gd name="connsiteX3" fmla="*/ 942689 w 3302819"/>
                    <a:gd name="connsiteY3" fmla="*/ 284740 h 775354"/>
                    <a:gd name="connsiteX4" fmla="*/ 1071734 w 3302819"/>
                    <a:gd name="connsiteY4" fmla="*/ 284740 h 775354"/>
                    <a:gd name="connsiteX5" fmla="*/ 1129160 w 3302819"/>
                    <a:gd name="connsiteY5" fmla="*/ 481146 h 775354"/>
                    <a:gd name="connsiteX6" fmla="*/ 1172461 w 3302819"/>
                    <a:gd name="connsiteY6" fmla="*/ 657225 h 775354"/>
                    <a:gd name="connsiteX7" fmla="*/ 1179519 w 3302819"/>
                    <a:gd name="connsiteY7" fmla="*/ 657225 h 775354"/>
                    <a:gd name="connsiteX8" fmla="*/ 1222820 w 3302819"/>
                    <a:gd name="connsiteY8" fmla="*/ 481194 h 775354"/>
                    <a:gd name="connsiteX9" fmla="*/ 1278503 w 3302819"/>
                    <a:gd name="connsiteY9" fmla="*/ 284740 h 775354"/>
                    <a:gd name="connsiteX10" fmla="*/ 1638710 w 3302819"/>
                    <a:gd name="connsiteY10" fmla="*/ 771192 h 775354"/>
                    <a:gd name="connsiteX11" fmla="*/ 1752248 w 3302819"/>
                    <a:gd name="connsiteY11" fmla="*/ 750818 h 775354"/>
                    <a:gd name="connsiteX12" fmla="*/ 1833124 w 3302819"/>
                    <a:gd name="connsiteY12" fmla="*/ 694106 h 775354"/>
                    <a:gd name="connsiteX13" fmla="*/ 1767745 w 3302819"/>
                    <a:gd name="connsiteY13" fmla="*/ 612581 h 775354"/>
                    <a:gd name="connsiteX14" fmla="*/ 1720015 w 3302819"/>
                    <a:gd name="connsiteY14" fmla="*/ 651634 h 775354"/>
                    <a:gd name="connsiteX15" fmla="*/ 1653750 w 3302819"/>
                    <a:gd name="connsiteY15" fmla="*/ 667826 h 775354"/>
                    <a:gd name="connsiteX16" fmla="*/ 1575968 w 3302819"/>
                    <a:gd name="connsiteY16" fmla="*/ 641109 h 775354"/>
                    <a:gd name="connsiteX17" fmla="*/ 1551203 w 3302819"/>
                    <a:gd name="connsiteY17" fmla="*/ 568814 h 775354"/>
                    <a:gd name="connsiteX18" fmla="*/ 1551203 w 3302819"/>
                    <a:gd name="connsiteY18" fmla="*/ 561727 h 775354"/>
                    <a:gd name="connsiteX19" fmla="*/ 1849088 w 3302819"/>
                    <a:gd name="connsiteY19" fmla="*/ 561727 h 775354"/>
                    <a:gd name="connsiteX20" fmla="*/ 1849088 w 3302819"/>
                    <a:gd name="connsiteY20" fmla="*/ 522846 h 775354"/>
                    <a:gd name="connsiteX21" fmla="*/ 1837163 w 3302819"/>
                    <a:gd name="connsiteY21" fmla="*/ 433140 h 775354"/>
                    <a:gd name="connsiteX22" fmla="*/ 1799168 w 3302819"/>
                    <a:gd name="connsiteY22" fmla="*/ 357588 h 775354"/>
                    <a:gd name="connsiteX23" fmla="*/ 1732007 w 3302819"/>
                    <a:gd name="connsiteY23" fmla="*/ 305438 h 775354"/>
                    <a:gd name="connsiteX24" fmla="*/ 1633452 w 3302819"/>
                    <a:gd name="connsiteY24" fmla="*/ 286036 h 775354"/>
                    <a:gd name="connsiteX25" fmla="*/ 1540669 w 3302819"/>
                    <a:gd name="connsiteY25" fmla="*/ 303286 h 775354"/>
                    <a:gd name="connsiteX26" fmla="*/ 1472175 w 3302819"/>
                    <a:gd name="connsiteY26" fmla="*/ 352320 h 775354"/>
                    <a:gd name="connsiteX27" fmla="*/ 1430141 w 3302819"/>
                    <a:gd name="connsiteY27" fmla="*/ 428768 h 775354"/>
                    <a:gd name="connsiteX28" fmla="*/ 1416006 w 3302819"/>
                    <a:gd name="connsiteY28" fmla="*/ 528161 h 775354"/>
                    <a:gd name="connsiteX29" fmla="*/ 1430579 w 3302819"/>
                    <a:gd name="connsiteY29" fmla="*/ 628869 h 775354"/>
                    <a:gd name="connsiteX30" fmla="*/ 1473899 w 3302819"/>
                    <a:gd name="connsiteY30" fmla="*/ 705317 h 775354"/>
                    <a:gd name="connsiteX31" fmla="*/ 1544136 w 3302819"/>
                    <a:gd name="connsiteY31" fmla="*/ 753951 h 775354"/>
                    <a:gd name="connsiteX32" fmla="*/ 1638700 w 3302819"/>
                    <a:gd name="connsiteY32" fmla="*/ 771192 h 775354"/>
                    <a:gd name="connsiteX33" fmla="*/ 1636062 w 3302819"/>
                    <a:gd name="connsiteY33" fmla="*/ 382353 h 775354"/>
                    <a:gd name="connsiteX34" fmla="*/ 1694831 w 3302819"/>
                    <a:gd name="connsiteY34" fmla="*/ 408422 h 775354"/>
                    <a:gd name="connsiteX35" fmla="*/ 1713881 w 3302819"/>
                    <a:gd name="connsiteY35" fmla="*/ 476917 h 775354"/>
                    <a:gd name="connsiteX36" fmla="*/ 1713881 w 3302819"/>
                    <a:gd name="connsiteY36" fmla="*/ 484870 h 775354"/>
                    <a:gd name="connsiteX37" fmla="*/ 1551213 w 3302819"/>
                    <a:gd name="connsiteY37" fmla="*/ 484870 h 775354"/>
                    <a:gd name="connsiteX38" fmla="*/ 1551213 w 3302819"/>
                    <a:gd name="connsiteY38" fmla="*/ 477812 h 775354"/>
                    <a:gd name="connsiteX39" fmla="*/ 1573749 w 3302819"/>
                    <a:gd name="connsiteY39" fmla="*/ 408432 h 775354"/>
                    <a:gd name="connsiteX40" fmla="*/ 1636042 w 3302819"/>
                    <a:gd name="connsiteY40" fmla="*/ 382362 h 775354"/>
                    <a:gd name="connsiteX41" fmla="*/ 2115655 w 3302819"/>
                    <a:gd name="connsiteY41" fmla="*/ 771173 h 775354"/>
                    <a:gd name="connsiteX42" fmla="*/ 2232755 w 3302819"/>
                    <a:gd name="connsiteY42" fmla="*/ 740235 h 775354"/>
                    <a:gd name="connsiteX43" fmla="*/ 2303888 w 3302819"/>
                    <a:gd name="connsiteY43" fmla="*/ 643080 h 775354"/>
                    <a:gd name="connsiteX44" fmla="*/ 2202266 w 3302819"/>
                    <a:gd name="connsiteY44" fmla="*/ 598894 h 775354"/>
                    <a:gd name="connsiteX45" fmla="*/ 2171786 w 3302819"/>
                    <a:gd name="connsiteY45" fmla="*/ 648824 h 775354"/>
                    <a:gd name="connsiteX46" fmla="*/ 2115655 w 3302819"/>
                    <a:gd name="connsiteY46" fmla="*/ 667817 h 775354"/>
                    <a:gd name="connsiteX47" fmla="*/ 2055562 w 3302819"/>
                    <a:gd name="connsiteY47" fmla="*/ 642185 h 775354"/>
                    <a:gd name="connsiteX48" fmla="*/ 2035254 w 3302819"/>
                    <a:gd name="connsiteY48" fmla="*/ 572386 h 775354"/>
                    <a:gd name="connsiteX49" fmla="*/ 2035254 w 3302819"/>
                    <a:gd name="connsiteY49" fmla="*/ 485737 h 775354"/>
                    <a:gd name="connsiteX50" fmla="*/ 2055562 w 3302819"/>
                    <a:gd name="connsiteY50" fmla="*/ 415481 h 775354"/>
                    <a:gd name="connsiteX51" fmla="*/ 2115655 w 3302819"/>
                    <a:gd name="connsiteY51" fmla="*/ 389411 h 775354"/>
                    <a:gd name="connsiteX52" fmla="*/ 2169538 w 3302819"/>
                    <a:gd name="connsiteY52" fmla="*/ 407975 h 775354"/>
                    <a:gd name="connsiteX53" fmla="*/ 2195170 w 3302819"/>
                    <a:gd name="connsiteY53" fmla="*/ 453038 h 775354"/>
                    <a:gd name="connsiteX54" fmla="*/ 2301240 w 3302819"/>
                    <a:gd name="connsiteY54" fmla="*/ 407079 h 775354"/>
                    <a:gd name="connsiteX55" fmla="*/ 2233613 w 3302819"/>
                    <a:gd name="connsiteY55" fmla="*/ 317840 h 775354"/>
                    <a:gd name="connsiteX56" fmla="*/ 2115636 w 3302819"/>
                    <a:gd name="connsiteY56" fmla="*/ 286026 h 775354"/>
                    <a:gd name="connsiteX57" fmla="*/ 2022843 w 3302819"/>
                    <a:gd name="connsiteY57" fmla="*/ 302809 h 775354"/>
                    <a:gd name="connsiteX58" fmla="*/ 1954816 w 3302819"/>
                    <a:gd name="connsiteY58" fmla="*/ 351387 h 775354"/>
                    <a:gd name="connsiteX59" fmla="*/ 1913277 w 3302819"/>
                    <a:gd name="connsiteY59" fmla="*/ 427834 h 775354"/>
                    <a:gd name="connsiteX60" fmla="*/ 1899123 w 3302819"/>
                    <a:gd name="connsiteY60" fmla="*/ 528133 h 775354"/>
                    <a:gd name="connsiteX61" fmla="*/ 1913277 w 3302819"/>
                    <a:gd name="connsiteY61" fmla="*/ 628879 h 775354"/>
                    <a:gd name="connsiteX62" fmla="*/ 1954816 w 3302819"/>
                    <a:gd name="connsiteY62" fmla="*/ 705326 h 775354"/>
                    <a:gd name="connsiteX63" fmla="*/ 2022843 w 3302819"/>
                    <a:gd name="connsiteY63" fmla="*/ 753904 h 775354"/>
                    <a:gd name="connsiteX64" fmla="*/ 2115636 w 3302819"/>
                    <a:gd name="connsiteY64" fmla="*/ 771144 h 775354"/>
                    <a:gd name="connsiteX65" fmla="*/ 2621842 w 3302819"/>
                    <a:gd name="connsiteY65" fmla="*/ 771258 h 775354"/>
                    <a:gd name="connsiteX66" fmla="*/ 2621842 w 3302819"/>
                    <a:gd name="connsiteY66" fmla="*/ 667836 h 775354"/>
                    <a:gd name="connsiteX67" fmla="*/ 2529954 w 3302819"/>
                    <a:gd name="connsiteY67" fmla="*/ 667836 h 775354"/>
                    <a:gd name="connsiteX68" fmla="*/ 2529954 w 3302819"/>
                    <a:gd name="connsiteY68" fmla="*/ 391611 h 775354"/>
                    <a:gd name="connsiteX69" fmla="*/ 2621842 w 3302819"/>
                    <a:gd name="connsiteY69" fmla="*/ 391611 h 775354"/>
                    <a:gd name="connsiteX70" fmla="*/ 2621842 w 3302819"/>
                    <a:gd name="connsiteY70" fmla="*/ 288141 h 775354"/>
                    <a:gd name="connsiteX71" fmla="*/ 2529954 w 3302819"/>
                    <a:gd name="connsiteY71" fmla="*/ 288141 h 775354"/>
                    <a:gd name="connsiteX72" fmla="*/ 2529954 w 3302819"/>
                    <a:gd name="connsiteY72" fmla="*/ 171145 h 775354"/>
                    <a:gd name="connsiteX73" fmla="*/ 2412416 w 3302819"/>
                    <a:gd name="connsiteY73" fmla="*/ 171145 h 775354"/>
                    <a:gd name="connsiteX74" fmla="*/ 2412416 w 3302819"/>
                    <a:gd name="connsiteY74" fmla="*/ 237820 h 775354"/>
                    <a:gd name="connsiteX75" fmla="*/ 2402719 w 3302819"/>
                    <a:gd name="connsiteY75" fmla="*/ 275139 h 775354"/>
                    <a:gd name="connsiteX76" fmla="*/ 2366524 w 3302819"/>
                    <a:gd name="connsiteY76" fmla="*/ 288188 h 775354"/>
                    <a:gd name="connsiteX77" fmla="*/ 2333720 w 3302819"/>
                    <a:gd name="connsiteY77" fmla="*/ 288188 h 775354"/>
                    <a:gd name="connsiteX78" fmla="*/ 2333720 w 3302819"/>
                    <a:gd name="connsiteY78" fmla="*/ 391611 h 775354"/>
                    <a:gd name="connsiteX79" fmla="*/ 2399119 w 3302819"/>
                    <a:gd name="connsiteY79" fmla="*/ 391611 h 775354"/>
                    <a:gd name="connsiteX80" fmla="*/ 2399119 w 3302819"/>
                    <a:gd name="connsiteY80" fmla="*/ 633613 h 775354"/>
                    <a:gd name="connsiteX81" fmla="*/ 2434028 w 3302819"/>
                    <a:gd name="connsiteY81" fmla="*/ 736206 h 775354"/>
                    <a:gd name="connsiteX82" fmla="*/ 2536984 w 3302819"/>
                    <a:gd name="connsiteY82" fmla="*/ 771315 h 775354"/>
                    <a:gd name="connsiteX83" fmla="*/ 2775490 w 3302819"/>
                    <a:gd name="connsiteY83" fmla="*/ 249469 h 775354"/>
                    <a:gd name="connsiteX84" fmla="*/ 2833383 w 3302819"/>
                    <a:gd name="connsiteY84" fmla="*/ 231057 h 775354"/>
                    <a:gd name="connsiteX85" fmla="*/ 2851480 w 3302819"/>
                    <a:gd name="connsiteY85" fmla="*/ 183975 h 775354"/>
                    <a:gd name="connsiteX86" fmla="*/ 2851480 w 3302819"/>
                    <a:gd name="connsiteY86" fmla="*/ 164259 h 775354"/>
                    <a:gd name="connsiteX87" fmla="*/ 2833383 w 3302819"/>
                    <a:gd name="connsiteY87" fmla="*/ 117177 h 775354"/>
                    <a:gd name="connsiteX88" fmla="*/ 2775490 w 3302819"/>
                    <a:gd name="connsiteY88" fmla="*/ 98765 h 775354"/>
                    <a:gd name="connsiteX89" fmla="*/ 2717606 w 3302819"/>
                    <a:gd name="connsiteY89" fmla="*/ 117177 h 775354"/>
                    <a:gd name="connsiteX90" fmla="*/ 2699509 w 3302819"/>
                    <a:gd name="connsiteY90" fmla="*/ 164259 h 775354"/>
                    <a:gd name="connsiteX91" fmla="*/ 2699509 w 3302819"/>
                    <a:gd name="connsiteY91" fmla="*/ 183975 h 775354"/>
                    <a:gd name="connsiteX92" fmla="*/ 2717606 w 3302819"/>
                    <a:gd name="connsiteY92" fmla="*/ 231057 h 775354"/>
                    <a:gd name="connsiteX93" fmla="*/ 2775490 w 3302819"/>
                    <a:gd name="connsiteY93" fmla="*/ 249469 h 775354"/>
                    <a:gd name="connsiteX94" fmla="*/ 2710129 w 3302819"/>
                    <a:gd name="connsiteY94" fmla="*/ 771192 h 775354"/>
                    <a:gd name="connsiteX95" fmla="*/ 2840898 w 3302819"/>
                    <a:gd name="connsiteY95" fmla="*/ 771192 h 775354"/>
                    <a:gd name="connsiteX96" fmla="*/ 2840898 w 3302819"/>
                    <a:gd name="connsiteY96" fmla="*/ 285998 h 775354"/>
                    <a:gd name="connsiteX97" fmla="*/ 2710101 w 3302819"/>
                    <a:gd name="connsiteY97" fmla="*/ 285998 h 775354"/>
                    <a:gd name="connsiteX98" fmla="*/ 3103969 w 3302819"/>
                    <a:gd name="connsiteY98" fmla="*/ 771135 h 775354"/>
                    <a:gd name="connsiteX99" fmla="*/ 3185713 w 3302819"/>
                    <a:gd name="connsiteY99" fmla="*/ 759647 h 775354"/>
                    <a:gd name="connsiteX100" fmla="*/ 3248444 w 3302819"/>
                    <a:gd name="connsiteY100" fmla="*/ 727386 h 775354"/>
                    <a:gd name="connsiteX101" fmla="*/ 3288659 w 3302819"/>
                    <a:gd name="connsiteY101" fmla="*/ 678351 h 775354"/>
                    <a:gd name="connsiteX102" fmla="*/ 3302813 w 3302819"/>
                    <a:gd name="connsiteY102" fmla="*/ 616496 h 775354"/>
                    <a:gd name="connsiteX103" fmla="*/ 3149927 w 3302819"/>
                    <a:gd name="connsiteY103" fmla="*/ 476869 h 775354"/>
                    <a:gd name="connsiteX104" fmla="*/ 3097768 w 3302819"/>
                    <a:gd name="connsiteY104" fmla="*/ 469802 h 775354"/>
                    <a:gd name="connsiteX105" fmla="*/ 3059325 w 3302819"/>
                    <a:gd name="connsiteY105" fmla="*/ 455228 h 775354"/>
                    <a:gd name="connsiteX106" fmla="*/ 3049172 w 3302819"/>
                    <a:gd name="connsiteY106" fmla="*/ 426501 h 775354"/>
                    <a:gd name="connsiteX107" fmla="*/ 3063307 w 3302819"/>
                    <a:gd name="connsiteY107" fmla="*/ 398221 h 775354"/>
                    <a:gd name="connsiteX108" fmla="*/ 3111036 w 3302819"/>
                    <a:gd name="connsiteY108" fmla="*/ 387601 h 775354"/>
                    <a:gd name="connsiteX109" fmla="*/ 3168015 w 3302819"/>
                    <a:gd name="connsiteY109" fmla="*/ 400469 h 775354"/>
                    <a:gd name="connsiteX110" fmla="*/ 3217935 w 3302819"/>
                    <a:gd name="connsiteY110" fmla="*/ 435388 h 775354"/>
                    <a:gd name="connsiteX111" fmla="*/ 3293059 w 3302819"/>
                    <a:gd name="connsiteY111" fmla="*/ 358492 h 775354"/>
                    <a:gd name="connsiteX112" fmla="*/ 3257274 w 3302819"/>
                    <a:gd name="connsiteY112" fmla="*/ 328012 h 775354"/>
                    <a:gd name="connsiteX113" fmla="*/ 3217498 w 3302819"/>
                    <a:gd name="connsiteY113" fmla="*/ 305048 h 775354"/>
                    <a:gd name="connsiteX114" fmla="*/ 3167920 w 3302819"/>
                    <a:gd name="connsiteY114" fmla="*/ 290884 h 775354"/>
                    <a:gd name="connsiteX115" fmla="*/ 3103846 w 3302819"/>
                    <a:gd name="connsiteY115" fmla="*/ 286036 h 775354"/>
                    <a:gd name="connsiteX116" fmla="*/ 3029170 w 3302819"/>
                    <a:gd name="connsiteY116" fmla="*/ 297085 h 775354"/>
                    <a:gd name="connsiteX117" fmla="*/ 2972610 w 3302819"/>
                    <a:gd name="connsiteY117" fmla="*/ 328003 h 775354"/>
                    <a:gd name="connsiteX118" fmla="*/ 2936415 w 3302819"/>
                    <a:gd name="connsiteY118" fmla="*/ 375733 h 775354"/>
                    <a:gd name="connsiteX119" fmla="*/ 2923595 w 3302819"/>
                    <a:gd name="connsiteY119" fmla="*/ 437159 h 775354"/>
                    <a:gd name="connsiteX120" fmla="*/ 3080014 w 3302819"/>
                    <a:gd name="connsiteY120" fmla="*/ 580320 h 775354"/>
                    <a:gd name="connsiteX121" fmla="*/ 3130382 w 3302819"/>
                    <a:gd name="connsiteY121" fmla="*/ 586511 h 775354"/>
                    <a:gd name="connsiteX122" fmla="*/ 3177226 w 3302819"/>
                    <a:gd name="connsiteY122" fmla="*/ 625392 h 775354"/>
                    <a:gd name="connsiteX123" fmla="*/ 3162195 w 3302819"/>
                    <a:gd name="connsiteY123" fmla="*/ 657644 h 775354"/>
                    <a:gd name="connsiteX124" fmla="*/ 3108312 w 3302819"/>
                    <a:gd name="connsiteY124" fmla="*/ 669569 h 775354"/>
                    <a:gd name="connsiteX125" fmla="*/ 3040266 w 3302819"/>
                    <a:gd name="connsiteY125" fmla="*/ 653663 h 775354"/>
                    <a:gd name="connsiteX126" fmla="*/ 2985478 w 3302819"/>
                    <a:gd name="connsiteY126" fmla="*/ 610362 h 775354"/>
                    <a:gd name="connsiteX127" fmla="*/ 2908583 w 3302819"/>
                    <a:gd name="connsiteY127" fmla="*/ 688124 h 775354"/>
                    <a:gd name="connsiteX128" fmla="*/ 2990774 w 3302819"/>
                    <a:gd name="connsiteY128" fmla="*/ 749560 h 775354"/>
                    <a:gd name="connsiteX129" fmla="*/ 3103941 w 3302819"/>
                    <a:gd name="connsiteY129" fmla="*/ 771201 h 775354"/>
                    <a:gd name="connsiteX130" fmla="*/ 854593 w 3302819"/>
                    <a:gd name="connsiteY130" fmla="*/ 284407 h 775354"/>
                    <a:gd name="connsiteX131" fmla="*/ 452371 w 3302819"/>
                    <a:gd name="connsiteY131" fmla="*/ 284407 h 775354"/>
                    <a:gd name="connsiteX132" fmla="*/ 452371 w 3302819"/>
                    <a:gd name="connsiteY132" fmla="*/ 284407 h 775354"/>
                    <a:gd name="connsiteX133" fmla="*/ 360931 w 3302819"/>
                    <a:gd name="connsiteY133" fmla="*/ 284407 h 775354"/>
                    <a:gd name="connsiteX134" fmla="*/ 360931 w 3302819"/>
                    <a:gd name="connsiteY134" fmla="*/ 192967 h 775354"/>
                    <a:gd name="connsiteX135" fmla="*/ 167964 w 3302819"/>
                    <a:gd name="connsiteY135" fmla="*/ 0 h 775354"/>
                    <a:gd name="connsiteX136" fmla="*/ 79229 w 3302819"/>
                    <a:gd name="connsiteY136" fmla="*/ 88725 h 775354"/>
                    <a:gd name="connsiteX137" fmla="*/ 274920 w 3302819"/>
                    <a:gd name="connsiteY137" fmla="*/ 284407 h 775354"/>
                    <a:gd name="connsiteX138" fmla="*/ 0 w 3302819"/>
                    <a:gd name="connsiteY138" fmla="*/ 284407 h 775354"/>
                    <a:gd name="connsiteX139" fmla="*/ 0 w 3302819"/>
                    <a:gd name="connsiteY139" fmla="*/ 409899 h 775354"/>
                    <a:gd name="connsiteX140" fmla="*/ 274920 w 3302819"/>
                    <a:gd name="connsiteY140" fmla="*/ 409899 h 775354"/>
                    <a:gd name="connsiteX141" fmla="*/ 79229 w 3302819"/>
                    <a:gd name="connsiteY141" fmla="*/ 605571 h 775354"/>
                    <a:gd name="connsiteX142" fmla="*/ 167964 w 3302819"/>
                    <a:gd name="connsiteY142" fmla="*/ 694287 h 775354"/>
                    <a:gd name="connsiteX143" fmla="*/ 363636 w 3302819"/>
                    <a:gd name="connsiteY143" fmla="*/ 498615 h 775354"/>
                    <a:gd name="connsiteX144" fmla="*/ 363636 w 3302819"/>
                    <a:gd name="connsiteY144" fmla="*/ 775354 h 775354"/>
                    <a:gd name="connsiteX145" fmla="*/ 489128 w 3302819"/>
                    <a:gd name="connsiteY145" fmla="*/ 775354 h 775354"/>
                    <a:gd name="connsiteX146" fmla="*/ 489128 w 3302819"/>
                    <a:gd name="connsiteY146" fmla="*/ 498615 h 775354"/>
                    <a:gd name="connsiteX147" fmla="*/ 684848 w 3302819"/>
                    <a:gd name="connsiteY147" fmla="*/ 694287 h 775354"/>
                    <a:gd name="connsiteX148" fmla="*/ 773573 w 3302819"/>
                    <a:gd name="connsiteY148" fmla="*/ 605571 h 775354"/>
                    <a:gd name="connsiteX149" fmla="*/ 577863 w 3302819"/>
                    <a:gd name="connsiteY149" fmla="*/ 409899 h 775354"/>
                    <a:gd name="connsiteX150" fmla="*/ 854593 w 3302819"/>
                    <a:gd name="connsiteY150" fmla="*/ 409899 h 775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3302819" h="775354">
                      <a:moveTo>
                        <a:pt x="1402185" y="284740"/>
                      </a:moveTo>
                      <a:lnTo>
                        <a:pt x="1250213" y="771239"/>
                      </a:lnTo>
                      <a:lnTo>
                        <a:pt x="1094661" y="771239"/>
                      </a:lnTo>
                      <a:lnTo>
                        <a:pt x="942689" y="284740"/>
                      </a:lnTo>
                      <a:lnTo>
                        <a:pt x="1071734" y="284740"/>
                      </a:lnTo>
                      <a:lnTo>
                        <a:pt x="1129160" y="481146"/>
                      </a:lnTo>
                      <a:lnTo>
                        <a:pt x="1172461" y="657225"/>
                      </a:lnTo>
                      <a:lnTo>
                        <a:pt x="1179519" y="657225"/>
                      </a:lnTo>
                      <a:lnTo>
                        <a:pt x="1222820" y="481194"/>
                      </a:lnTo>
                      <a:lnTo>
                        <a:pt x="1278503" y="284740"/>
                      </a:lnTo>
                      <a:close/>
                      <a:moveTo>
                        <a:pt x="1638710" y="771192"/>
                      </a:moveTo>
                      <a:cubicBezTo>
                        <a:pt x="1677521" y="771852"/>
                        <a:pt x="1716088" y="764932"/>
                        <a:pt x="1752248" y="750818"/>
                      </a:cubicBezTo>
                      <a:cubicBezTo>
                        <a:pt x="1783402" y="738743"/>
                        <a:pt x="1811157" y="719281"/>
                        <a:pt x="1833124" y="694106"/>
                      </a:cubicBezTo>
                      <a:lnTo>
                        <a:pt x="1767745" y="612581"/>
                      </a:lnTo>
                      <a:cubicBezTo>
                        <a:pt x="1753435" y="627440"/>
                        <a:pt x="1737413" y="640549"/>
                        <a:pt x="1720015" y="651634"/>
                      </a:cubicBezTo>
                      <a:cubicBezTo>
                        <a:pt x="1699912" y="663214"/>
                        <a:pt x="1676928" y="668830"/>
                        <a:pt x="1653750" y="667826"/>
                      </a:cubicBezTo>
                      <a:cubicBezTo>
                        <a:pt x="1618386" y="667826"/>
                        <a:pt x="1592459" y="658920"/>
                        <a:pt x="1575968" y="641109"/>
                      </a:cubicBezTo>
                      <a:cubicBezTo>
                        <a:pt x="1558678" y="621118"/>
                        <a:pt x="1549803" y="595208"/>
                        <a:pt x="1551203" y="568814"/>
                      </a:cubicBezTo>
                      <a:lnTo>
                        <a:pt x="1551203" y="561727"/>
                      </a:lnTo>
                      <a:lnTo>
                        <a:pt x="1849088" y="561727"/>
                      </a:lnTo>
                      <a:lnTo>
                        <a:pt x="1849088" y="522846"/>
                      </a:lnTo>
                      <a:cubicBezTo>
                        <a:pt x="1849203" y="492541"/>
                        <a:pt x="1845191" y="462362"/>
                        <a:pt x="1837163" y="433140"/>
                      </a:cubicBezTo>
                      <a:cubicBezTo>
                        <a:pt x="1829747" y="405642"/>
                        <a:pt x="1816821" y="379938"/>
                        <a:pt x="1799168" y="357588"/>
                      </a:cubicBezTo>
                      <a:cubicBezTo>
                        <a:pt x="1781100" y="335260"/>
                        <a:pt x="1758114" y="317412"/>
                        <a:pt x="1732007" y="305438"/>
                      </a:cubicBezTo>
                      <a:cubicBezTo>
                        <a:pt x="1700994" y="291764"/>
                        <a:pt x="1667334" y="285137"/>
                        <a:pt x="1633452" y="286036"/>
                      </a:cubicBezTo>
                      <a:cubicBezTo>
                        <a:pt x="1601677" y="285469"/>
                        <a:pt x="1570117" y="291337"/>
                        <a:pt x="1540669" y="303286"/>
                      </a:cubicBezTo>
                      <a:cubicBezTo>
                        <a:pt x="1514382" y="314166"/>
                        <a:pt x="1490947" y="330943"/>
                        <a:pt x="1472175" y="352320"/>
                      </a:cubicBezTo>
                      <a:cubicBezTo>
                        <a:pt x="1452993" y="374598"/>
                        <a:pt x="1438676" y="400637"/>
                        <a:pt x="1430141" y="428768"/>
                      </a:cubicBezTo>
                      <a:cubicBezTo>
                        <a:pt x="1420351" y="460976"/>
                        <a:pt x="1415584" y="494501"/>
                        <a:pt x="1416006" y="528161"/>
                      </a:cubicBezTo>
                      <a:cubicBezTo>
                        <a:pt x="1415576" y="562286"/>
                        <a:pt x="1420493" y="596267"/>
                        <a:pt x="1430579" y="628869"/>
                      </a:cubicBezTo>
                      <a:cubicBezTo>
                        <a:pt x="1439314" y="657188"/>
                        <a:pt x="1454094" y="683271"/>
                        <a:pt x="1473899" y="705317"/>
                      </a:cubicBezTo>
                      <a:cubicBezTo>
                        <a:pt x="1493426" y="726524"/>
                        <a:pt x="1517415" y="743134"/>
                        <a:pt x="1544136" y="753951"/>
                      </a:cubicBezTo>
                      <a:cubicBezTo>
                        <a:pt x="1574210" y="765885"/>
                        <a:pt x="1606350" y="771745"/>
                        <a:pt x="1638700" y="771192"/>
                      </a:cubicBezTo>
                      <a:moveTo>
                        <a:pt x="1636062" y="382353"/>
                      </a:moveTo>
                      <a:cubicBezTo>
                        <a:pt x="1658785" y="380629"/>
                        <a:pt x="1680858" y="390420"/>
                        <a:pt x="1694831" y="408422"/>
                      </a:cubicBezTo>
                      <a:cubicBezTo>
                        <a:pt x="1708353" y="428624"/>
                        <a:pt x="1715031" y="452634"/>
                        <a:pt x="1713881" y="476917"/>
                      </a:cubicBezTo>
                      <a:lnTo>
                        <a:pt x="1713881" y="484870"/>
                      </a:lnTo>
                      <a:lnTo>
                        <a:pt x="1551213" y="484870"/>
                      </a:lnTo>
                      <a:lnTo>
                        <a:pt x="1551213" y="477812"/>
                      </a:lnTo>
                      <a:cubicBezTo>
                        <a:pt x="1549950" y="452703"/>
                        <a:pt x="1557972" y="428007"/>
                        <a:pt x="1573749" y="408432"/>
                      </a:cubicBezTo>
                      <a:cubicBezTo>
                        <a:pt x="1589479" y="390736"/>
                        <a:pt x="1612397" y="381145"/>
                        <a:pt x="1636042" y="382362"/>
                      </a:cubicBezTo>
                      <a:moveTo>
                        <a:pt x="2115655" y="771173"/>
                      </a:moveTo>
                      <a:cubicBezTo>
                        <a:pt x="2156865" y="772451"/>
                        <a:pt x="2197555" y="761701"/>
                        <a:pt x="2232755" y="740235"/>
                      </a:cubicBezTo>
                      <a:cubicBezTo>
                        <a:pt x="2266879" y="716937"/>
                        <a:pt x="2291985" y="682647"/>
                        <a:pt x="2303888" y="643080"/>
                      </a:cubicBezTo>
                      <a:lnTo>
                        <a:pt x="2202266" y="598894"/>
                      </a:lnTo>
                      <a:cubicBezTo>
                        <a:pt x="2196733" y="617954"/>
                        <a:pt x="2186211" y="635192"/>
                        <a:pt x="2171786" y="648824"/>
                      </a:cubicBezTo>
                      <a:cubicBezTo>
                        <a:pt x="2156196" y="662106"/>
                        <a:pt x="2136107" y="668903"/>
                        <a:pt x="2115655" y="667817"/>
                      </a:cubicBezTo>
                      <a:cubicBezTo>
                        <a:pt x="2092678" y="669369"/>
                        <a:pt x="2070344" y="659843"/>
                        <a:pt x="2055562" y="642185"/>
                      </a:cubicBezTo>
                      <a:cubicBezTo>
                        <a:pt x="2041036" y="621913"/>
                        <a:pt x="2033871" y="597287"/>
                        <a:pt x="2035254" y="572386"/>
                      </a:cubicBezTo>
                      <a:lnTo>
                        <a:pt x="2035254" y="485737"/>
                      </a:lnTo>
                      <a:cubicBezTo>
                        <a:pt x="2033928" y="460701"/>
                        <a:pt x="2041082" y="435948"/>
                        <a:pt x="2055562" y="415481"/>
                      </a:cubicBezTo>
                      <a:cubicBezTo>
                        <a:pt x="2070206" y="397595"/>
                        <a:pt x="2092589" y="387885"/>
                        <a:pt x="2115655" y="389411"/>
                      </a:cubicBezTo>
                      <a:cubicBezTo>
                        <a:pt x="2135360" y="388260"/>
                        <a:pt x="2154723" y="394931"/>
                        <a:pt x="2169538" y="407975"/>
                      </a:cubicBezTo>
                      <a:cubicBezTo>
                        <a:pt x="2182354" y="420127"/>
                        <a:pt x="2191275" y="435811"/>
                        <a:pt x="2195170" y="453038"/>
                      </a:cubicBezTo>
                      <a:lnTo>
                        <a:pt x="2301240" y="407079"/>
                      </a:lnTo>
                      <a:cubicBezTo>
                        <a:pt x="2289134" y="370700"/>
                        <a:pt x="2265363" y="339332"/>
                        <a:pt x="2233613" y="317840"/>
                      </a:cubicBezTo>
                      <a:cubicBezTo>
                        <a:pt x="2198392" y="295588"/>
                        <a:pt x="2157269" y="284499"/>
                        <a:pt x="2115636" y="286026"/>
                      </a:cubicBezTo>
                      <a:cubicBezTo>
                        <a:pt x="2083902" y="285461"/>
                        <a:pt x="2052369" y="291165"/>
                        <a:pt x="2022843" y="302809"/>
                      </a:cubicBezTo>
                      <a:cubicBezTo>
                        <a:pt x="1996630" y="313367"/>
                        <a:pt x="1973310" y="330019"/>
                        <a:pt x="1954816" y="351387"/>
                      </a:cubicBezTo>
                      <a:cubicBezTo>
                        <a:pt x="1935900" y="373769"/>
                        <a:pt x="1921764" y="399785"/>
                        <a:pt x="1913277" y="427834"/>
                      </a:cubicBezTo>
                      <a:cubicBezTo>
                        <a:pt x="1903439" y="460343"/>
                        <a:pt x="1898665" y="494172"/>
                        <a:pt x="1899123" y="528133"/>
                      </a:cubicBezTo>
                      <a:cubicBezTo>
                        <a:pt x="1898685" y="562239"/>
                        <a:pt x="1903458" y="596213"/>
                        <a:pt x="1913277" y="628879"/>
                      </a:cubicBezTo>
                      <a:cubicBezTo>
                        <a:pt x="1921625" y="656986"/>
                        <a:pt x="1935776" y="683029"/>
                        <a:pt x="1954816" y="705326"/>
                      </a:cubicBezTo>
                      <a:cubicBezTo>
                        <a:pt x="1973468" y="726520"/>
                        <a:pt x="1996743" y="743141"/>
                        <a:pt x="2022843" y="753904"/>
                      </a:cubicBezTo>
                      <a:cubicBezTo>
                        <a:pt x="2052298" y="765841"/>
                        <a:pt x="2083860" y="771705"/>
                        <a:pt x="2115636" y="771144"/>
                      </a:cubicBezTo>
                      <a:moveTo>
                        <a:pt x="2621842" y="771258"/>
                      </a:moveTo>
                      <a:lnTo>
                        <a:pt x="2621842" y="667836"/>
                      </a:lnTo>
                      <a:lnTo>
                        <a:pt x="2529954" y="667836"/>
                      </a:lnTo>
                      <a:lnTo>
                        <a:pt x="2529954" y="391611"/>
                      </a:lnTo>
                      <a:lnTo>
                        <a:pt x="2621842" y="391611"/>
                      </a:lnTo>
                      <a:lnTo>
                        <a:pt x="2621842" y="288141"/>
                      </a:lnTo>
                      <a:lnTo>
                        <a:pt x="2529954" y="288141"/>
                      </a:lnTo>
                      <a:lnTo>
                        <a:pt x="2529954" y="171145"/>
                      </a:lnTo>
                      <a:lnTo>
                        <a:pt x="2412416" y="171145"/>
                      </a:lnTo>
                      <a:lnTo>
                        <a:pt x="2412416" y="237820"/>
                      </a:lnTo>
                      <a:cubicBezTo>
                        <a:pt x="2413253" y="250976"/>
                        <a:pt x="2409855" y="264054"/>
                        <a:pt x="2402719" y="275139"/>
                      </a:cubicBezTo>
                      <a:cubicBezTo>
                        <a:pt x="2396223" y="283832"/>
                        <a:pt x="2384158" y="288182"/>
                        <a:pt x="2366524" y="288188"/>
                      </a:cubicBezTo>
                      <a:lnTo>
                        <a:pt x="2333720" y="288188"/>
                      </a:lnTo>
                      <a:lnTo>
                        <a:pt x="2333720" y="391611"/>
                      </a:lnTo>
                      <a:lnTo>
                        <a:pt x="2399119" y="391611"/>
                      </a:lnTo>
                      <a:lnTo>
                        <a:pt x="2399119" y="633613"/>
                      </a:lnTo>
                      <a:cubicBezTo>
                        <a:pt x="2399119" y="678602"/>
                        <a:pt x="2410755" y="712800"/>
                        <a:pt x="2434028" y="736206"/>
                      </a:cubicBezTo>
                      <a:cubicBezTo>
                        <a:pt x="2457301" y="759612"/>
                        <a:pt x="2491620" y="771315"/>
                        <a:pt x="2536984" y="771315"/>
                      </a:cubicBezTo>
                      <a:close/>
                      <a:moveTo>
                        <a:pt x="2775490" y="249469"/>
                      </a:moveTo>
                      <a:cubicBezTo>
                        <a:pt x="2801995" y="249469"/>
                        <a:pt x="2821292" y="243332"/>
                        <a:pt x="2833383" y="231057"/>
                      </a:cubicBezTo>
                      <a:cubicBezTo>
                        <a:pt x="2845576" y="218483"/>
                        <a:pt x="2852112" y="201479"/>
                        <a:pt x="2851480" y="183975"/>
                      </a:cubicBezTo>
                      <a:lnTo>
                        <a:pt x="2851480" y="164259"/>
                      </a:lnTo>
                      <a:cubicBezTo>
                        <a:pt x="2852096" y="146757"/>
                        <a:pt x="2845562" y="129759"/>
                        <a:pt x="2833383" y="117177"/>
                      </a:cubicBezTo>
                      <a:cubicBezTo>
                        <a:pt x="2821318" y="104889"/>
                        <a:pt x="2802020" y="98752"/>
                        <a:pt x="2775490" y="98765"/>
                      </a:cubicBezTo>
                      <a:cubicBezTo>
                        <a:pt x="2748960" y="98777"/>
                        <a:pt x="2729665" y="104915"/>
                        <a:pt x="2717606" y="117177"/>
                      </a:cubicBezTo>
                      <a:cubicBezTo>
                        <a:pt x="2705422" y="129756"/>
                        <a:pt x="2698887" y="146757"/>
                        <a:pt x="2699509" y="164259"/>
                      </a:cubicBezTo>
                      <a:lnTo>
                        <a:pt x="2699509" y="183975"/>
                      </a:lnTo>
                      <a:cubicBezTo>
                        <a:pt x="2698878" y="201479"/>
                        <a:pt x="2705414" y="218483"/>
                        <a:pt x="2717606" y="231057"/>
                      </a:cubicBezTo>
                      <a:cubicBezTo>
                        <a:pt x="2729671" y="243332"/>
                        <a:pt x="2748966" y="249469"/>
                        <a:pt x="2775490" y="249469"/>
                      </a:cubicBezTo>
                      <a:moveTo>
                        <a:pt x="2710129" y="771192"/>
                      </a:moveTo>
                      <a:lnTo>
                        <a:pt x="2840898" y="771192"/>
                      </a:lnTo>
                      <a:lnTo>
                        <a:pt x="2840898" y="285998"/>
                      </a:lnTo>
                      <a:lnTo>
                        <a:pt x="2710101" y="285998"/>
                      </a:lnTo>
                      <a:close/>
                      <a:moveTo>
                        <a:pt x="3103969" y="771135"/>
                      </a:moveTo>
                      <a:cubicBezTo>
                        <a:pt x="3131642" y="771475"/>
                        <a:pt x="3159206" y="767602"/>
                        <a:pt x="3185713" y="759647"/>
                      </a:cubicBezTo>
                      <a:cubicBezTo>
                        <a:pt x="3208446" y="752883"/>
                        <a:pt x="3229719" y="741943"/>
                        <a:pt x="3248444" y="727386"/>
                      </a:cubicBezTo>
                      <a:cubicBezTo>
                        <a:pt x="3265301" y="714207"/>
                        <a:pt x="3279034" y="697462"/>
                        <a:pt x="3288659" y="678351"/>
                      </a:cubicBezTo>
                      <a:cubicBezTo>
                        <a:pt x="3298173" y="659132"/>
                        <a:pt x="3303022" y="637940"/>
                        <a:pt x="3302813" y="616496"/>
                      </a:cubicBezTo>
                      <a:cubicBezTo>
                        <a:pt x="3302813" y="536981"/>
                        <a:pt x="3251851" y="490439"/>
                        <a:pt x="3149927" y="476869"/>
                      </a:cubicBezTo>
                      <a:lnTo>
                        <a:pt x="3097768" y="469802"/>
                      </a:lnTo>
                      <a:cubicBezTo>
                        <a:pt x="3083794" y="468856"/>
                        <a:pt x="3070415" y="463784"/>
                        <a:pt x="3059325" y="455228"/>
                      </a:cubicBezTo>
                      <a:cubicBezTo>
                        <a:pt x="3052173" y="447433"/>
                        <a:pt x="3048507" y="437059"/>
                        <a:pt x="3049172" y="426501"/>
                      </a:cubicBezTo>
                      <a:cubicBezTo>
                        <a:pt x="3048878" y="415308"/>
                        <a:pt x="3054178" y="404704"/>
                        <a:pt x="3063307" y="398221"/>
                      </a:cubicBezTo>
                      <a:cubicBezTo>
                        <a:pt x="3077754" y="389879"/>
                        <a:pt x="3094414" y="386171"/>
                        <a:pt x="3111036" y="387601"/>
                      </a:cubicBezTo>
                      <a:cubicBezTo>
                        <a:pt x="3130739" y="387697"/>
                        <a:pt x="3150183" y="392088"/>
                        <a:pt x="3168015" y="400469"/>
                      </a:cubicBezTo>
                      <a:cubicBezTo>
                        <a:pt x="3186600" y="409045"/>
                        <a:pt x="3203506" y="420870"/>
                        <a:pt x="3217935" y="435388"/>
                      </a:cubicBezTo>
                      <a:lnTo>
                        <a:pt x="3293059" y="358492"/>
                      </a:lnTo>
                      <a:cubicBezTo>
                        <a:pt x="3281696" y="347687"/>
                        <a:pt x="3269750" y="337512"/>
                        <a:pt x="3257274" y="328012"/>
                      </a:cubicBezTo>
                      <a:cubicBezTo>
                        <a:pt x="3244996" y="318773"/>
                        <a:pt x="3231639" y="311061"/>
                        <a:pt x="3217498" y="305048"/>
                      </a:cubicBezTo>
                      <a:cubicBezTo>
                        <a:pt x="3201574" y="298429"/>
                        <a:pt x="3184937" y="293676"/>
                        <a:pt x="3167920" y="290884"/>
                      </a:cubicBezTo>
                      <a:cubicBezTo>
                        <a:pt x="3146739" y="287447"/>
                        <a:pt x="3125303" y="285825"/>
                        <a:pt x="3103846" y="286036"/>
                      </a:cubicBezTo>
                      <a:cubicBezTo>
                        <a:pt x="3078522" y="285680"/>
                        <a:pt x="3053306" y="289411"/>
                        <a:pt x="3029170" y="297085"/>
                      </a:cubicBezTo>
                      <a:cubicBezTo>
                        <a:pt x="3008503" y="303656"/>
                        <a:pt x="2989298" y="314154"/>
                        <a:pt x="2972610" y="328003"/>
                      </a:cubicBezTo>
                      <a:cubicBezTo>
                        <a:pt x="2957173" y="341049"/>
                        <a:pt x="2944812" y="357348"/>
                        <a:pt x="2936415" y="375733"/>
                      </a:cubicBezTo>
                      <a:cubicBezTo>
                        <a:pt x="2927712" y="395028"/>
                        <a:pt x="2923336" y="415994"/>
                        <a:pt x="2923595" y="437159"/>
                      </a:cubicBezTo>
                      <a:cubicBezTo>
                        <a:pt x="2923594" y="519665"/>
                        <a:pt x="2975734" y="567385"/>
                        <a:pt x="3080014" y="580320"/>
                      </a:cubicBezTo>
                      <a:lnTo>
                        <a:pt x="3130382" y="586511"/>
                      </a:lnTo>
                      <a:cubicBezTo>
                        <a:pt x="3161611" y="590658"/>
                        <a:pt x="3177226" y="603618"/>
                        <a:pt x="3177226" y="625392"/>
                      </a:cubicBezTo>
                      <a:cubicBezTo>
                        <a:pt x="3177689" y="637934"/>
                        <a:pt x="3172096" y="649933"/>
                        <a:pt x="3162195" y="657644"/>
                      </a:cubicBezTo>
                      <a:cubicBezTo>
                        <a:pt x="3152194" y="665594"/>
                        <a:pt x="3134233" y="669569"/>
                        <a:pt x="3108312" y="669569"/>
                      </a:cubicBezTo>
                      <a:cubicBezTo>
                        <a:pt x="3084665" y="669968"/>
                        <a:pt x="3061286" y="664503"/>
                        <a:pt x="3040266" y="653663"/>
                      </a:cubicBezTo>
                      <a:cubicBezTo>
                        <a:pt x="3019601" y="642560"/>
                        <a:pt x="3001055" y="627902"/>
                        <a:pt x="2985478" y="610362"/>
                      </a:cubicBezTo>
                      <a:lnTo>
                        <a:pt x="2908583" y="688124"/>
                      </a:lnTo>
                      <a:cubicBezTo>
                        <a:pt x="2931653" y="713831"/>
                        <a:pt x="2959588" y="734712"/>
                        <a:pt x="2990774" y="749560"/>
                      </a:cubicBezTo>
                      <a:cubicBezTo>
                        <a:pt x="3026445" y="765011"/>
                        <a:pt x="3065086" y="772400"/>
                        <a:pt x="3103941" y="771201"/>
                      </a:cubicBezTo>
                      <a:moveTo>
                        <a:pt x="854593" y="284407"/>
                      </a:moveTo>
                      <a:lnTo>
                        <a:pt x="452371" y="284407"/>
                      </a:lnTo>
                      <a:lnTo>
                        <a:pt x="452371" y="284407"/>
                      </a:lnTo>
                      <a:lnTo>
                        <a:pt x="360931" y="284407"/>
                      </a:lnTo>
                      <a:lnTo>
                        <a:pt x="360931" y="192967"/>
                      </a:lnTo>
                      <a:lnTo>
                        <a:pt x="167964" y="0"/>
                      </a:lnTo>
                      <a:lnTo>
                        <a:pt x="79229" y="88725"/>
                      </a:lnTo>
                      <a:lnTo>
                        <a:pt x="274920" y="284407"/>
                      </a:lnTo>
                      <a:lnTo>
                        <a:pt x="0" y="284407"/>
                      </a:lnTo>
                      <a:lnTo>
                        <a:pt x="0" y="409899"/>
                      </a:lnTo>
                      <a:lnTo>
                        <a:pt x="274920" y="409899"/>
                      </a:lnTo>
                      <a:lnTo>
                        <a:pt x="79229" y="605571"/>
                      </a:lnTo>
                      <a:lnTo>
                        <a:pt x="167964" y="694287"/>
                      </a:lnTo>
                      <a:lnTo>
                        <a:pt x="363636" y="498615"/>
                      </a:lnTo>
                      <a:lnTo>
                        <a:pt x="363636" y="775354"/>
                      </a:lnTo>
                      <a:lnTo>
                        <a:pt x="489128" y="775354"/>
                      </a:lnTo>
                      <a:lnTo>
                        <a:pt x="489128" y="498615"/>
                      </a:lnTo>
                      <a:lnTo>
                        <a:pt x="684848" y="694287"/>
                      </a:lnTo>
                      <a:lnTo>
                        <a:pt x="773573" y="605571"/>
                      </a:lnTo>
                      <a:lnTo>
                        <a:pt x="577863" y="409899"/>
                      </a:lnTo>
                      <a:lnTo>
                        <a:pt x="854593" y="409899"/>
                      </a:lnTo>
                      <a:close/>
                    </a:path>
                  </a:pathLst>
                </a:custGeom>
                <a:solidFill>
                  <a:sysClr val="window" lastClr="FFFFFF"/>
                </a:solid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sp>
              <p:nvSpPr>
                <p:cNvPr id="25" name="Freeform: Shape 23">
                  <a:extLst>
                    <a:ext uri="{FF2B5EF4-FFF2-40B4-BE49-F238E27FC236}">
                      <a16:creationId xmlns:a16="http://schemas.microsoft.com/office/drawing/2014/main" id="{60C88768-31F9-031C-4CC7-21BF43A7B185}"/>
                    </a:ext>
                  </a:extLst>
                </p:cNvPr>
                <p:cNvSpPr/>
                <p:nvPr/>
              </p:nvSpPr>
              <p:spPr>
                <a:xfrm>
                  <a:off x="977249" y="4313143"/>
                  <a:ext cx="67928" cy="59469"/>
                </a:xfrm>
                <a:custGeom>
                  <a:avLst/>
                  <a:gdLst>
                    <a:gd name="connsiteX0" fmla="*/ 412594 w 416404"/>
                    <a:gd name="connsiteY0" fmla="*/ 168678 h 364550"/>
                    <a:gd name="connsiteX1" fmla="*/ 327708 w 416404"/>
                    <a:gd name="connsiteY1" fmla="*/ 83734 h 364550"/>
                    <a:gd name="connsiteX2" fmla="*/ 323898 w 416404"/>
                    <a:gd name="connsiteY2" fmla="*/ 79924 h 364550"/>
                    <a:gd name="connsiteX3" fmla="*/ 320088 w 416404"/>
                    <a:gd name="connsiteY3" fmla="*/ 83734 h 364550"/>
                    <a:gd name="connsiteX4" fmla="*/ 130873 w 416404"/>
                    <a:gd name="connsiteY4" fmla="*/ 272929 h 364550"/>
                    <a:gd name="connsiteX5" fmla="*/ 130873 w 416404"/>
                    <a:gd name="connsiteY5" fmla="*/ 0 h 364550"/>
                    <a:gd name="connsiteX6" fmla="*/ 0 w 416404"/>
                    <a:gd name="connsiteY6" fmla="*/ 0 h 364550"/>
                    <a:gd name="connsiteX7" fmla="*/ 0 w 416404"/>
                    <a:gd name="connsiteY7" fmla="*/ 364550 h 364550"/>
                    <a:gd name="connsiteX8" fmla="*/ 224342 w 416404"/>
                    <a:gd name="connsiteY8" fmla="*/ 364550 h 364550"/>
                    <a:gd name="connsiteX9" fmla="*/ 412594 w 416404"/>
                    <a:gd name="connsiteY9" fmla="*/ 176298 h 364550"/>
                    <a:gd name="connsiteX10" fmla="*/ 416404 w 416404"/>
                    <a:gd name="connsiteY10" fmla="*/ 172488 h 36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6404" h="364550">
                      <a:moveTo>
                        <a:pt x="412594" y="168678"/>
                      </a:moveTo>
                      <a:lnTo>
                        <a:pt x="327708" y="83734"/>
                      </a:lnTo>
                      <a:lnTo>
                        <a:pt x="323898" y="79924"/>
                      </a:lnTo>
                      <a:lnTo>
                        <a:pt x="320088" y="83734"/>
                      </a:lnTo>
                      <a:lnTo>
                        <a:pt x="130873" y="272929"/>
                      </a:lnTo>
                      <a:lnTo>
                        <a:pt x="130873" y="0"/>
                      </a:lnTo>
                      <a:lnTo>
                        <a:pt x="0" y="0"/>
                      </a:lnTo>
                      <a:lnTo>
                        <a:pt x="0" y="364550"/>
                      </a:lnTo>
                      <a:lnTo>
                        <a:pt x="224342" y="364550"/>
                      </a:lnTo>
                      <a:lnTo>
                        <a:pt x="412594" y="176298"/>
                      </a:lnTo>
                      <a:lnTo>
                        <a:pt x="416404" y="172488"/>
                      </a:lnTo>
                      <a:close/>
                    </a:path>
                  </a:pathLst>
                </a:custGeom>
                <a:solidFill>
                  <a:sysClr val="window" lastClr="FFFFFF"/>
                </a:solidFill>
                <a:ln w="9525" cap="flat">
                  <a:noFill/>
                  <a:prstDash val="solid"/>
                  <a:miter/>
                </a:ln>
              </p:spPr>
              <p:txBody>
                <a:bodyPr rtlCol="0" anchor="ctr"/>
                <a:lstStyle/>
                <a:p>
                  <a:pPr marL="0" marR="0" lvl="0" indent="0" algn="l" defTabSz="554467" rtl="0" eaLnBrk="1" fontAlgn="auto" latinLnBrk="0" hangingPunct="1">
                    <a:lnSpc>
                      <a:spcPct val="100000"/>
                    </a:lnSpc>
                    <a:spcBef>
                      <a:spcPts val="0"/>
                    </a:spcBef>
                    <a:spcAft>
                      <a:spcPts val="0"/>
                    </a:spcAft>
                    <a:buClrTx/>
                    <a:buSzTx/>
                    <a:buFont typeface="Arial"/>
                    <a:buNone/>
                    <a:tabLst/>
                    <a:defRPr/>
                  </a:pPr>
                  <a:endParaRPr kumimoji="0" lang="pt-BR" sz="1092"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pic>
            <p:nvPicPr>
              <p:cNvPr id="18" name="logo-itaú">
                <a:extLst>
                  <a:ext uri="{FF2B5EF4-FFF2-40B4-BE49-F238E27FC236}">
                    <a16:creationId xmlns:a16="http://schemas.microsoft.com/office/drawing/2014/main" id="{E6ED488E-EF7F-21B9-D7EA-1F638FD21DC2}"/>
                  </a:ext>
                </a:extLst>
              </p:cNvPr>
              <p:cNvPicPr/>
              <p:nvPr/>
            </p:nvPicPr>
            <p:blipFill>
              <a:blip r:embed="rId45">
                <a:extLst>
                  <a:ext uri="{BEBA8EAE-BF5A-486C-A8C5-ECC9F3942E4B}">
                    <a14:imgProps xmlns:a14="http://schemas.microsoft.com/office/drawing/2010/main">
                      <a14:imgLayer r:embed="rId46">
                        <a14:imgEffect>
                          <a14:brightnessContrast bright="100000"/>
                        </a14:imgEffect>
                      </a14:imgLayer>
                    </a14:imgProps>
                  </a:ext>
                  <a:ext uri="{28A0092B-C50C-407E-A947-70E740481C1C}">
                    <a14:useLocalDpi xmlns:a14="http://schemas.microsoft.com/office/drawing/2010/main" val="0"/>
                  </a:ext>
                </a:extLst>
              </a:blip>
              <a:srcRect/>
              <a:stretch/>
            </p:blipFill>
            <p:spPr>
              <a:xfrm>
                <a:off x="470410" y="4263883"/>
                <a:ext cx="205727" cy="205727"/>
              </a:xfrm>
              <a:prstGeom prst="rect">
                <a:avLst/>
              </a:prstGeom>
            </p:spPr>
          </p:pic>
        </p:grpSp>
      </p:grpSp>
      <p:grpSp>
        <p:nvGrpSpPr>
          <p:cNvPr id="462" name="Group 461">
            <a:extLst>
              <a:ext uri="{FF2B5EF4-FFF2-40B4-BE49-F238E27FC236}">
                <a16:creationId xmlns:a16="http://schemas.microsoft.com/office/drawing/2014/main" id="{6108C1F5-2E2B-C41F-F6DC-97E2149B5DDC}"/>
              </a:ext>
            </a:extLst>
          </p:cNvPr>
          <p:cNvGrpSpPr/>
          <p:nvPr/>
        </p:nvGrpSpPr>
        <p:grpSpPr>
          <a:xfrm>
            <a:off x="4238794" y="4781617"/>
            <a:ext cx="3701568" cy="1667085"/>
            <a:chOff x="8155470" y="4781617"/>
            <a:chExt cx="3701568" cy="1667085"/>
          </a:xfrm>
        </p:grpSpPr>
        <p:sp>
          <p:nvSpPr>
            <p:cNvPr id="463" name="chris-egan-bio">
              <a:extLst>
                <a:ext uri="{FF2B5EF4-FFF2-40B4-BE49-F238E27FC236}">
                  <a16:creationId xmlns:a16="http://schemas.microsoft.com/office/drawing/2014/main" id="{8A394BB0-A5E7-7B3C-CE05-16F691260699}"/>
                </a:ext>
              </a:extLst>
            </p:cNvPr>
            <p:cNvSpPr txBox="1"/>
            <p:nvPr/>
          </p:nvSpPr>
          <p:spPr>
            <a:xfrm>
              <a:off x="10024804" y="4995706"/>
              <a:ext cx="1699231" cy="1036181"/>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+18 anos de experiência na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área de Riscos e Compliance, </a:t>
              </a:r>
              <a:b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b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tendo atuado como Gerente de Riscos e Controles Internos na Canvas Capital.  </a:t>
              </a:r>
            </a:p>
            <a:p>
              <a:pPr marL="0" marR="0" lvl="0" indent="0" algn="l" defTabSz="554440" rtl="0" eaLnBrk="1" fontAlgn="auto" latinLnBrk="0" hangingPunct="1">
                <a:lnSpc>
                  <a:spcPct val="100000"/>
                </a:lnSpc>
                <a:spcBef>
                  <a:spcPts val="200"/>
                </a:spcBef>
                <a:spcAft>
                  <a:spcPts val="200"/>
                </a:spcAft>
                <a:buClrTx/>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a:ea typeface="+mn-ea"/>
                  <a:cs typeface="Arial"/>
                  <a:sym typeface="Arial"/>
                </a:rPr>
                <a:t>Anteriormente, trabalhou como especialista em riscos no Itaú Unibanco e na  FRAM Capital.</a:t>
              </a:r>
            </a:p>
          </p:txBody>
        </p:sp>
        <p:sp>
          <p:nvSpPr>
            <p:cNvPr id="464" name="object 17">
              <a:extLst>
                <a:ext uri="{FF2B5EF4-FFF2-40B4-BE49-F238E27FC236}">
                  <a16:creationId xmlns:a16="http://schemas.microsoft.com/office/drawing/2014/main" id="{52BD3275-F8DC-AAD6-6342-D19FA0AA5D9F}"/>
                </a:ext>
              </a:extLst>
            </p:cNvPr>
            <p:cNvSpPr txBox="1"/>
            <p:nvPr/>
          </p:nvSpPr>
          <p:spPr>
            <a:xfrm>
              <a:off x="8155470" y="4781617"/>
              <a:ext cx="3701568" cy="1667085"/>
            </a:xfrm>
            <a:prstGeom prst="rect">
              <a:avLst/>
            </a:prstGeom>
            <a:ln w="10470">
              <a:solidFill>
                <a:schemeClr val="tx1">
                  <a:lumMod val="85000"/>
                  <a:lumOff val="15000"/>
                </a:schemeClr>
              </a:solidFill>
            </a:ln>
          </p:spPr>
          <p:txBody>
            <a:bodyPr vert="horz" wrap="square" lIns="0" tIns="82404" rIns="0" bIns="0" rtlCol="0">
              <a:noAutofit/>
            </a:bodyPr>
            <a:lstStyle/>
            <a:p>
              <a:pPr marL="102042" marR="0" lvl="0" indent="0" algn="l" defTabSz="554492" rtl="0" eaLnBrk="1" fontAlgn="auto" latinLnBrk="0" hangingPunct="1">
                <a:lnSpc>
                  <a:spcPct val="100000"/>
                </a:lnSpc>
                <a:spcBef>
                  <a:spcPts val="649"/>
                </a:spcBef>
                <a:spcAft>
                  <a:spcPts val="0"/>
                </a:spcAft>
                <a:buClrTx/>
                <a:buSzTx/>
                <a:buFont typeface="Arial"/>
                <a:buNone/>
                <a:tabLst/>
                <a:defRPr/>
              </a:pPr>
              <a:endParaRPr kumimoji="0" sz="1334" b="0" i="0" u="none" strike="noStrike" kern="0" cap="none" spc="0" normalizeH="0" baseline="0" noProof="0">
                <a:ln>
                  <a:noFill/>
                </a:ln>
                <a:solidFill>
                  <a:srgbClr val="FFFFFF"/>
                </a:solidFill>
                <a:effectLst/>
                <a:uLnTx/>
                <a:uFillTx/>
                <a:latin typeface="Versos Light"/>
                <a:ea typeface="+mn-ea"/>
                <a:cs typeface="Versos Light"/>
                <a:sym typeface="Arial"/>
              </a:endParaRPr>
            </a:p>
          </p:txBody>
        </p:sp>
        <p:sp>
          <p:nvSpPr>
            <p:cNvPr id="465" name="object 13">
              <a:extLst>
                <a:ext uri="{FF2B5EF4-FFF2-40B4-BE49-F238E27FC236}">
                  <a16:creationId xmlns:a16="http://schemas.microsoft.com/office/drawing/2014/main" id="{2A93C8DF-AB75-6A2D-D6D3-2AC013231726}"/>
                </a:ext>
              </a:extLst>
            </p:cNvPr>
            <p:cNvSpPr txBox="1"/>
            <p:nvPr/>
          </p:nvSpPr>
          <p:spPr>
            <a:xfrm>
              <a:off x="9001058" y="4996278"/>
              <a:ext cx="1107252" cy="353943"/>
            </a:xfrm>
            <a:prstGeom prst="rect">
              <a:avLst/>
            </a:prstGeom>
          </p:spPr>
          <p:txBody>
            <a:bodyPr vert="horz" wrap="square" lIns="0" tIns="0" rIns="0" bIns="0" rtlCol="0" anchor="ctr" anchorCtr="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Alice </a:t>
              </a:r>
              <a:b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br>
              <a:r>
                <a:rPr kumimoji="0" lang="en-US" sz="1150" b="1" i="0" u="none" strike="noStrike" kern="0" cap="none" spc="0" normalizeH="0" baseline="0" noProof="0">
                  <a:ln>
                    <a:noFill/>
                  </a:ln>
                  <a:solidFill>
                    <a:srgbClr val="FFFFFF"/>
                  </a:solidFill>
                  <a:effectLst/>
                  <a:uLnTx/>
                  <a:uFillTx/>
                  <a:latin typeface="Versos" panose="020B0503020204030204" pitchFamily="34" charset="0"/>
                  <a:ea typeface="+mn-ea"/>
                  <a:cs typeface="Versos"/>
                  <a:sym typeface="Arial"/>
                </a:rPr>
                <a:t>Singer</a:t>
              </a:r>
            </a:p>
          </p:txBody>
        </p:sp>
        <p:sp>
          <p:nvSpPr>
            <p:cNvPr id="466" name="object 31">
              <a:extLst>
                <a:ext uri="{FF2B5EF4-FFF2-40B4-BE49-F238E27FC236}">
                  <a16:creationId xmlns:a16="http://schemas.microsoft.com/office/drawing/2014/main" id="{F8F681C1-DCB9-7F80-1269-B8BEC15E094C}"/>
                </a:ext>
              </a:extLst>
            </p:cNvPr>
            <p:cNvSpPr/>
            <p:nvPr/>
          </p:nvSpPr>
          <p:spPr>
            <a:xfrm flipV="1">
              <a:off x="9001058" y="5336765"/>
              <a:ext cx="909759" cy="215789"/>
            </a:xfrm>
            <a:custGeom>
              <a:avLst/>
              <a:gdLst/>
              <a:ahLst/>
              <a:cxnLst/>
              <a:rect l="l" t="t" r="r" b="b"/>
              <a:pathLst>
                <a:path w="3848735">
                  <a:moveTo>
                    <a:pt x="0" y="0"/>
                  </a:moveTo>
                  <a:lnTo>
                    <a:pt x="3848699" y="0"/>
                  </a:lnTo>
                </a:path>
              </a:pathLst>
            </a:custGeom>
            <a:ln w="10470">
              <a:solidFill>
                <a:schemeClr val="bg1"/>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1092" b="0" i="0" u="none" strike="noStrike" kern="0" cap="none" spc="0" normalizeH="0" baseline="0" noProof="0">
                <a:ln>
                  <a:noFill/>
                </a:ln>
                <a:solidFill>
                  <a:srgbClr val="FFFFFF"/>
                </a:solidFill>
                <a:effectLst/>
                <a:uLnTx/>
                <a:uFillTx/>
                <a:latin typeface="Arial"/>
                <a:ea typeface="+mn-ea"/>
                <a:cs typeface="Arial"/>
                <a:sym typeface="Arial"/>
              </a:endParaRPr>
            </a:p>
          </p:txBody>
        </p:sp>
        <p:sp>
          <p:nvSpPr>
            <p:cNvPr id="467" name="chris-egan-titulo">
              <a:extLst>
                <a:ext uri="{FF2B5EF4-FFF2-40B4-BE49-F238E27FC236}">
                  <a16:creationId xmlns:a16="http://schemas.microsoft.com/office/drawing/2014/main" id="{E47B7EA9-E9DC-9C90-0547-7A63528249DE}"/>
                </a:ext>
              </a:extLst>
            </p:cNvPr>
            <p:cNvSpPr txBox="1"/>
            <p:nvPr/>
          </p:nvSpPr>
          <p:spPr>
            <a:xfrm>
              <a:off x="9001058" y="5607219"/>
              <a:ext cx="912399" cy="276999"/>
            </a:xfrm>
            <a:prstGeom prst="rect">
              <a:avLst/>
            </a:prstGeom>
          </p:spPr>
          <p:txBody>
            <a:bodyPr vert="horz" wrap="square" lIns="0" tIns="0" rIns="0" bIns="0" rtlCol="0">
              <a:spAutoFit/>
            </a:bodyPr>
            <a:lstStyle/>
            <a:p>
              <a:pPr marL="0" marR="0" lvl="0" indent="0" algn="l" defTabSz="554440" rtl="0" eaLnBrk="1" fontAlgn="auto" latinLnBrk="0" hangingPunct="1">
                <a:lnSpc>
                  <a:spcPct val="100000"/>
                </a:lnSpc>
                <a:spcBef>
                  <a:spcPts val="0"/>
                </a:spcBef>
                <a:spcAft>
                  <a:spcPts val="0"/>
                </a:spcAft>
                <a:buClrTx/>
                <a:buSzTx/>
                <a:buFont typeface="Arial"/>
                <a:buNone/>
                <a:tabLst/>
                <a:defRPr/>
              </a:pPr>
              <a:r>
                <a:rPr kumimoji="0" lang="pt-BR" sz="600" b="0" i="0" u="none" strike="noStrike" kern="0" cap="none" spc="33" normalizeH="0" baseline="0" noProof="0">
                  <a:ln>
                    <a:noFill/>
                  </a:ln>
                  <a:solidFill>
                    <a:srgbClr val="FFFFFF"/>
                  </a:solidFill>
                  <a:effectLst/>
                  <a:uLnTx/>
                  <a:uFillTx/>
                  <a:latin typeface="Versos"/>
                  <a:ea typeface="+mn-ea"/>
                  <a:cs typeface="Arial"/>
                  <a:sym typeface="Arial"/>
                </a:rPr>
                <a:t>RISCOS, </a:t>
              </a:r>
              <a:br>
                <a:rPr kumimoji="0" lang="pt-BR" sz="600" b="0" i="0" u="none" strike="noStrike" kern="0" cap="none" spc="33" normalizeH="0" baseline="0" noProof="0">
                  <a:ln>
                    <a:noFill/>
                  </a:ln>
                  <a:solidFill>
                    <a:srgbClr val="FFFFFF"/>
                  </a:solidFill>
                  <a:effectLst/>
                  <a:uLnTx/>
                  <a:uFillTx/>
                  <a:latin typeface="Versos"/>
                  <a:ea typeface="+mn-ea"/>
                  <a:cs typeface="Arial"/>
                  <a:sym typeface="Arial"/>
                </a:rPr>
              </a:br>
              <a:r>
                <a:rPr kumimoji="0" lang="pt-BR" sz="600" b="0" i="0" u="none" strike="noStrike" kern="0" cap="none" spc="33" normalizeH="0" baseline="0" noProof="0">
                  <a:ln>
                    <a:noFill/>
                  </a:ln>
                  <a:solidFill>
                    <a:srgbClr val="FFFFFF"/>
                  </a:solidFill>
                  <a:effectLst/>
                  <a:uLnTx/>
                  <a:uFillTx/>
                  <a:latin typeface="Versos"/>
                  <a:ea typeface="+mn-ea"/>
                  <a:cs typeface="Arial"/>
                  <a:sym typeface="Arial"/>
                </a:rPr>
                <a:t>COMPLIANCE, </a:t>
              </a:r>
              <a:br>
                <a:rPr kumimoji="0" lang="pt-BR" sz="600" b="0" i="0" u="none" strike="noStrike" kern="0" cap="none" spc="33" normalizeH="0" baseline="0" noProof="0">
                  <a:ln>
                    <a:noFill/>
                  </a:ln>
                  <a:solidFill>
                    <a:srgbClr val="FFFFFF"/>
                  </a:solidFill>
                  <a:effectLst/>
                  <a:uLnTx/>
                  <a:uFillTx/>
                  <a:latin typeface="Versos"/>
                  <a:ea typeface="+mn-ea"/>
                  <a:cs typeface="Arial"/>
                  <a:sym typeface="Arial"/>
                </a:rPr>
              </a:br>
              <a:r>
                <a:rPr kumimoji="0" lang="pt-BR" sz="600" b="0" i="0" u="none" strike="noStrike" kern="0" cap="none" spc="33" normalizeH="0" baseline="0" noProof="0">
                  <a:ln>
                    <a:noFill/>
                  </a:ln>
                  <a:solidFill>
                    <a:srgbClr val="FFFFFF"/>
                  </a:solidFill>
                  <a:effectLst/>
                  <a:uLnTx/>
                  <a:uFillTx/>
                  <a:latin typeface="Versos"/>
                  <a:ea typeface="+mn-ea"/>
                  <a:cs typeface="Arial"/>
                  <a:sym typeface="Arial"/>
                </a:rPr>
                <a:t>PLD &amp; OPERAÇÕES </a:t>
              </a:r>
              <a:endParaRPr kumimoji="0" lang="en-US" sz="600" b="0" i="0" u="none" strike="noStrike" kern="0" cap="none" spc="33" normalizeH="0" baseline="0" noProof="0">
                <a:ln>
                  <a:noFill/>
                </a:ln>
                <a:solidFill>
                  <a:srgbClr val="FFFFFF"/>
                </a:solidFill>
                <a:effectLst/>
                <a:uLnTx/>
                <a:uFillTx/>
                <a:latin typeface="Versos"/>
                <a:ea typeface="+mn-ea"/>
                <a:cs typeface="Arial"/>
                <a:sym typeface="Arial"/>
              </a:endParaRPr>
            </a:p>
          </p:txBody>
        </p:sp>
        <p:sp>
          <p:nvSpPr>
            <p:cNvPr id="468" name="rodrigo-freire-experiencia">
              <a:extLst>
                <a:ext uri="{FF2B5EF4-FFF2-40B4-BE49-F238E27FC236}">
                  <a16:creationId xmlns:a16="http://schemas.microsoft.com/office/drawing/2014/main" id="{4A559D1F-6A5F-0157-0C1E-FB04B62E28C0}"/>
                </a:ext>
              </a:extLst>
            </p:cNvPr>
            <p:cNvSpPr txBox="1"/>
            <p:nvPr/>
          </p:nvSpPr>
          <p:spPr>
            <a:xfrm>
              <a:off x="8155470" y="5934518"/>
              <a:ext cx="1757987" cy="514184"/>
            </a:xfrm>
            <a:prstGeom prst="round1Rect">
              <a:avLst>
                <a:gd name="adj" fmla="val 0"/>
              </a:avLst>
            </a:prstGeom>
            <a:solidFill>
              <a:schemeClr val="tx1">
                <a:lumMod val="85000"/>
                <a:lumOff val="15000"/>
              </a:schemeClr>
            </a:solidFill>
          </p:spPr>
          <p:txBody>
            <a:bodyPr vert="horz" wrap="square" lIns="144000" tIns="0" rIns="72000" bIns="0" rtlCol="0" anchor="ctr" anchorCtr="0">
              <a:noAutofit/>
            </a:bodyPr>
            <a:lstStyle/>
            <a:p>
              <a:pPr marL="0" marR="2540" lvl="0" indent="0" algn="l" defTabSz="5544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sos Light"/>
                <a:ea typeface="+mn-ea"/>
                <a:cs typeface="Arial"/>
                <a:sym typeface="Arial"/>
              </a:endParaRPr>
            </a:p>
          </p:txBody>
        </p:sp>
        <p:grpSp>
          <p:nvGrpSpPr>
            <p:cNvPr id="469" name="Group 468">
              <a:extLst>
                <a:ext uri="{FF2B5EF4-FFF2-40B4-BE49-F238E27FC236}">
                  <a16:creationId xmlns:a16="http://schemas.microsoft.com/office/drawing/2014/main" id="{182B4DD0-0A02-F651-B8E9-15E9F6A393D6}"/>
                </a:ext>
              </a:extLst>
            </p:cNvPr>
            <p:cNvGrpSpPr/>
            <p:nvPr/>
          </p:nvGrpSpPr>
          <p:grpSpPr>
            <a:xfrm>
              <a:off x="8225266" y="6051212"/>
              <a:ext cx="1630001" cy="287485"/>
              <a:chOff x="8430213" y="4221333"/>
              <a:chExt cx="1425053" cy="251338"/>
            </a:xfrm>
          </p:grpSpPr>
          <p:grpSp>
            <p:nvGrpSpPr>
              <p:cNvPr id="471" name="Group 470">
                <a:extLst>
                  <a:ext uri="{FF2B5EF4-FFF2-40B4-BE49-F238E27FC236}">
                    <a16:creationId xmlns:a16="http://schemas.microsoft.com/office/drawing/2014/main" id="{A0839326-287C-6B10-666A-8A14B0BC9254}"/>
                  </a:ext>
                </a:extLst>
              </p:cNvPr>
              <p:cNvGrpSpPr/>
              <p:nvPr/>
            </p:nvGrpSpPr>
            <p:grpSpPr>
              <a:xfrm>
                <a:off x="8698070" y="4221333"/>
                <a:ext cx="1157196" cy="251338"/>
                <a:chOff x="8678773" y="4221333"/>
                <a:chExt cx="1498223" cy="325408"/>
              </a:xfrm>
            </p:grpSpPr>
            <p:pic>
              <p:nvPicPr>
                <p:cNvPr id="473" name="logo-quadra" descr="Homepage - Spectra Investments">
                  <a:extLst>
                    <a:ext uri="{FF2B5EF4-FFF2-40B4-BE49-F238E27FC236}">
                      <a16:creationId xmlns:a16="http://schemas.microsoft.com/office/drawing/2014/main" id="{B55C980E-110D-40B9-5FFA-1146E106A903}"/>
                    </a:ext>
                  </a:extLst>
                </p:cNvPr>
                <p:cNvPicPr>
                  <a:picLocks noChangeAspect="1" noChangeArrowheads="1"/>
                </p:cNvPicPr>
                <p:nvPr/>
              </p:nvPicPr>
              <p:blipFill>
                <a:blip r:embed="rId47" cstate="hqprint">
                  <a:extLst>
                    <a:ext uri="{BEBA8EAE-BF5A-486C-A8C5-ECC9F3942E4B}">
                      <a14:imgProps xmlns:a14="http://schemas.microsoft.com/office/drawing/2010/main">
                        <a14:imgLayer r:embed="rId48">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699826" y="4228627"/>
                  <a:ext cx="477170" cy="318114"/>
                </a:xfrm>
                <a:prstGeom prst="rect">
                  <a:avLst/>
                </a:prstGeom>
                <a:noFill/>
                <a:extLst>
                  <a:ext uri="{909E8E84-426E-40DD-AFC4-6F175D3DCCD1}">
                    <a14:hiddenFill xmlns:a14="http://schemas.microsoft.com/office/drawing/2010/main">
                      <a:solidFill>
                        <a:srgbClr val="FFFFFF"/>
                      </a:solidFill>
                    </a14:hiddenFill>
                  </a:ext>
                </a:extLst>
              </p:spPr>
            </p:pic>
            <p:pic>
              <p:nvPicPr>
                <p:cNvPr id="474" name="logo-fram">
                  <a:extLst>
                    <a:ext uri="{FF2B5EF4-FFF2-40B4-BE49-F238E27FC236}">
                      <a16:creationId xmlns:a16="http://schemas.microsoft.com/office/drawing/2014/main" id="{CB4C4244-0025-A161-F648-FD43A4637A49}"/>
                    </a:ext>
                  </a:extLst>
                </p:cNvPr>
                <p:cNvPicPr>
                  <a:picLocks noChangeAspect="1" noChangeArrowheads="1"/>
                </p:cNvPicPr>
                <p:nvPr/>
              </p:nvPicPr>
              <p:blipFill>
                <a:blip r:embed="rId49">
                  <a:extLst>
                    <a:ext uri="{28A0092B-C50C-407E-A947-70E740481C1C}">
                      <a14:useLocalDpi xmlns:a14="http://schemas.microsoft.com/office/drawing/2010/main"/>
                    </a:ext>
                  </a:extLst>
                </a:blip>
                <a:stretch/>
              </p:blipFill>
              <p:spPr bwMode="auto">
                <a:xfrm>
                  <a:off x="9181496" y="4285129"/>
                  <a:ext cx="437891" cy="170776"/>
                </a:xfrm>
                <a:prstGeom prst="rect">
                  <a:avLst/>
                </a:prstGeom>
                <a:extLst>
                  <a:ext uri="{909E8E84-426E-40DD-AFC4-6F175D3DCCD1}">
                    <a14:hiddenFill xmlns:a14="http://schemas.microsoft.com/office/drawing/2010/main">
                      <a:solidFill>
                        <a:srgbClr val="FFFFFF"/>
                      </a:solidFill>
                    </a14:hiddenFill>
                  </a:ext>
                </a:extLst>
              </p:spPr>
            </p:pic>
            <p:pic>
              <p:nvPicPr>
                <p:cNvPr id="475" name="logo-canvas">
                  <a:extLst>
                    <a:ext uri="{FF2B5EF4-FFF2-40B4-BE49-F238E27FC236}">
                      <a16:creationId xmlns:a16="http://schemas.microsoft.com/office/drawing/2014/main" id="{A48EB7C5-933B-7B3B-C818-02EA15BE4FF3}"/>
                    </a:ext>
                  </a:extLst>
                </p:cNvPr>
                <p:cNvPicPr>
                  <a:picLocks noChangeAspect="1"/>
                </p:cNvPicPr>
                <p:nvPr/>
              </p:nvPicPr>
              <p:blipFill>
                <a:blip r:embed="rId50" cstate="hqprint">
                  <a:extLst>
                    <a:ext uri="{BEBA8EAE-BF5A-486C-A8C5-ECC9F3942E4B}">
                      <a14:imgProps xmlns:a14="http://schemas.microsoft.com/office/drawing/2010/main">
                        <a14:imgLayer r:embed="rId51">
                          <a14:imgEffect>
                            <a14:brightnessContrast bright="100000"/>
                          </a14:imgEffect>
                        </a14:imgLayer>
                      </a14:imgProps>
                    </a:ext>
                    <a:ext uri="{28A0092B-C50C-407E-A947-70E740481C1C}">
                      <a14:useLocalDpi xmlns:a14="http://schemas.microsoft.com/office/drawing/2010/main"/>
                    </a:ext>
                  </a:extLst>
                </a:blip>
                <a:srcRect/>
                <a:stretch/>
              </p:blipFill>
              <p:spPr>
                <a:xfrm>
                  <a:off x="8678773" y="4221333"/>
                  <a:ext cx="422284" cy="298369"/>
                </a:xfrm>
                <a:prstGeom prst="rect">
                  <a:avLst/>
                </a:prstGeom>
              </p:spPr>
            </p:pic>
          </p:grpSp>
          <p:pic>
            <p:nvPicPr>
              <p:cNvPr id="472" name="logo-itaú">
                <a:extLst>
                  <a:ext uri="{FF2B5EF4-FFF2-40B4-BE49-F238E27FC236}">
                    <a16:creationId xmlns:a16="http://schemas.microsoft.com/office/drawing/2014/main" id="{D14683C5-623D-7682-034C-276B5158BB0A}"/>
                  </a:ext>
                </a:extLst>
              </p:cNvPr>
              <p:cNvPicPr/>
              <p:nvPr/>
            </p:nvPicPr>
            <p:blipFill>
              <a:blip r:embed="rId45">
                <a:extLst>
                  <a:ext uri="{BEBA8EAE-BF5A-486C-A8C5-ECC9F3942E4B}">
                    <a14:imgProps xmlns:a14="http://schemas.microsoft.com/office/drawing/2010/main">
                      <a14:imgLayer r:embed="rId46">
                        <a14:imgEffect>
                          <a14:brightnessContrast bright="100000"/>
                        </a14:imgEffect>
                      </a14:imgLayer>
                    </a14:imgProps>
                  </a:ext>
                  <a:ext uri="{28A0092B-C50C-407E-A947-70E740481C1C}">
                    <a14:useLocalDpi xmlns:a14="http://schemas.microsoft.com/office/drawing/2010/main" val="0"/>
                  </a:ext>
                </a:extLst>
              </a:blip>
              <a:srcRect/>
              <a:stretch/>
            </p:blipFill>
            <p:spPr>
              <a:xfrm>
                <a:off x="8430213" y="4226967"/>
                <a:ext cx="205727" cy="205727"/>
              </a:xfrm>
              <a:prstGeom prst="rect">
                <a:avLst/>
              </a:prstGeom>
            </p:spPr>
          </p:pic>
        </p:grpSp>
        <p:pic>
          <p:nvPicPr>
            <p:cNvPr id="470" name="alice-singer-foto">
              <a:extLst>
                <a:ext uri="{FF2B5EF4-FFF2-40B4-BE49-F238E27FC236}">
                  <a16:creationId xmlns:a16="http://schemas.microsoft.com/office/drawing/2014/main" id="{F83CC7E8-A7BA-6A2C-DCF5-069B17AAA207}"/>
                </a:ext>
              </a:extLst>
            </p:cNvPr>
            <p:cNvPicPr preferRelativeResize="0">
              <a:picLocks/>
            </p:cNvPicPr>
            <p:nvPr/>
          </p:nvPicPr>
          <p:blipFill>
            <a:blip r:embed="rId52"/>
            <a:srcRect l="15144" r="15144"/>
            <a:stretch/>
          </p:blipFill>
          <p:spPr>
            <a:xfrm>
              <a:off x="8159674" y="4784347"/>
              <a:ext cx="775554" cy="775555"/>
            </a:xfrm>
            <a:prstGeom prst="rect">
              <a:avLst/>
            </a:prstGeom>
          </p:spPr>
        </p:pic>
      </p:grpSp>
    </p:spTree>
    <p:extLst>
      <p:ext uri="{BB962C8B-B14F-4D97-AF65-F5344CB8AC3E}">
        <p14:creationId xmlns:p14="http://schemas.microsoft.com/office/powerpoint/2010/main" val="118375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a:extLst>
            <a:ext uri="{FF2B5EF4-FFF2-40B4-BE49-F238E27FC236}">
              <a16:creationId xmlns:a16="http://schemas.microsoft.com/office/drawing/2014/main" id="{C1EF4E87-704D-A741-55B1-86207BD198D1}"/>
            </a:ext>
          </a:extLst>
        </p:cNvPr>
        <p:cNvGrpSpPr/>
        <p:nvPr/>
      </p:nvGrpSpPr>
      <p:grpSpPr>
        <a:xfrm>
          <a:off x="0" y="0"/>
          <a:ext cx="0" cy="0"/>
          <a:chOff x="0" y="0"/>
          <a:chExt cx="0" cy="0"/>
        </a:xfrm>
      </p:grpSpPr>
      <p:grpSp>
        <p:nvGrpSpPr>
          <p:cNvPr id="61" name="Group 60">
            <a:extLst>
              <a:ext uri="{FF2B5EF4-FFF2-40B4-BE49-F238E27FC236}">
                <a16:creationId xmlns:a16="http://schemas.microsoft.com/office/drawing/2014/main" id="{AC9FF5CE-504C-B0DB-0D4F-3399189A7537}"/>
              </a:ext>
            </a:extLst>
          </p:cNvPr>
          <p:cNvGrpSpPr/>
          <p:nvPr/>
        </p:nvGrpSpPr>
        <p:grpSpPr>
          <a:xfrm>
            <a:off x="7681208" y="1007534"/>
            <a:ext cx="4175829" cy="5301191"/>
            <a:chOff x="7681208" y="778405"/>
            <a:chExt cx="4175829" cy="5301191"/>
          </a:xfrm>
        </p:grpSpPr>
        <p:grpSp>
          <p:nvGrpSpPr>
            <p:cNvPr id="34" name="Group 33">
              <a:extLst>
                <a:ext uri="{FF2B5EF4-FFF2-40B4-BE49-F238E27FC236}">
                  <a16:creationId xmlns:a16="http://schemas.microsoft.com/office/drawing/2014/main" id="{8724E0FF-100B-07D9-8E7F-4B1EBDC27990}"/>
                </a:ext>
              </a:extLst>
            </p:cNvPr>
            <p:cNvGrpSpPr/>
            <p:nvPr/>
          </p:nvGrpSpPr>
          <p:grpSpPr>
            <a:xfrm>
              <a:off x="7681208" y="778405"/>
              <a:ext cx="1975766" cy="2519863"/>
              <a:chOff x="7357935" y="778405"/>
              <a:chExt cx="1975766" cy="2519863"/>
            </a:xfrm>
          </p:grpSpPr>
          <p:sp>
            <p:nvSpPr>
              <p:cNvPr id="19" name="object 14">
                <a:extLst>
                  <a:ext uri="{FF2B5EF4-FFF2-40B4-BE49-F238E27FC236}">
                    <a16:creationId xmlns:a16="http://schemas.microsoft.com/office/drawing/2014/main" id="{DE0C705B-62F6-CC94-C5B9-E47606F4CA53}"/>
                  </a:ext>
                </a:extLst>
              </p:cNvPr>
              <p:cNvSpPr/>
              <p:nvPr/>
            </p:nvSpPr>
            <p:spPr>
              <a:xfrm>
                <a:off x="7357935" y="778405"/>
                <a:ext cx="1975766" cy="2519863"/>
              </a:xfrm>
              <a:prstGeom prst="rect">
                <a:avLst/>
              </a:prstGeom>
              <a:gradFill>
                <a:gsLst>
                  <a:gs pos="100000">
                    <a:schemeClr val="bg2">
                      <a:lumMod val="75000"/>
                    </a:schemeClr>
                  </a:gs>
                  <a:gs pos="0">
                    <a:schemeClr val="bg2"/>
                  </a:gs>
                </a:gsLst>
                <a:lin ang="2700000" scaled="0"/>
              </a:gradFill>
            </p:spPr>
            <p:txBody>
              <a:bodyPr wrap="square" lIns="108000" tIns="180000" rIns="0" bIns="0" rtlCol="0"/>
              <a:lstStyle/>
              <a:p>
                <a:pPr marL="12707" marR="3081" lvl="0" indent="-5391" algn="l" defTabSz="914400" rtl="0" eaLnBrk="1" fontAlgn="auto" latinLnBrk="0" hangingPunct="1">
                  <a:lnSpc>
                    <a:spcPts val="1783"/>
                  </a:lnSpc>
                  <a:spcBef>
                    <a:spcPts val="240"/>
                  </a:spcBef>
                  <a:spcAft>
                    <a:spcPts val="0"/>
                  </a:spcAft>
                  <a:buClr>
                    <a:srgbClr val="000000"/>
                  </a:buClr>
                  <a:buSzTx/>
                  <a:buFont typeface="Arial"/>
                  <a:buNone/>
                  <a:tabLst/>
                  <a:defRPr/>
                </a:pPr>
                <a:r>
                  <a:rPr kumimoji="0" lang="pt-BR" sz="1607" b="1" i="0" u="none" strike="noStrike" kern="0" cap="none" spc="0" normalizeH="0" baseline="0" noProof="0">
                    <a:ln>
                      <a:noFill/>
                    </a:ln>
                    <a:solidFill>
                      <a:srgbClr val="000000"/>
                    </a:solidFill>
                    <a:effectLst/>
                    <a:uLnTx/>
                    <a:uFillTx/>
                    <a:latin typeface="Versos"/>
                    <a:cs typeface="Arial"/>
                    <a:sym typeface="Arial"/>
                  </a:rPr>
                  <a:t>Ativos</a:t>
                </a:r>
              </a:p>
              <a:p>
                <a:pPr marL="12707" marR="3081" lvl="0" indent="-5391" algn="l" defTabSz="914400" rtl="0" eaLnBrk="1" fontAlgn="auto" latinLnBrk="0" hangingPunct="1">
                  <a:lnSpc>
                    <a:spcPts val="1783"/>
                  </a:lnSpc>
                  <a:spcBef>
                    <a:spcPts val="240"/>
                  </a:spcBef>
                  <a:spcAft>
                    <a:spcPts val="0"/>
                  </a:spcAft>
                  <a:buClr>
                    <a:srgbClr val="000000"/>
                  </a:buClr>
                  <a:buSzTx/>
                  <a:buFont typeface="Arial"/>
                  <a:buNone/>
                  <a:tabLst/>
                  <a:defRPr/>
                </a:pPr>
                <a:r>
                  <a:rPr kumimoji="0" lang="pt-BR" sz="1607" b="1" i="0" u="none" strike="noStrike" kern="0" cap="none" spc="0" normalizeH="0" baseline="0" noProof="0">
                    <a:ln>
                      <a:noFill/>
                    </a:ln>
                    <a:solidFill>
                      <a:srgbClr val="000000"/>
                    </a:solidFill>
                    <a:effectLst/>
                    <a:uLnTx/>
                    <a:uFillTx/>
                    <a:latin typeface="Versos"/>
                    <a:cs typeface="Arial"/>
                    <a:sym typeface="Arial"/>
                  </a:rPr>
                  <a:t>sob gestão</a:t>
                </a:r>
              </a:p>
            </p:txBody>
          </p:sp>
          <p:sp>
            <p:nvSpPr>
              <p:cNvPr id="33" name="TextBox 32">
                <a:extLst>
                  <a:ext uri="{FF2B5EF4-FFF2-40B4-BE49-F238E27FC236}">
                    <a16:creationId xmlns:a16="http://schemas.microsoft.com/office/drawing/2014/main" id="{E97E3F42-DF08-12F0-9233-3D336B9FAE2D}"/>
                  </a:ext>
                </a:extLst>
              </p:cNvPr>
              <p:cNvSpPr txBox="1"/>
              <p:nvPr/>
            </p:nvSpPr>
            <p:spPr>
              <a:xfrm>
                <a:off x="7357935" y="1470555"/>
                <a:ext cx="1975766" cy="1813955"/>
              </a:xfrm>
              <a:prstGeom prst="rect">
                <a:avLst/>
              </a:prstGeom>
              <a:noFill/>
            </p:spPr>
            <p:txBody>
              <a:bodyPr wrap="square" lIns="0" tIns="0" rIns="72000" bIns="720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400" b="1" i="0" u="none" strike="noStrike" kern="0" cap="none" spc="-55" normalizeH="0" baseline="0" noProof="0">
                    <a:ln>
                      <a:noFill/>
                    </a:ln>
                    <a:solidFill>
                      <a:srgbClr val="000000">
                        <a:lumMod val="85000"/>
                        <a:lumOff val="15000"/>
                      </a:srgbClr>
                    </a:solidFill>
                    <a:effectLst/>
                    <a:uLnTx/>
                    <a:uFillTx/>
                    <a:latin typeface="Versos"/>
                    <a:cs typeface="Arial"/>
                    <a:sym typeface="Arial"/>
                  </a:rPr>
                  <a:t>+R$ </a:t>
                </a:r>
                <a:r>
                  <a:rPr kumimoji="0" lang="pt-BR" sz="3760" b="1" i="0" u="none" strike="noStrike" kern="0" cap="none" spc="-55" normalizeH="0" baseline="0" noProof="0">
                    <a:ln>
                      <a:noFill/>
                    </a:ln>
                    <a:solidFill>
                      <a:srgbClr val="000000">
                        <a:lumMod val="85000"/>
                        <a:lumOff val="15000"/>
                      </a:srgbClr>
                    </a:solidFill>
                    <a:effectLst/>
                    <a:uLnTx/>
                    <a:uFillTx/>
                    <a:latin typeface="Versos"/>
                    <a:cs typeface="Arial"/>
                    <a:sym typeface="Arial"/>
                  </a:rPr>
                  <a:t>12 bi</a:t>
                </a:r>
              </a:p>
            </p:txBody>
          </p:sp>
        </p:grpSp>
        <p:grpSp>
          <p:nvGrpSpPr>
            <p:cNvPr id="35" name="Group 34">
              <a:extLst>
                <a:ext uri="{FF2B5EF4-FFF2-40B4-BE49-F238E27FC236}">
                  <a16:creationId xmlns:a16="http://schemas.microsoft.com/office/drawing/2014/main" id="{0D7A13C1-769D-531B-B944-DE747D16D619}"/>
                </a:ext>
              </a:extLst>
            </p:cNvPr>
            <p:cNvGrpSpPr/>
            <p:nvPr/>
          </p:nvGrpSpPr>
          <p:grpSpPr>
            <a:xfrm>
              <a:off x="9881271" y="778405"/>
              <a:ext cx="1975766" cy="3311172"/>
              <a:chOff x="7357935" y="778405"/>
              <a:chExt cx="1975766" cy="3311172"/>
            </a:xfrm>
          </p:grpSpPr>
          <p:sp>
            <p:nvSpPr>
              <p:cNvPr id="45" name="object 14">
                <a:extLst>
                  <a:ext uri="{FF2B5EF4-FFF2-40B4-BE49-F238E27FC236}">
                    <a16:creationId xmlns:a16="http://schemas.microsoft.com/office/drawing/2014/main" id="{431E1DBA-8B41-CACE-B4F9-AE64B6916304}"/>
                  </a:ext>
                </a:extLst>
              </p:cNvPr>
              <p:cNvSpPr/>
              <p:nvPr/>
            </p:nvSpPr>
            <p:spPr>
              <a:xfrm>
                <a:off x="7357935" y="778405"/>
                <a:ext cx="1975766" cy="2519863"/>
              </a:xfrm>
              <a:prstGeom prst="rect">
                <a:avLst/>
              </a:prstGeom>
              <a:gradFill>
                <a:gsLst>
                  <a:gs pos="100000">
                    <a:schemeClr val="tx2">
                      <a:lumMod val="20000"/>
                      <a:lumOff val="80000"/>
                    </a:schemeClr>
                  </a:gs>
                  <a:gs pos="0">
                    <a:schemeClr val="tx2">
                      <a:lumMod val="40000"/>
                      <a:lumOff val="60000"/>
                    </a:schemeClr>
                  </a:gs>
                </a:gsLst>
                <a:lin ang="2700000" scaled="0"/>
              </a:gradFill>
            </p:spPr>
            <p:txBody>
              <a:bodyPr wrap="square" lIns="108000" tIns="108000" rIns="0" bIns="0" rtlCol="0" anchor="t"/>
              <a:lstStyle/>
              <a:p>
                <a:pPr marL="12700" marR="2540" lvl="0" indent="-5080" algn="l" defTabSz="914400" rtl="0" eaLnBrk="1" fontAlgn="auto" latinLnBrk="0" hangingPunct="1">
                  <a:lnSpc>
                    <a:spcPts val="1782"/>
                  </a:lnSpc>
                  <a:spcBef>
                    <a:spcPts val="240"/>
                  </a:spcBef>
                  <a:spcAft>
                    <a:spcPts val="0"/>
                  </a:spcAft>
                  <a:buClr>
                    <a:srgbClr val="000000"/>
                  </a:buClr>
                  <a:buSzTx/>
                  <a:buFont typeface="Arial"/>
                  <a:buNone/>
                  <a:tabLst/>
                  <a:defRPr/>
                </a:pPr>
                <a:r>
                  <a:rPr kumimoji="0" lang="pt-BR" sz="1600" b="1" i="0" u="none" strike="noStrike" kern="0" cap="none" spc="0" normalizeH="0" baseline="0" noProof="0">
                    <a:ln>
                      <a:noFill/>
                    </a:ln>
                    <a:solidFill>
                      <a:srgbClr val="000000"/>
                    </a:solidFill>
                    <a:effectLst/>
                    <a:uLnTx/>
                    <a:uFillTx/>
                    <a:latin typeface="Versos"/>
                    <a:cs typeface="Arial"/>
                    <a:sym typeface="Arial"/>
                  </a:rPr>
                  <a:t>Emissores em carteira</a:t>
                </a:r>
                <a:endParaRPr kumimoji="0" lang="pt-BR"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TextBox 45">
                <a:extLst>
                  <a:ext uri="{FF2B5EF4-FFF2-40B4-BE49-F238E27FC236}">
                    <a16:creationId xmlns:a16="http://schemas.microsoft.com/office/drawing/2014/main" id="{C2D1B9AC-FE58-F27C-5086-99E8AEC8DA10}"/>
                  </a:ext>
                </a:extLst>
              </p:cNvPr>
              <p:cNvSpPr txBox="1"/>
              <p:nvPr/>
            </p:nvSpPr>
            <p:spPr>
              <a:xfrm>
                <a:off x="7406780" y="3203696"/>
                <a:ext cx="1926921" cy="885881"/>
              </a:xfrm>
              <a:prstGeom prst="rect">
                <a:avLst/>
              </a:prstGeom>
              <a:noFill/>
            </p:spPr>
            <p:txBody>
              <a:bodyPr wrap="square" lIns="0" tIns="0" rIns="72000" bIns="720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3750" b="1" i="0" u="none" strike="noStrike" kern="0" cap="none" spc="-55" normalizeH="0" baseline="0" noProof="0">
                  <a:ln>
                    <a:noFill/>
                  </a:ln>
                  <a:solidFill>
                    <a:srgbClr val="000000">
                      <a:lumMod val="85000"/>
                      <a:lumOff val="15000"/>
                    </a:srgbClr>
                  </a:solidFill>
                  <a:effectLst/>
                  <a:uLnTx/>
                  <a:uFillTx/>
                  <a:latin typeface="Versos"/>
                  <a:cs typeface="Arial"/>
                  <a:sym typeface="Arial"/>
                </a:endParaRP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750" b="1" i="0" u="none" strike="noStrike" kern="0" cap="none" spc="-55" normalizeH="0" baseline="0" noProof="0">
                    <a:ln>
                      <a:noFill/>
                    </a:ln>
                    <a:solidFill>
                      <a:srgbClr val="000000">
                        <a:lumMod val="85000"/>
                        <a:lumOff val="15000"/>
                      </a:srgbClr>
                    </a:solidFill>
                    <a:effectLst/>
                    <a:uLnTx/>
                    <a:uFillTx/>
                    <a:latin typeface="Versos"/>
                    <a:cs typeface="Arial"/>
                    <a:sym typeface="Arial"/>
                  </a:rPr>
                  <a:t>+30</a:t>
                </a:r>
                <a:br>
                  <a:rPr kumimoji="0" lang="pt-BR" sz="3750" b="1" i="0" u="none" strike="noStrike" kern="0" cap="none" spc="-55" normalizeH="0" baseline="0" noProof="0">
                    <a:ln>
                      <a:noFill/>
                    </a:ln>
                    <a:solidFill>
                      <a:srgbClr val="000000"/>
                    </a:solidFill>
                    <a:effectLst/>
                    <a:uLnTx/>
                    <a:uFillTx/>
                    <a:latin typeface="Versos"/>
                    <a:cs typeface="Arial"/>
                    <a:sym typeface="Arial"/>
                  </a:rPr>
                </a:br>
                <a:r>
                  <a:rPr kumimoji="0" lang="pt-BR" sz="1200" b="1" i="0" u="none" strike="noStrike" kern="0" cap="none" spc="0" normalizeH="0" baseline="0" noProof="0">
                    <a:ln>
                      <a:noFill/>
                    </a:ln>
                    <a:solidFill>
                      <a:srgbClr val="000000">
                        <a:lumMod val="85000"/>
                        <a:lumOff val="15000"/>
                      </a:srgbClr>
                    </a:solidFill>
                    <a:effectLst/>
                    <a:uLnTx/>
                    <a:uFillTx/>
                    <a:latin typeface="Versos"/>
                    <a:cs typeface="Arial"/>
                    <a:sym typeface="Arial"/>
                  </a:rPr>
                  <a:t>Bancários</a:t>
                </a:r>
                <a:endParaRPr kumimoji="0" lang="pt-BR" sz="1400" b="0" i="0" u="none" strike="noStrike" kern="0" cap="none" spc="0" normalizeH="0" baseline="0" noProof="0">
                  <a:ln>
                    <a:noFill/>
                  </a:ln>
                  <a:solidFill>
                    <a:srgbClr val="000000"/>
                  </a:solidFill>
                  <a:effectLst/>
                  <a:uLnTx/>
                  <a:uFillTx/>
                  <a:latin typeface="Arial"/>
                  <a:cs typeface="Arial"/>
                  <a:sym typeface="Arial"/>
                </a:endParaRP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800" b="1" i="0" u="none" strike="noStrike" kern="0" cap="none" spc="0" normalizeH="0" baseline="0" noProof="0">
                    <a:ln>
                      <a:noFill/>
                    </a:ln>
                    <a:solidFill>
                      <a:srgbClr val="000000">
                        <a:lumMod val="85000"/>
                        <a:lumOff val="15000"/>
                      </a:srgbClr>
                    </a:solidFill>
                    <a:effectLst/>
                    <a:uLnTx/>
                    <a:uFillTx/>
                    <a:latin typeface="Versos"/>
                    <a:cs typeface="Arial"/>
                    <a:sym typeface="Arial"/>
                  </a:rPr>
                  <a:t>+100</a:t>
                </a:r>
                <a:br>
                  <a:rPr kumimoji="0" lang="pt-BR" sz="3800" b="1" i="0" u="none" strike="noStrike" kern="0" cap="none" spc="0" normalizeH="0" baseline="0" noProof="0">
                    <a:ln>
                      <a:noFill/>
                    </a:ln>
                    <a:solidFill>
                      <a:srgbClr val="000000">
                        <a:lumMod val="85000"/>
                        <a:lumOff val="15000"/>
                      </a:srgbClr>
                    </a:solidFill>
                    <a:effectLst/>
                    <a:uLnTx/>
                    <a:uFillTx/>
                    <a:latin typeface="Versos"/>
                    <a:cs typeface="Arial"/>
                    <a:sym typeface="Arial"/>
                  </a:rPr>
                </a:br>
                <a:r>
                  <a:rPr kumimoji="0" lang="pt-BR" sz="1200" b="1" i="0" u="none" strike="noStrike" kern="0" cap="none" spc="0" normalizeH="0" baseline="0" noProof="0">
                    <a:ln>
                      <a:noFill/>
                    </a:ln>
                    <a:solidFill>
                      <a:srgbClr val="262626"/>
                    </a:solidFill>
                    <a:effectLst/>
                    <a:uLnTx/>
                    <a:uFillTx/>
                    <a:latin typeface="Versos"/>
                    <a:cs typeface="Arial"/>
                    <a:sym typeface="Arial"/>
                  </a:rPr>
                  <a:t>Corporativos</a:t>
                </a:r>
                <a:endParaRPr kumimoji="0" lang="pt-BR" sz="1200" b="0" i="0" u="none" strike="noStrike" kern="0" cap="none" spc="0" normalizeH="0" baseline="0" noProof="0">
                  <a:ln>
                    <a:noFill/>
                  </a:ln>
                  <a:solidFill>
                    <a:srgbClr val="000000"/>
                  </a:solidFill>
                  <a:effectLst/>
                  <a:uLnTx/>
                  <a:uFillTx/>
                  <a:latin typeface="Versos"/>
                  <a:cs typeface="Arial"/>
                  <a:sym typeface="Arial"/>
                </a:endParaRP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3800" b="1" i="0" u="none" strike="noStrike" kern="0" cap="none" spc="0" normalizeH="0" baseline="0" noProof="0">
                  <a:ln>
                    <a:noFill/>
                  </a:ln>
                  <a:solidFill>
                    <a:srgbClr val="000000"/>
                  </a:solidFill>
                  <a:effectLst/>
                  <a:uLnTx/>
                  <a:uFillTx/>
                  <a:latin typeface="Versos"/>
                  <a:cs typeface="Arial"/>
                  <a:sym typeface="Arial"/>
                </a:endParaRP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200" b="1" i="0" u="none" strike="noStrike" kern="0" cap="none" spc="0" normalizeH="0" baseline="0" noProof="0">
                  <a:ln>
                    <a:noFill/>
                  </a:ln>
                  <a:solidFill>
                    <a:srgbClr val="000000">
                      <a:lumMod val="85000"/>
                      <a:lumOff val="15000"/>
                    </a:srgbClr>
                  </a:solidFill>
                  <a:effectLst/>
                  <a:uLnTx/>
                  <a:uFillTx/>
                  <a:latin typeface="Versos"/>
                  <a:cs typeface="Arial"/>
                  <a:sym typeface="Arial"/>
                </a:endParaRPr>
              </a:p>
            </p:txBody>
          </p:sp>
        </p:grpSp>
        <p:grpSp>
          <p:nvGrpSpPr>
            <p:cNvPr id="47" name="Group 46">
              <a:extLst>
                <a:ext uri="{FF2B5EF4-FFF2-40B4-BE49-F238E27FC236}">
                  <a16:creationId xmlns:a16="http://schemas.microsoft.com/office/drawing/2014/main" id="{6E6CAD93-0F84-2A8C-C065-0FFB7E82F1D6}"/>
                </a:ext>
              </a:extLst>
            </p:cNvPr>
            <p:cNvGrpSpPr/>
            <p:nvPr/>
          </p:nvGrpSpPr>
          <p:grpSpPr>
            <a:xfrm>
              <a:off x="7681208" y="3559733"/>
              <a:ext cx="1975766" cy="2519863"/>
              <a:chOff x="7357935" y="778405"/>
              <a:chExt cx="1975766" cy="2519863"/>
            </a:xfrm>
          </p:grpSpPr>
          <p:sp>
            <p:nvSpPr>
              <p:cNvPr id="48" name="object 14">
                <a:extLst>
                  <a:ext uri="{FF2B5EF4-FFF2-40B4-BE49-F238E27FC236}">
                    <a16:creationId xmlns:a16="http://schemas.microsoft.com/office/drawing/2014/main" id="{8E4A544B-223B-D056-6272-C4ADE192088D}"/>
                  </a:ext>
                </a:extLst>
              </p:cNvPr>
              <p:cNvSpPr/>
              <p:nvPr/>
            </p:nvSpPr>
            <p:spPr>
              <a:xfrm>
                <a:off x="7357935" y="778405"/>
                <a:ext cx="1975766" cy="2519863"/>
              </a:xfrm>
              <a:prstGeom prst="rect">
                <a:avLst/>
              </a:prstGeom>
              <a:gradFill>
                <a:gsLst>
                  <a:gs pos="100000">
                    <a:schemeClr val="tx2">
                      <a:lumMod val="20000"/>
                      <a:lumOff val="80000"/>
                    </a:schemeClr>
                  </a:gs>
                  <a:gs pos="0">
                    <a:schemeClr val="tx2">
                      <a:lumMod val="40000"/>
                      <a:lumOff val="60000"/>
                    </a:schemeClr>
                  </a:gs>
                </a:gsLst>
                <a:lin ang="2700000" scaled="0"/>
              </a:gradFill>
            </p:spPr>
            <p:txBody>
              <a:bodyPr wrap="square" lIns="108000" tIns="108000" rIns="0" bIns="0" rtlCol="0"/>
              <a:lstStyle/>
              <a:p>
                <a:pPr marL="12707" marR="3081" lvl="0" indent="-5391" algn="l" defTabSz="914400" rtl="0" eaLnBrk="1" fontAlgn="auto" latinLnBrk="0" hangingPunct="1">
                  <a:lnSpc>
                    <a:spcPts val="1783"/>
                  </a:lnSpc>
                  <a:spcBef>
                    <a:spcPts val="240"/>
                  </a:spcBef>
                  <a:spcAft>
                    <a:spcPts val="0"/>
                  </a:spcAft>
                  <a:buClr>
                    <a:srgbClr val="000000"/>
                  </a:buClr>
                  <a:buSzTx/>
                  <a:buFont typeface="Arial"/>
                  <a:buNone/>
                  <a:tabLst/>
                  <a:defRPr/>
                </a:pPr>
                <a:r>
                  <a:rPr kumimoji="0" lang="pt-BR" sz="1607" b="1" i="0" u="none" strike="noStrike" kern="0" cap="none" spc="0" normalizeH="0" baseline="0" noProof="0" err="1">
                    <a:ln>
                      <a:noFill/>
                    </a:ln>
                    <a:solidFill>
                      <a:srgbClr val="000000"/>
                    </a:solidFill>
                    <a:effectLst/>
                    <a:uLnTx/>
                    <a:uFillTx/>
                    <a:latin typeface="Versos"/>
                    <a:cs typeface="Arial"/>
                    <a:sym typeface="Arial"/>
                  </a:rPr>
                  <a:t>AuM</a:t>
                </a:r>
                <a:r>
                  <a:rPr kumimoji="0" lang="pt-BR" sz="1607" b="1" i="0" u="none" strike="noStrike" kern="0" cap="none" spc="0" normalizeH="0" baseline="0" noProof="0">
                    <a:ln>
                      <a:noFill/>
                    </a:ln>
                    <a:solidFill>
                      <a:srgbClr val="000000"/>
                    </a:solidFill>
                    <a:effectLst/>
                    <a:uLnTx/>
                    <a:uFillTx/>
                    <a:latin typeface="Versos"/>
                    <a:cs typeface="Arial"/>
                    <a:sym typeface="Arial"/>
                  </a:rPr>
                  <a:t> captado </a:t>
                </a:r>
                <a:br>
                  <a:rPr kumimoji="0" lang="pt-BR" sz="1607" b="1" i="0" u="none" strike="noStrike" kern="0" cap="none" spc="0" normalizeH="0" baseline="0" noProof="0">
                    <a:ln>
                      <a:noFill/>
                    </a:ln>
                    <a:solidFill>
                      <a:srgbClr val="000000"/>
                    </a:solidFill>
                    <a:effectLst/>
                    <a:uLnTx/>
                    <a:uFillTx/>
                    <a:latin typeface="Versos"/>
                    <a:cs typeface="Arial"/>
                    <a:sym typeface="Arial"/>
                  </a:rPr>
                </a:br>
                <a:r>
                  <a:rPr kumimoji="0" lang="pt-BR" sz="1607" b="1" i="0" u="none" strike="noStrike" kern="0" cap="none" spc="0" normalizeH="0" baseline="0" noProof="0">
                    <a:ln>
                      <a:noFill/>
                    </a:ln>
                    <a:solidFill>
                      <a:srgbClr val="000000"/>
                    </a:solidFill>
                    <a:effectLst/>
                    <a:uLnTx/>
                    <a:uFillTx/>
                    <a:latin typeface="Versos"/>
                    <a:cs typeface="Arial"/>
                    <a:sym typeface="Arial"/>
                  </a:rPr>
                  <a:t>nos últimos </a:t>
                </a:r>
                <a:br>
                  <a:rPr kumimoji="0" lang="pt-BR" sz="1607" b="1" i="0" u="none" strike="noStrike" kern="0" cap="none" spc="0" normalizeH="0" baseline="0" noProof="0">
                    <a:ln>
                      <a:noFill/>
                    </a:ln>
                    <a:solidFill>
                      <a:srgbClr val="000000"/>
                    </a:solidFill>
                    <a:effectLst/>
                    <a:uLnTx/>
                    <a:uFillTx/>
                    <a:latin typeface="Versos"/>
                    <a:cs typeface="Arial"/>
                    <a:sym typeface="Arial"/>
                  </a:rPr>
                </a:br>
                <a:r>
                  <a:rPr kumimoji="0" lang="pt-BR" sz="1607" b="1" i="0" u="none" strike="noStrike" kern="0" cap="none" spc="0" normalizeH="0" baseline="0" noProof="0">
                    <a:ln>
                      <a:noFill/>
                    </a:ln>
                    <a:solidFill>
                      <a:srgbClr val="000000"/>
                    </a:solidFill>
                    <a:effectLst/>
                    <a:uLnTx/>
                    <a:uFillTx/>
                    <a:latin typeface="Versos"/>
                    <a:cs typeface="Arial"/>
                    <a:sym typeface="Arial"/>
                  </a:rPr>
                  <a:t>12 meses</a:t>
                </a:r>
              </a:p>
            </p:txBody>
          </p:sp>
          <p:sp>
            <p:nvSpPr>
              <p:cNvPr id="55" name="TextBox 54">
                <a:extLst>
                  <a:ext uri="{FF2B5EF4-FFF2-40B4-BE49-F238E27FC236}">
                    <a16:creationId xmlns:a16="http://schemas.microsoft.com/office/drawing/2014/main" id="{53C50901-1A34-4E72-23E3-81DBEC9B270E}"/>
                  </a:ext>
                </a:extLst>
              </p:cNvPr>
              <p:cNvSpPr txBox="1"/>
              <p:nvPr/>
            </p:nvSpPr>
            <p:spPr>
              <a:xfrm>
                <a:off x="7357935" y="1484313"/>
                <a:ext cx="1975766" cy="1813955"/>
              </a:xfrm>
              <a:prstGeom prst="rect">
                <a:avLst/>
              </a:prstGeom>
              <a:noFill/>
            </p:spPr>
            <p:txBody>
              <a:bodyPr wrap="square" lIns="0" tIns="0" rIns="72000" bIns="720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400" b="1" i="0" u="none" strike="noStrike" kern="0" cap="none" spc="-55" normalizeH="0" baseline="0" noProof="0">
                    <a:ln>
                      <a:noFill/>
                    </a:ln>
                    <a:solidFill>
                      <a:srgbClr val="000000">
                        <a:lumMod val="85000"/>
                        <a:lumOff val="15000"/>
                      </a:srgbClr>
                    </a:solidFill>
                    <a:effectLst/>
                    <a:uLnTx/>
                    <a:uFillTx/>
                    <a:latin typeface="Versos"/>
                    <a:cs typeface="Arial"/>
                    <a:sym typeface="Arial"/>
                  </a:rPr>
                  <a:t>+R$ </a:t>
                </a:r>
                <a:r>
                  <a:rPr kumimoji="0" lang="pt-BR" sz="3760" b="1" i="0" u="none" strike="noStrike" kern="0" cap="none" spc="-55" normalizeH="0" baseline="0" noProof="0">
                    <a:ln>
                      <a:noFill/>
                    </a:ln>
                    <a:solidFill>
                      <a:srgbClr val="000000">
                        <a:lumMod val="85000"/>
                        <a:lumOff val="15000"/>
                      </a:srgbClr>
                    </a:solidFill>
                    <a:effectLst/>
                    <a:uLnTx/>
                    <a:uFillTx/>
                    <a:latin typeface="Versos"/>
                    <a:cs typeface="Arial"/>
                    <a:sym typeface="Arial"/>
                  </a:rPr>
                  <a:t>3,5 bi</a:t>
                </a:r>
              </a:p>
            </p:txBody>
          </p:sp>
        </p:grpSp>
        <p:grpSp>
          <p:nvGrpSpPr>
            <p:cNvPr id="56" name="Group 55">
              <a:extLst>
                <a:ext uri="{FF2B5EF4-FFF2-40B4-BE49-F238E27FC236}">
                  <a16:creationId xmlns:a16="http://schemas.microsoft.com/office/drawing/2014/main" id="{E07A57DE-E52B-1350-C973-BF49D27C3C95}"/>
                </a:ext>
              </a:extLst>
            </p:cNvPr>
            <p:cNvGrpSpPr/>
            <p:nvPr/>
          </p:nvGrpSpPr>
          <p:grpSpPr>
            <a:xfrm>
              <a:off x="9881271" y="3559733"/>
              <a:ext cx="1975766" cy="2519863"/>
              <a:chOff x="7357935" y="778405"/>
              <a:chExt cx="1975766" cy="2519863"/>
            </a:xfrm>
          </p:grpSpPr>
          <p:sp>
            <p:nvSpPr>
              <p:cNvPr id="57" name="object 14">
                <a:extLst>
                  <a:ext uri="{FF2B5EF4-FFF2-40B4-BE49-F238E27FC236}">
                    <a16:creationId xmlns:a16="http://schemas.microsoft.com/office/drawing/2014/main" id="{DA13EBEC-7DB4-908D-73CC-DF338397B7E2}"/>
                  </a:ext>
                </a:extLst>
              </p:cNvPr>
              <p:cNvSpPr/>
              <p:nvPr/>
            </p:nvSpPr>
            <p:spPr>
              <a:xfrm>
                <a:off x="7357935" y="778405"/>
                <a:ext cx="1975766" cy="2519863"/>
              </a:xfrm>
              <a:prstGeom prst="rect">
                <a:avLst/>
              </a:prstGeom>
              <a:gradFill>
                <a:gsLst>
                  <a:gs pos="100000">
                    <a:schemeClr val="bg2">
                      <a:lumMod val="75000"/>
                    </a:schemeClr>
                  </a:gs>
                  <a:gs pos="0">
                    <a:schemeClr val="bg2"/>
                  </a:gs>
                </a:gsLst>
                <a:lin ang="2700000" scaled="0"/>
              </a:gradFill>
            </p:spPr>
            <p:txBody>
              <a:bodyPr wrap="square" lIns="108000" tIns="108000" rIns="0" bIns="0" rtlCol="0"/>
              <a:lstStyle/>
              <a:p>
                <a:pPr marL="12707" marR="3081" lvl="0" indent="-5391" algn="l" defTabSz="914400" rtl="0" eaLnBrk="1" fontAlgn="auto" latinLnBrk="0" hangingPunct="1">
                  <a:lnSpc>
                    <a:spcPts val="1783"/>
                  </a:lnSpc>
                  <a:spcBef>
                    <a:spcPts val="240"/>
                  </a:spcBef>
                  <a:spcAft>
                    <a:spcPts val="0"/>
                  </a:spcAft>
                  <a:buClr>
                    <a:srgbClr val="000000"/>
                  </a:buClr>
                  <a:buSzTx/>
                  <a:buFont typeface="Arial"/>
                  <a:buNone/>
                  <a:tabLst/>
                  <a:defRPr/>
                </a:pPr>
                <a:r>
                  <a:rPr kumimoji="0" lang="pt-BR" sz="1607" b="1" i="0" u="none" strike="noStrike" kern="0" cap="none" spc="0" normalizeH="0" baseline="0" noProof="0">
                    <a:ln>
                      <a:noFill/>
                    </a:ln>
                    <a:solidFill>
                      <a:srgbClr val="000000"/>
                    </a:solidFill>
                    <a:effectLst/>
                    <a:uLnTx/>
                    <a:uFillTx/>
                    <a:latin typeface="Versos"/>
                    <a:cs typeface="Arial"/>
                    <a:sym typeface="Arial"/>
                  </a:rPr>
                  <a:t>Profissionais dedicados </a:t>
                </a:r>
                <a:br>
                  <a:rPr kumimoji="0" lang="pt-BR" sz="1607" b="1" i="0" u="none" strike="noStrike" kern="0" cap="none" spc="0" normalizeH="0" baseline="0" noProof="0">
                    <a:ln>
                      <a:noFill/>
                    </a:ln>
                    <a:solidFill>
                      <a:srgbClr val="000000"/>
                    </a:solidFill>
                    <a:effectLst/>
                    <a:uLnTx/>
                    <a:uFillTx/>
                    <a:latin typeface="Versos"/>
                    <a:cs typeface="Arial"/>
                    <a:sym typeface="Arial"/>
                  </a:rPr>
                </a:br>
                <a:r>
                  <a:rPr kumimoji="0" lang="pt-BR" sz="1607" b="1" i="0" u="none" strike="noStrike" kern="0" cap="none" spc="0" normalizeH="0" baseline="0" noProof="0">
                    <a:ln>
                      <a:noFill/>
                    </a:ln>
                    <a:solidFill>
                      <a:srgbClr val="000000"/>
                    </a:solidFill>
                    <a:effectLst/>
                    <a:uLnTx/>
                    <a:uFillTx/>
                    <a:latin typeface="Versos"/>
                    <a:cs typeface="Arial"/>
                    <a:sym typeface="Arial"/>
                  </a:rPr>
                  <a:t>ao Crédito</a:t>
                </a:r>
              </a:p>
            </p:txBody>
          </p:sp>
          <p:sp>
            <p:nvSpPr>
              <p:cNvPr id="60" name="TextBox 59">
                <a:extLst>
                  <a:ext uri="{FF2B5EF4-FFF2-40B4-BE49-F238E27FC236}">
                    <a16:creationId xmlns:a16="http://schemas.microsoft.com/office/drawing/2014/main" id="{C58B7459-9528-9CB5-2829-7476EF5FB566}"/>
                  </a:ext>
                </a:extLst>
              </p:cNvPr>
              <p:cNvSpPr txBox="1"/>
              <p:nvPr/>
            </p:nvSpPr>
            <p:spPr>
              <a:xfrm>
                <a:off x="7357935" y="1484313"/>
                <a:ext cx="1975766" cy="1813955"/>
              </a:xfrm>
              <a:prstGeom prst="rect">
                <a:avLst/>
              </a:prstGeom>
              <a:noFill/>
            </p:spPr>
            <p:txBody>
              <a:bodyPr wrap="square" lIns="0" tIns="0" rIns="72000" bIns="720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760" b="1" i="0" u="none" strike="noStrike" kern="0" cap="none" spc="-55" normalizeH="0" baseline="0" noProof="0">
                    <a:ln>
                      <a:noFill/>
                    </a:ln>
                    <a:solidFill>
                      <a:srgbClr val="000000">
                        <a:lumMod val="85000"/>
                        <a:lumOff val="15000"/>
                      </a:srgbClr>
                    </a:solidFill>
                    <a:effectLst/>
                    <a:uLnTx/>
                    <a:uFillTx/>
                    <a:latin typeface="Versos"/>
                    <a:cs typeface="Arial"/>
                    <a:sym typeface="Arial"/>
                  </a:rPr>
                  <a:t>11</a:t>
                </a:r>
              </a:p>
            </p:txBody>
          </p:sp>
        </p:grpSp>
      </p:grpSp>
      <p:sp>
        <p:nvSpPr>
          <p:cNvPr id="2" name="degrade-destaque">
            <a:extLst>
              <a:ext uri="{FF2B5EF4-FFF2-40B4-BE49-F238E27FC236}">
                <a16:creationId xmlns:a16="http://schemas.microsoft.com/office/drawing/2014/main" id="{3E08C499-07C8-0BFA-D896-FE59D844E272}"/>
              </a:ext>
            </a:extLst>
          </p:cNvPr>
          <p:cNvSpPr/>
          <p:nvPr/>
        </p:nvSpPr>
        <p:spPr>
          <a:xfrm>
            <a:off x="1484406" y="1700379"/>
            <a:ext cx="5360443" cy="500843"/>
          </a:xfrm>
          <a:prstGeom prst="rect">
            <a:avLst/>
          </a:prstGeom>
          <a:gradFill>
            <a:gsLst>
              <a:gs pos="100000">
                <a:schemeClr val="accent4"/>
              </a:gs>
              <a:gs pos="0">
                <a:schemeClr val="bg2"/>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849"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29" name="texto">
            <a:extLst>
              <a:ext uri="{FF2B5EF4-FFF2-40B4-BE49-F238E27FC236}">
                <a16:creationId xmlns:a16="http://schemas.microsoft.com/office/drawing/2014/main" id="{81AD745A-D4A9-9787-422A-D788AEC00436}"/>
              </a:ext>
            </a:extLst>
          </p:cNvPr>
          <p:cNvSpPr txBox="1"/>
          <p:nvPr/>
        </p:nvSpPr>
        <p:spPr>
          <a:xfrm>
            <a:off x="1523596" y="3529813"/>
            <a:ext cx="4943074" cy="1385713"/>
          </a:xfrm>
          <a:prstGeom prst="rect">
            <a:avLst/>
          </a:prstGeom>
        </p:spPr>
        <p:txBody>
          <a:bodyPr vert="horz" wrap="square" lIns="0" tIns="7316" rIns="0" bIns="0" rtlCol="0">
            <a:spAutoFit/>
          </a:bodyPr>
          <a:lstStyle/>
          <a:p>
            <a:pPr marL="7701" marR="3081" lvl="0" indent="0" algn="l" defTabSz="914400" rtl="0" eaLnBrk="1" fontAlgn="auto" latinLnBrk="0" hangingPunct="1">
              <a:lnSpc>
                <a:spcPct val="100600"/>
              </a:lnSpc>
              <a:spcBef>
                <a:spcPts val="58"/>
              </a:spcBef>
              <a:spcAft>
                <a:spcPts val="0"/>
              </a:spcAft>
              <a:buClr>
                <a:srgbClr val="000000"/>
              </a:buClr>
              <a:buSzTx/>
              <a:buFont typeface="Arial"/>
              <a:buNone/>
              <a:tabLst/>
              <a:defRPr/>
            </a:pPr>
            <a:r>
              <a:rPr kumimoji="0" lang="pt-BR" sz="1789" b="0" i="0" u="none" strike="noStrike" kern="0" cap="none" spc="0" normalizeH="0" baseline="0" noProof="0">
                <a:ln>
                  <a:noFill/>
                </a:ln>
                <a:solidFill>
                  <a:srgbClr val="FFFFFF"/>
                </a:solidFill>
                <a:effectLst/>
                <a:uLnTx/>
                <a:uFillTx/>
                <a:latin typeface="Versos"/>
                <a:cs typeface="Versos"/>
                <a:sym typeface="Arial"/>
              </a:rPr>
              <a:t>Atuamos nas estratégias de soluções de investimentos, alocação para fundações, previdências, fundos exclusivos para clientes alta renda e crédito privado voltado para o investidor pessoa física.</a:t>
            </a:r>
            <a:endParaRPr kumimoji="0" sz="1789" b="0" i="0" u="none" strike="noStrike" kern="0" cap="none" spc="0" normalizeH="0" baseline="0" noProof="0">
              <a:ln>
                <a:noFill/>
              </a:ln>
              <a:solidFill>
                <a:srgbClr val="000000"/>
              </a:solidFill>
              <a:effectLst/>
              <a:uLnTx/>
              <a:uFillTx/>
              <a:latin typeface="Versos"/>
              <a:cs typeface="Versos"/>
              <a:sym typeface="Arial"/>
            </a:endParaRPr>
          </a:p>
        </p:txBody>
      </p:sp>
      <p:sp>
        <p:nvSpPr>
          <p:cNvPr id="4" name="título">
            <a:extLst>
              <a:ext uri="{FF2B5EF4-FFF2-40B4-BE49-F238E27FC236}">
                <a16:creationId xmlns:a16="http://schemas.microsoft.com/office/drawing/2014/main" id="{F7CECF02-8C44-FD2C-E629-16E29847EAD4}"/>
              </a:ext>
            </a:extLst>
          </p:cNvPr>
          <p:cNvSpPr txBox="1"/>
          <p:nvPr/>
        </p:nvSpPr>
        <p:spPr>
          <a:xfrm>
            <a:off x="1523596" y="1713442"/>
            <a:ext cx="6261780" cy="1393344"/>
          </a:xfrm>
          <a:prstGeom prst="rect">
            <a:avLst/>
          </a:prstGeom>
        </p:spPr>
        <p:txBody>
          <a:bodyPr vert="horz" wrap="square" lIns="0" tIns="7316" rIns="0" bIns="0" rtlCol="0">
            <a:spAutoFit/>
          </a:bodyPr>
          <a:lstStyle/>
          <a:p>
            <a:pPr marL="7701" marR="624189" lvl="0" indent="0" algn="l" defTabSz="914400" rtl="0" eaLnBrk="1" fontAlgn="auto" latinLnBrk="0" hangingPunct="1">
              <a:lnSpc>
                <a:spcPct val="100000"/>
              </a:lnSpc>
              <a:spcBef>
                <a:spcPts val="58"/>
              </a:spcBef>
              <a:spcAft>
                <a:spcPts val="0"/>
              </a:spcAft>
              <a:buClr>
                <a:srgbClr val="000000"/>
              </a:buClr>
              <a:buSzTx/>
              <a:buFont typeface="Arial"/>
              <a:buNone/>
              <a:tabLst/>
              <a:defRPr/>
            </a:pPr>
            <a:r>
              <a:rPr kumimoji="0" lang="pt-BR" sz="3002" b="0" i="0" u="none" strike="noStrike" kern="0" cap="none" spc="0" normalizeH="0" baseline="0" noProof="0">
                <a:ln>
                  <a:noFill/>
                </a:ln>
                <a:solidFill>
                  <a:srgbClr val="000000"/>
                </a:solidFill>
                <a:effectLst/>
                <a:uLnTx/>
                <a:uFillTx/>
                <a:latin typeface="Versos"/>
                <a:cs typeface="Versos"/>
                <a:sym typeface="Arial"/>
              </a:rPr>
              <a:t>Credibilidade e performance </a:t>
            </a:r>
            <a:r>
              <a:rPr kumimoji="0" lang="pt-BR" sz="3002" b="0" i="0" u="none" strike="noStrike" kern="0" cap="none" spc="0" normalizeH="0" baseline="0" noProof="0">
                <a:ln>
                  <a:noFill/>
                </a:ln>
                <a:solidFill>
                  <a:srgbClr val="FFFFFF"/>
                </a:solidFill>
                <a:effectLst/>
                <a:uLnTx/>
                <a:uFillTx/>
                <a:latin typeface="Versos"/>
                <a:cs typeface="Versos"/>
                <a:sym typeface="Arial"/>
              </a:rPr>
              <a:t>da </a:t>
            </a:r>
            <a:r>
              <a:rPr kumimoji="0" lang="pt-BR" sz="3002" b="0" i="0" u="none" strike="noStrike" kern="0" cap="none" spc="0" normalizeH="0" baseline="0" noProof="0" err="1">
                <a:ln>
                  <a:noFill/>
                </a:ln>
                <a:solidFill>
                  <a:srgbClr val="FFFFFF"/>
                </a:solidFill>
                <a:effectLst/>
                <a:uLnTx/>
                <a:uFillTx/>
                <a:latin typeface="Versos"/>
                <a:cs typeface="Versos"/>
                <a:sym typeface="Arial"/>
              </a:rPr>
              <a:t>Tivio</a:t>
            </a:r>
            <a:r>
              <a:rPr kumimoji="0" lang="pt-BR" sz="3002" b="0" i="0" u="none" strike="noStrike" kern="0" cap="none" spc="0" normalizeH="0" baseline="0" noProof="0">
                <a:ln>
                  <a:noFill/>
                </a:ln>
                <a:solidFill>
                  <a:srgbClr val="FFFFFF"/>
                </a:solidFill>
                <a:effectLst/>
                <a:uLnTx/>
                <a:uFillTx/>
                <a:latin typeface="Versos"/>
                <a:cs typeface="Versos"/>
                <a:sym typeface="Arial"/>
              </a:rPr>
              <a:t> Capital no mercado </a:t>
            </a:r>
            <a:br>
              <a:rPr kumimoji="0" lang="pt-BR" sz="3002" b="0" i="0" u="none" strike="noStrike" kern="0" cap="none" spc="0" normalizeH="0" baseline="0" noProof="0">
                <a:ln>
                  <a:noFill/>
                </a:ln>
                <a:solidFill>
                  <a:srgbClr val="FFFFFF"/>
                </a:solidFill>
                <a:effectLst/>
                <a:uLnTx/>
                <a:uFillTx/>
                <a:latin typeface="Versos"/>
                <a:cs typeface="Versos"/>
                <a:sym typeface="Arial"/>
              </a:rPr>
            </a:br>
            <a:r>
              <a:rPr kumimoji="0" lang="pt-BR" sz="3002" b="0" i="0" u="none" strike="noStrike" kern="0" cap="none" spc="0" normalizeH="0" baseline="0" noProof="0">
                <a:ln>
                  <a:noFill/>
                </a:ln>
                <a:solidFill>
                  <a:srgbClr val="FFFFFF"/>
                </a:solidFill>
                <a:effectLst/>
                <a:uLnTx/>
                <a:uFillTx/>
                <a:latin typeface="Versos"/>
                <a:cs typeface="Versos"/>
                <a:sym typeface="Arial"/>
              </a:rPr>
              <a:t>de crédito privado</a:t>
            </a:r>
            <a:endParaRPr kumimoji="0" lang="pt-BR" sz="3002" b="0" i="0" u="none" strike="noStrike" kern="0" cap="none" spc="0" normalizeH="0" baseline="0" noProof="0">
              <a:ln>
                <a:noFill/>
              </a:ln>
              <a:solidFill>
                <a:srgbClr val="000000"/>
              </a:solidFill>
              <a:effectLst/>
              <a:uLnTx/>
              <a:uFillTx/>
              <a:latin typeface="Versos"/>
              <a:cs typeface="Versos"/>
              <a:sym typeface="Arial"/>
            </a:endParaRPr>
          </a:p>
        </p:txBody>
      </p:sp>
      <p:sp>
        <p:nvSpPr>
          <p:cNvPr id="63" name="logo-tivio-capital">
            <a:extLst>
              <a:ext uri="{FF2B5EF4-FFF2-40B4-BE49-F238E27FC236}">
                <a16:creationId xmlns:a16="http://schemas.microsoft.com/office/drawing/2014/main" id="{4AD61B30-3D46-8AE1-B122-DFB2D232C8E6}"/>
              </a:ext>
            </a:extLst>
          </p:cNvPr>
          <p:cNvSpPr/>
          <p:nvPr/>
        </p:nvSpPr>
        <p:spPr>
          <a:xfrm>
            <a:off x="1523595" y="5338554"/>
            <a:ext cx="990941" cy="336527"/>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Arial"/>
              <a:cs typeface="Arial"/>
              <a:sym typeface="Arial"/>
            </a:endParaRPr>
          </a:p>
        </p:txBody>
      </p:sp>
      <p:sp>
        <p:nvSpPr>
          <p:cNvPr id="66" name="Rectangle 65">
            <a:extLst>
              <a:ext uri="{FF2B5EF4-FFF2-40B4-BE49-F238E27FC236}">
                <a16:creationId xmlns:a16="http://schemas.microsoft.com/office/drawing/2014/main" id="{26A81056-1605-4167-4F27-3CB64EE18EBC}"/>
              </a:ext>
            </a:extLst>
          </p:cNvPr>
          <p:cNvSpPr/>
          <p:nvPr/>
        </p:nvSpPr>
        <p:spPr>
          <a:xfrm>
            <a:off x="1" y="0"/>
            <a:ext cx="1031966" cy="3429000"/>
          </a:xfrm>
          <a:prstGeom prst="rect">
            <a:avLst/>
          </a:prstGeom>
          <a:gradFill>
            <a:gsLst>
              <a:gs pos="100000">
                <a:schemeClr val="tx1">
                  <a:lumMod val="95000"/>
                  <a:lumOff val="5000"/>
                </a:schemeClr>
              </a:gs>
              <a:gs pos="16000">
                <a:schemeClr val="accent3">
                  <a:lumMod val="75000"/>
                </a:schemeClr>
              </a:gs>
              <a:gs pos="0">
                <a:schemeClr val="accent3"/>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Tree>
    <p:extLst>
      <p:ext uri="{BB962C8B-B14F-4D97-AF65-F5344CB8AC3E}">
        <p14:creationId xmlns:p14="http://schemas.microsoft.com/office/powerpoint/2010/main" val="4229692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100000">
              <a:schemeClr val="tx1">
                <a:lumMod val="95000"/>
                <a:lumOff val="5000"/>
              </a:schemeClr>
            </a:gs>
            <a:gs pos="0">
              <a:schemeClr val="tx1">
                <a:lumMod val="85000"/>
                <a:lumOff val="15000"/>
              </a:schemeClr>
            </a:gs>
          </a:gsLst>
          <a:lin ang="7200000" scaled="0"/>
        </a:gradFill>
        <a:effectLst/>
      </p:bgPr>
    </p:bg>
    <p:spTree>
      <p:nvGrpSpPr>
        <p:cNvPr id="1" name="">
          <a:extLst>
            <a:ext uri="{FF2B5EF4-FFF2-40B4-BE49-F238E27FC236}">
              <a16:creationId xmlns:a16="http://schemas.microsoft.com/office/drawing/2014/main" id="{4F956C6D-DB4F-6D85-263F-BAADE85B8F48}"/>
            </a:ext>
          </a:extLst>
        </p:cNvPr>
        <p:cNvGrpSpPr/>
        <p:nvPr/>
      </p:nvGrpSpPr>
      <p:grpSpPr>
        <a:xfrm>
          <a:off x="0" y="0"/>
          <a:ext cx="0" cy="0"/>
          <a:chOff x="0" y="0"/>
          <a:chExt cx="0" cy="0"/>
        </a:xfrm>
      </p:grpSpPr>
      <p:pic>
        <p:nvPicPr>
          <p:cNvPr id="15" name="Graphic 14">
            <a:extLst>
              <a:ext uri="{FF2B5EF4-FFF2-40B4-BE49-F238E27FC236}">
                <a16:creationId xmlns:a16="http://schemas.microsoft.com/office/drawing/2014/main" id="{521471FB-B6DF-FFDC-5D22-A5621ACDC5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258" y="1728788"/>
            <a:ext cx="12968516" cy="3746460"/>
          </a:xfrm>
          <a:prstGeom prst="rect">
            <a:avLst/>
          </a:prstGeom>
        </p:spPr>
      </p:pic>
      <p:pic>
        <p:nvPicPr>
          <p:cNvPr id="25" name="Picture 8">
            <a:extLst>
              <a:ext uri="{FF2B5EF4-FFF2-40B4-BE49-F238E27FC236}">
                <a16:creationId xmlns:a16="http://schemas.microsoft.com/office/drawing/2014/main" id="{3878A30B-2C5F-9462-AD77-8A8AC70158B8}"/>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17" t="-23966" r="-8117" b="-23966"/>
          <a:stretch/>
        </p:blipFill>
        <p:spPr>
          <a:xfrm>
            <a:off x="10848670" y="396067"/>
            <a:ext cx="889019" cy="384983"/>
          </a:xfrm>
          <a:prstGeom prst="rect">
            <a:avLst/>
          </a:prstGeom>
        </p:spPr>
      </p:pic>
      <p:sp>
        <p:nvSpPr>
          <p:cNvPr id="10" name="Slide Number Placeholder 9">
            <a:extLst>
              <a:ext uri="{FF2B5EF4-FFF2-40B4-BE49-F238E27FC236}">
                <a16:creationId xmlns:a16="http://schemas.microsoft.com/office/drawing/2014/main" id="{33F537D7-8B3B-BC40-5C80-A6152C7C790E}"/>
              </a:ext>
            </a:extLst>
          </p:cNvPr>
          <p:cNvSpPr>
            <a:spLocks noGrp="1"/>
          </p:cNvSpPr>
          <p:nvPr>
            <p:ph type="sldNum" sz="quarter" idx="4294967295"/>
          </p:nvPr>
        </p:nvSpPr>
        <p:spPr/>
        <p:txBody>
          <a:bodyPr/>
          <a:lstStyle/>
          <a:p>
            <a:pPr marL="20023">
              <a:spcBef>
                <a:spcPts val="45"/>
              </a:spcBef>
            </a:pPr>
            <a:fld id="{81D60167-4931-47E6-BA6A-407CBD079E47}" type="slidenum">
              <a:rPr lang="pt-BR" spc="-15" smtClean="0"/>
              <a:pPr marL="20023">
                <a:spcBef>
                  <a:spcPts val="45"/>
                </a:spcBef>
              </a:pPr>
              <a:t>6</a:t>
            </a:fld>
            <a:endParaRPr lang="pt-BR" spc="-15"/>
          </a:p>
        </p:txBody>
      </p:sp>
      <p:pic>
        <p:nvPicPr>
          <p:cNvPr id="3" name="Graphic 2">
            <a:extLst>
              <a:ext uri="{FF2B5EF4-FFF2-40B4-BE49-F238E27FC236}">
                <a16:creationId xmlns:a16="http://schemas.microsoft.com/office/drawing/2014/main" id="{3F0F3494-D6CF-0A14-9A18-5FC699E80C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57735" y="2994804"/>
            <a:ext cx="7276529" cy="868392"/>
          </a:xfrm>
          <a:prstGeom prst="rect">
            <a:avLst/>
          </a:prstGeom>
        </p:spPr>
      </p:pic>
    </p:spTree>
    <p:extLst>
      <p:ext uri="{BB962C8B-B14F-4D97-AF65-F5344CB8AC3E}">
        <p14:creationId xmlns:p14="http://schemas.microsoft.com/office/powerpoint/2010/main" val="1923669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a:extLst>
            <a:ext uri="{FF2B5EF4-FFF2-40B4-BE49-F238E27FC236}">
              <a16:creationId xmlns:a16="http://schemas.microsoft.com/office/drawing/2014/main" id="{A0EA7151-0EB9-C42F-F74E-0920A33F1F96}"/>
            </a:ext>
          </a:extLst>
        </p:cNvPr>
        <p:cNvGrpSpPr/>
        <p:nvPr/>
      </p:nvGrpSpPr>
      <p:grpSpPr>
        <a:xfrm>
          <a:off x="0" y="0"/>
          <a:ext cx="0" cy="0"/>
          <a:chOff x="0" y="0"/>
          <a:chExt cx="0" cy="0"/>
        </a:xfrm>
      </p:grpSpPr>
      <p:grpSp>
        <p:nvGrpSpPr>
          <p:cNvPr id="34" name="object 26">
            <a:extLst>
              <a:ext uri="{FF2B5EF4-FFF2-40B4-BE49-F238E27FC236}">
                <a16:creationId xmlns:a16="http://schemas.microsoft.com/office/drawing/2014/main" id="{DC5B8053-130B-6F90-40ED-8B4255BE5AB7}"/>
              </a:ext>
            </a:extLst>
          </p:cNvPr>
          <p:cNvGrpSpPr/>
          <p:nvPr/>
        </p:nvGrpSpPr>
        <p:grpSpPr>
          <a:xfrm>
            <a:off x="11129255" y="4881029"/>
            <a:ext cx="693887" cy="1632674"/>
            <a:chOff x="18382208" y="8049175"/>
            <a:chExt cx="1144270" cy="2692400"/>
          </a:xfrm>
        </p:grpSpPr>
        <p:sp>
          <p:nvSpPr>
            <p:cNvPr id="35" name="object 27">
              <a:extLst>
                <a:ext uri="{FF2B5EF4-FFF2-40B4-BE49-F238E27FC236}">
                  <a16:creationId xmlns:a16="http://schemas.microsoft.com/office/drawing/2014/main" id="{35EF3EF4-BB17-B2D8-2C42-AF69DAD64BF2}"/>
                </a:ext>
              </a:extLst>
            </p:cNvPr>
            <p:cNvSpPr/>
            <p:nvPr/>
          </p:nvSpPr>
          <p:spPr>
            <a:xfrm>
              <a:off x="18382208" y="8049175"/>
              <a:ext cx="1144270" cy="2692400"/>
            </a:xfrm>
            <a:custGeom>
              <a:avLst/>
              <a:gdLst/>
              <a:ahLst/>
              <a:cxnLst/>
              <a:rect l="l" t="t" r="r" b="b"/>
              <a:pathLst>
                <a:path w="1144269" h="2692400">
                  <a:moveTo>
                    <a:pt x="571961" y="2691813"/>
                  </a:moveTo>
                  <a:lnTo>
                    <a:pt x="525229" y="2689907"/>
                  </a:lnTo>
                  <a:lnTo>
                    <a:pt x="479504" y="2684291"/>
                  </a:lnTo>
                  <a:lnTo>
                    <a:pt x="434938" y="2675115"/>
                  </a:lnTo>
                  <a:lnTo>
                    <a:pt x="391680" y="2662528"/>
                  </a:lnTo>
                  <a:lnTo>
                    <a:pt x="349880" y="2646681"/>
                  </a:lnTo>
                  <a:lnTo>
                    <a:pt x="309689" y="2627724"/>
                  </a:lnTo>
                  <a:lnTo>
                    <a:pt x="271257" y="2605807"/>
                  </a:lnTo>
                  <a:lnTo>
                    <a:pt x="234733" y="2581080"/>
                  </a:lnTo>
                  <a:lnTo>
                    <a:pt x="200269" y="2553694"/>
                  </a:lnTo>
                  <a:lnTo>
                    <a:pt x="168014" y="2523798"/>
                  </a:lnTo>
                  <a:lnTo>
                    <a:pt x="138118" y="2491543"/>
                  </a:lnTo>
                  <a:lnTo>
                    <a:pt x="110732" y="2457079"/>
                  </a:lnTo>
                  <a:lnTo>
                    <a:pt x="86005" y="2420556"/>
                  </a:lnTo>
                  <a:lnTo>
                    <a:pt x="64088" y="2382123"/>
                  </a:lnTo>
                  <a:lnTo>
                    <a:pt x="45131" y="2341932"/>
                  </a:lnTo>
                  <a:lnTo>
                    <a:pt x="29284" y="2300133"/>
                  </a:lnTo>
                  <a:lnTo>
                    <a:pt x="16697" y="2256875"/>
                  </a:lnTo>
                  <a:lnTo>
                    <a:pt x="7521" y="2212308"/>
                  </a:lnTo>
                  <a:lnTo>
                    <a:pt x="1905" y="2166584"/>
                  </a:lnTo>
                  <a:lnTo>
                    <a:pt x="0" y="2119851"/>
                  </a:lnTo>
                  <a:lnTo>
                    <a:pt x="0" y="571961"/>
                  </a:lnTo>
                  <a:lnTo>
                    <a:pt x="1905" y="525229"/>
                  </a:lnTo>
                  <a:lnTo>
                    <a:pt x="7521" y="479504"/>
                  </a:lnTo>
                  <a:lnTo>
                    <a:pt x="16697" y="434938"/>
                  </a:lnTo>
                  <a:lnTo>
                    <a:pt x="29284" y="391680"/>
                  </a:lnTo>
                  <a:lnTo>
                    <a:pt x="45131" y="349880"/>
                  </a:lnTo>
                  <a:lnTo>
                    <a:pt x="64088" y="309689"/>
                  </a:lnTo>
                  <a:lnTo>
                    <a:pt x="86005" y="271257"/>
                  </a:lnTo>
                  <a:lnTo>
                    <a:pt x="110732" y="234733"/>
                  </a:lnTo>
                  <a:lnTo>
                    <a:pt x="138118" y="200269"/>
                  </a:lnTo>
                  <a:lnTo>
                    <a:pt x="168014" y="168014"/>
                  </a:lnTo>
                  <a:lnTo>
                    <a:pt x="200269" y="138118"/>
                  </a:lnTo>
                  <a:lnTo>
                    <a:pt x="234733" y="110732"/>
                  </a:lnTo>
                  <a:lnTo>
                    <a:pt x="271257" y="86005"/>
                  </a:lnTo>
                  <a:lnTo>
                    <a:pt x="309689" y="64088"/>
                  </a:lnTo>
                  <a:lnTo>
                    <a:pt x="349880" y="45131"/>
                  </a:lnTo>
                  <a:lnTo>
                    <a:pt x="391680" y="29284"/>
                  </a:lnTo>
                  <a:lnTo>
                    <a:pt x="434938" y="16697"/>
                  </a:lnTo>
                  <a:lnTo>
                    <a:pt x="479504" y="7521"/>
                  </a:lnTo>
                  <a:lnTo>
                    <a:pt x="525229" y="1905"/>
                  </a:lnTo>
                  <a:lnTo>
                    <a:pt x="571961" y="0"/>
                  </a:lnTo>
                  <a:lnTo>
                    <a:pt x="618694" y="1905"/>
                  </a:lnTo>
                  <a:lnTo>
                    <a:pt x="664418" y="7521"/>
                  </a:lnTo>
                  <a:lnTo>
                    <a:pt x="708985" y="16697"/>
                  </a:lnTo>
                  <a:lnTo>
                    <a:pt x="752243" y="29284"/>
                  </a:lnTo>
                  <a:lnTo>
                    <a:pt x="794042" y="45131"/>
                  </a:lnTo>
                  <a:lnTo>
                    <a:pt x="834233" y="64088"/>
                  </a:lnTo>
                  <a:lnTo>
                    <a:pt x="872665" y="86005"/>
                  </a:lnTo>
                  <a:lnTo>
                    <a:pt x="909189" y="110732"/>
                  </a:lnTo>
                  <a:lnTo>
                    <a:pt x="943653" y="138118"/>
                  </a:lnTo>
                  <a:lnTo>
                    <a:pt x="975908" y="168014"/>
                  </a:lnTo>
                  <a:lnTo>
                    <a:pt x="1005804" y="200269"/>
                  </a:lnTo>
                  <a:lnTo>
                    <a:pt x="1033190" y="234733"/>
                  </a:lnTo>
                  <a:lnTo>
                    <a:pt x="1057917" y="271257"/>
                  </a:lnTo>
                  <a:lnTo>
                    <a:pt x="1079834" y="309689"/>
                  </a:lnTo>
                  <a:lnTo>
                    <a:pt x="1098791" y="349880"/>
                  </a:lnTo>
                  <a:lnTo>
                    <a:pt x="1114638" y="391680"/>
                  </a:lnTo>
                  <a:lnTo>
                    <a:pt x="1127225" y="434938"/>
                  </a:lnTo>
                  <a:lnTo>
                    <a:pt x="1136401" y="479504"/>
                  </a:lnTo>
                  <a:lnTo>
                    <a:pt x="1142017" y="525229"/>
                  </a:lnTo>
                  <a:lnTo>
                    <a:pt x="1143923" y="571961"/>
                  </a:lnTo>
                  <a:lnTo>
                    <a:pt x="1143923" y="2119851"/>
                  </a:lnTo>
                  <a:lnTo>
                    <a:pt x="1142017" y="2166584"/>
                  </a:lnTo>
                  <a:lnTo>
                    <a:pt x="1136401" y="2212308"/>
                  </a:lnTo>
                  <a:lnTo>
                    <a:pt x="1127225" y="2256875"/>
                  </a:lnTo>
                  <a:lnTo>
                    <a:pt x="1114638" y="2300133"/>
                  </a:lnTo>
                  <a:lnTo>
                    <a:pt x="1098791" y="2341932"/>
                  </a:lnTo>
                  <a:lnTo>
                    <a:pt x="1079834" y="2382123"/>
                  </a:lnTo>
                  <a:lnTo>
                    <a:pt x="1057917" y="2420556"/>
                  </a:lnTo>
                  <a:lnTo>
                    <a:pt x="1033190" y="2457079"/>
                  </a:lnTo>
                  <a:lnTo>
                    <a:pt x="1005804" y="2491543"/>
                  </a:lnTo>
                  <a:lnTo>
                    <a:pt x="975908" y="2523798"/>
                  </a:lnTo>
                  <a:lnTo>
                    <a:pt x="943653" y="2553694"/>
                  </a:lnTo>
                  <a:lnTo>
                    <a:pt x="909189" y="2581080"/>
                  </a:lnTo>
                  <a:lnTo>
                    <a:pt x="872665" y="2605807"/>
                  </a:lnTo>
                  <a:lnTo>
                    <a:pt x="834233" y="2627724"/>
                  </a:lnTo>
                  <a:lnTo>
                    <a:pt x="794042" y="2646681"/>
                  </a:lnTo>
                  <a:lnTo>
                    <a:pt x="752243" y="2662528"/>
                  </a:lnTo>
                  <a:lnTo>
                    <a:pt x="708985" y="2675115"/>
                  </a:lnTo>
                  <a:lnTo>
                    <a:pt x="664418" y="2684291"/>
                  </a:lnTo>
                  <a:lnTo>
                    <a:pt x="618694" y="2689907"/>
                  </a:lnTo>
                  <a:lnTo>
                    <a:pt x="571961" y="2691813"/>
                  </a:lnTo>
                  <a:close/>
                </a:path>
              </a:pathLst>
            </a:custGeom>
            <a:ln w="14837">
              <a:solidFill>
                <a:schemeClr val="bg1"/>
              </a:solidFill>
            </a:ln>
          </p:spPr>
          <p:txBody>
            <a:bodyPr wrap="square" lIns="0" tIns="0" rIns="0" bIns="0" rtlCol="0"/>
            <a:lstStyle/>
            <a:p>
              <a:endParaRPr sz="849">
                <a:latin typeface="Versos" panose="020B0503020204030204" pitchFamily="34" charset="77"/>
              </a:endParaRPr>
            </a:p>
          </p:txBody>
        </p:sp>
        <p:sp>
          <p:nvSpPr>
            <p:cNvPr id="36" name="object 28">
              <a:extLst>
                <a:ext uri="{FF2B5EF4-FFF2-40B4-BE49-F238E27FC236}">
                  <a16:creationId xmlns:a16="http://schemas.microsoft.com/office/drawing/2014/main" id="{605B974D-BAB9-00F5-D082-F5D10DD2D599}"/>
                </a:ext>
              </a:extLst>
            </p:cNvPr>
            <p:cNvSpPr/>
            <p:nvPr/>
          </p:nvSpPr>
          <p:spPr>
            <a:xfrm>
              <a:off x="18543345" y="8219290"/>
              <a:ext cx="855135" cy="855135"/>
            </a:xfrm>
            <a:custGeom>
              <a:avLst/>
              <a:gdLst/>
              <a:ahLst/>
              <a:cxnLst/>
              <a:rect l="l" t="t" r="r" b="b"/>
              <a:pathLst>
                <a:path w="901700" h="901700">
                  <a:moveTo>
                    <a:pt x="901616" y="450803"/>
                  </a:moveTo>
                  <a:lnTo>
                    <a:pt x="898971" y="499923"/>
                  </a:lnTo>
                  <a:lnTo>
                    <a:pt x="891218" y="547512"/>
                  </a:lnTo>
                  <a:lnTo>
                    <a:pt x="878633" y="593293"/>
                  </a:lnTo>
                  <a:lnTo>
                    <a:pt x="861491" y="636992"/>
                  </a:lnTo>
                  <a:lnTo>
                    <a:pt x="840067" y="678334"/>
                  </a:lnTo>
                  <a:lnTo>
                    <a:pt x="814636" y="717043"/>
                  </a:lnTo>
                  <a:lnTo>
                    <a:pt x="785472" y="752845"/>
                  </a:lnTo>
                  <a:lnTo>
                    <a:pt x="752852" y="785465"/>
                  </a:lnTo>
                  <a:lnTo>
                    <a:pt x="717049" y="814628"/>
                  </a:lnTo>
                  <a:lnTo>
                    <a:pt x="678340" y="840059"/>
                  </a:lnTo>
                  <a:lnTo>
                    <a:pt x="636998" y="861482"/>
                  </a:lnTo>
                  <a:lnTo>
                    <a:pt x="593300" y="878624"/>
                  </a:lnTo>
                  <a:lnTo>
                    <a:pt x="547519" y="891208"/>
                  </a:lnTo>
                  <a:lnTo>
                    <a:pt x="499932" y="898960"/>
                  </a:lnTo>
                  <a:lnTo>
                    <a:pt x="450813" y="901606"/>
                  </a:lnTo>
                  <a:lnTo>
                    <a:pt x="401692" y="898960"/>
                  </a:lnTo>
                  <a:lnTo>
                    <a:pt x="354103" y="891208"/>
                  </a:lnTo>
                  <a:lnTo>
                    <a:pt x="308321" y="878624"/>
                  </a:lnTo>
                  <a:lnTo>
                    <a:pt x="264622" y="861482"/>
                  </a:lnTo>
                  <a:lnTo>
                    <a:pt x="223279" y="840059"/>
                  </a:lnTo>
                  <a:lnTo>
                    <a:pt x="184569" y="814628"/>
                  </a:lnTo>
                  <a:lnTo>
                    <a:pt x="148765" y="785465"/>
                  </a:lnTo>
                  <a:lnTo>
                    <a:pt x="116144" y="752845"/>
                  </a:lnTo>
                  <a:lnTo>
                    <a:pt x="86981" y="717043"/>
                  </a:lnTo>
                  <a:lnTo>
                    <a:pt x="61549" y="678334"/>
                  </a:lnTo>
                  <a:lnTo>
                    <a:pt x="40125" y="636992"/>
                  </a:lnTo>
                  <a:lnTo>
                    <a:pt x="22982" y="593293"/>
                  </a:lnTo>
                  <a:lnTo>
                    <a:pt x="10397" y="547512"/>
                  </a:lnTo>
                  <a:lnTo>
                    <a:pt x="2645" y="499923"/>
                  </a:lnTo>
                  <a:lnTo>
                    <a:pt x="0" y="450803"/>
                  </a:lnTo>
                  <a:lnTo>
                    <a:pt x="2645" y="401682"/>
                  </a:lnTo>
                  <a:lnTo>
                    <a:pt x="10397" y="354093"/>
                  </a:lnTo>
                  <a:lnTo>
                    <a:pt x="22982" y="308312"/>
                  </a:lnTo>
                  <a:lnTo>
                    <a:pt x="40125" y="264613"/>
                  </a:lnTo>
                  <a:lnTo>
                    <a:pt x="61549" y="223271"/>
                  </a:lnTo>
                  <a:lnTo>
                    <a:pt x="86981" y="184562"/>
                  </a:lnTo>
                  <a:lnTo>
                    <a:pt x="116144" y="148760"/>
                  </a:lnTo>
                  <a:lnTo>
                    <a:pt x="148765" y="116140"/>
                  </a:lnTo>
                  <a:lnTo>
                    <a:pt x="184569" y="86977"/>
                  </a:lnTo>
                  <a:lnTo>
                    <a:pt x="223279" y="61546"/>
                  </a:lnTo>
                  <a:lnTo>
                    <a:pt x="264622" y="40123"/>
                  </a:lnTo>
                  <a:lnTo>
                    <a:pt x="308321" y="22981"/>
                  </a:lnTo>
                  <a:lnTo>
                    <a:pt x="354103" y="10397"/>
                  </a:lnTo>
                  <a:lnTo>
                    <a:pt x="401692" y="2645"/>
                  </a:lnTo>
                  <a:lnTo>
                    <a:pt x="450813" y="0"/>
                  </a:lnTo>
                  <a:lnTo>
                    <a:pt x="499932" y="2645"/>
                  </a:lnTo>
                  <a:lnTo>
                    <a:pt x="547519" y="10397"/>
                  </a:lnTo>
                  <a:lnTo>
                    <a:pt x="593300" y="22981"/>
                  </a:lnTo>
                  <a:lnTo>
                    <a:pt x="636998" y="40123"/>
                  </a:lnTo>
                  <a:lnTo>
                    <a:pt x="678340" y="61546"/>
                  </a:lnTo>
                  <a:lnTo>
                    <a:pt x="717049" y="86977"/>
                  </a:lnTo>
                  <a:lnTo>
                    <a:pt x="752852" y="116140"/>
                  </a:lnTo>
                  <a:lnTo>
                    <a:pt x="785472" y="148760"/>
                  </a:lnTo>
                  <a:lnTo>
                    <a:pt x="814636" y="184562"/>
                  </a:lnTo>
                  <a:lnTo>
                    <a:pt x="840067" y="223271"/>
                  </a:lnTo>
                  <a:lnTo>
                    <a:pt x="861491" y="264613"/>
                  </a:lnTo>
                  <a:lnTo>
                    <a:pt x="878633" y="308312"/>
                  </a:lnTo>
                  <a:lnTo>
                    <a:pt x="891218" y="354093"/>
                  </a:lnTo>
                  <a:lnTo>
                    <a:pt x="898971" y="401682"/>
                  </a:lnTo>
                  <a:lnTo>
                    <a:pt x="901616" y="450803"/>
                  </a:lnTo>
                  <a:close/>
                </a:path>
              </a:pathLst>
            </a:custGeom>
            <a:gradFill>
              <a:gsLst>
                <a:gs pos="100000">
                  <a:schemeClr val="bg2">
                    <a:lumMod val="75000"/>
                  </a:schemeClr>
                </a:gs>
                <a:gs pos="0">
                  <a:schemeClr val="bg2">
                    <a:lumMod val="90000"/>
                  </a:schemeClr>
                </a:gs>
              </a:gsLst>
              <a:lin ang="2700000" scaled="0"/>
            </a:gradFill>
            <a:ln w="14837">
              <a:noFill/>
            </a:ln>
          </p:spPr>
          <p:txBody>
            <a:bodyPr wrap="square" lIns="0" tIns="0" rIns="0" bIns="0" rtlCol="0"/>
            <a:lstStyle/>
            <a:p>
              <a:endParaRPr sz="849">
                <a:latin typeface="Versos" panose="020B0503020204030204" pitchFamily="34" charset="77"/>
              </a:endParaRPr>
            </a:p>
          </p:txBody>
        </p:sp>
      </p:grpSp>
      <p:sp>
        <p:nvSpPr>
          <p:cNvPr id="41" name="object 33">
            <a:extLst>
              <a:ext uri="{FF2B5EF4-FFF2-40B4-BE49-F238E27FC236}">
                <a16:creationId xmlns:a16="http://schemas.microsoft.com/office/drawing/2014/main" id="{AAA1EB85-63AA-5E7D-04BB-E6A00BBCA5FE}"/>
              </a:ext>
            </a:extLst>
          </p:cNvPr>
          <p:cNvSpPr txBox="1"/>
          <p:nvPr/>
        </p:nvSpPr>
        <p:spPr>
          <a:xfrm>
            <a:off x="2926080" y="816562"/>
            <a:ext cx="1738128" cy="563719"/>
          </a:xfrm>
          <a:prstGeom prst="rect">
            <a:avLst/>
          </a:prstGeom>
        </p:spPr>
        <p:txBody>
          <a:bodyPr vert="horz" wrap="square" lIns="0" tIns="9627" rIns="0" bIns="0" rtlCol="0">
            <a:spAutoFit/>
          </a:bodyPr>
          <a:lstStyle/>
          <a:p>
            <a:pPr marL="7701">
              <a:spcBef>
                <a:spcPts val="76"/>
              </a:spcBef>
            </a:pPr>
            <a:r>
              <a:rPr sz="1200" spc="42">
                <a:solidFill>
                  <a:srgbClr val="FFFFFF"/>
                </a:solidFill>
                <a:latin typeface="Versos" panose="020B0503020204030204" pitchFamily="34" charset="0"/>
                <a:cs typeface="Helvetica"/>
              </a:rPr>
              <a:t>PRINCIPAIS</a:t>
            </a:r>
            <a:r>
              <a:rPr sz="1200" spc="100">
                <a:solidFill>
                  <a:srgbClr val="FFFFFF"/>
                </a:solidFill>
                <a:latin typeface="Versos" panose="020B0503020204030204" pitchFamily="34" charset="0"/>
                <a:cs typeface="Helvetica"/>
              </a:rPr>
              <a:t> </a:t>
            </a:r>
            <a:br>
              <a:rPr lang="pt-BR" sz="1200" spc="100">
                <a:solidFill>
                  <a:srgbClr val="FFFFFF"/>
                </a:solidFill>
                <a:latin typeface="Versos" panose="020B0503020204030204" pitchFamily="34" charset="0"/>
                <a:cs typeface="Helvetica"/>
              </a:rPr>
            </a:br>
            <a:r>
              <a:rPr sz="1200" spc="52">
                <a:solidFill>
                  <a:srgbClr val="FFFFFF"/>
                </a:solidFill>
                <a:latin typeface="Versos" panose="020B0503020204030204" pitchFamily="34" charset="0"/>
                <a:cs typeface="Helvetica"/>
              </a:rPr>
              <a:t>CARACTERÍSTICAS</a:t>
            </a:r>
            <a:r>
              <a:rPr sz="1200" spc="103">
                <a:solidFill>
                  <a:srgbClr val="FFFFFF"/>
                </a:solidFill>
                <a:latin typeface="Versos" panose="020B0503020204030204" pitchFamily="34" charset="0"/>
                <a:cs typeface="Helvetica"/>
              </a:rPr>
              <a:t> </a:t>
            </a:r>
            <a:br>
              <a:rPr lang="pt-BR" sz="1200" spc="103">
                <a:solidFill>
                  <a:srgbClr val="FFFFFF"/>
                </a:solidFill>
                <a:latin typeface="Versos" panose="020B0503020204030204" pitchFamily="34" charset="0"/>
                <a:cs typeface="Helvetica"/>
              </a:rPr>
            </a:br>
            <a:r>
              <a:rPr sz="1200" spc="33">
                <a:solidFill>
                  <a:srgbClr val="FFFFFF"/>
                </a:solidFill>
                <a:latin typeface="Versos" panose="020B0503020204030204" pitchFamily="34" charset="0"/>
                <a:cs typeface="Helvetica"/>
              </a:rPr>
              <a:t>DO</a:t>
            </a:r>
            <a:r>
              <a:rPr sz="1200" spc="103">
                <a:solidFill>
                  <a:srgbClr val="FFFFFF"/>
                </a:solidFill>
                <a:latin typeface="Versos" panose="020B0503020204030204" pitchFamily="34" charset="0"/>
                <a:cs typeface="Helvetica"/>
              </a:rPr>
              <a:t> </a:t>
            </a:r>
            <a:r>
              <a:rPr sz="1200" spc="42">
                <a:solidFill>
                  <a:srgbClr val="FFFFFF"/>
                </a:solidFill>
                <a:latin typeface="Versos" panose="020B0503020204030204" pitchFamily="34" charset="0"/>
                <a:cs typeface="Helvetica"/>
              </a:rPr>
              <a:t>FUNDO</a:t>
            </a:r>
            <a:endParaRPr sz="1200">
              <a:latin typeface="Versos" panose="020B0503020204030204" pitchFamily="34" charset="0"/>
              <a:cs typeface="Helvetica"/>
            </a:endParaRPr>
          </a:p>
        </p:txBody>
      </p:sp>
      <p:sp>
        <p:nvSpPr>
          <p:cNvPr id="23" name="object 5">
            <a:extLst>
              <a:ext uri="{FF2B5EF4-FFF2-40B4-BE49-F238E27FC236}">
                <a16:creationId xmlns:a16="http://schemas.microsoft.com/office/drawing/2014/main" id="{769E4618-C3C2-D69D-D3FF-7A6AB53CD4B5}"/>
              </a:ext>
            </a:extLst>
          </p:cNvPr>
          <p:cNvSpPr txBox="1"/>
          <p:nvPr/>
        </p:nvSpPr>
        <p:spPr>
          <a:xfrm>
            <a:off x="5989139" y="4041290"/>
            <a:ext cx="3760063" cy="561774"/>
          </a:xfrm>
          <a:prstGeom prst="rect">
            <a:avLst/>
          </a:prstGeom>
        </p:spPr>
        <p:txBody>
          <a:bodyPr vert="horz" wrap="square" lIns="0" tIns="7701" rIns="0" bIns="0" rtlCol="0" anchor="t">
            <a:spAutoFit/>
          </a:bodyPr>
          <a:lstStyle/>
          <a:p>
            <a:pPr marL="12700">
              <a:lnSpc>
                <a:spcPct val="100000"/>
              </a:lnSpc>
              <a:spcBef>
                <a:spcPts val="100"/>
              </a:spcBef>
            </a:pPr>
            <a:r>
              <a:rPr lang="pt-BR" sz="3600" b="1">
                <a:solidFill>
                  <a:srgbClr val="FFFFFF"/>
                </a:solidFill>
                <a:latin typeface="Versos"/>
              </a:rPr>
              <a:t>100%</a:t>
            </a:r>
            <a:r>
              <a:rPr lang="pt-BR" sz="3600" b="1">
                <a:solidFill>
                  <a:srgbClr val="FFFFFF"/>
                </a:solidFill>
                <a:latin typeface="Versos"/>
                <a:cs typeface="Arial"/>
              </a:rPr>
              <a:t> </a:t>
            </a:r>
            <a:r>
              <a:rPr lang="pt-BR" sz="2000">
                <a:solidFill>
                  <a:srgbClr val="FFFFFF"/>
                </a:solidFill>
                <a:latin typeface="Versos"/>
                <a:cs typeface="Arial"/>
              </a:rPr>
              <a:t>do</a:t>
            </a:r>
            <a:r>
              <a:rPr lang="pt-BR" sz="3600" b="1">
                <a:solidFill>
                  <a:srgbClr val="FFFFFF"/>
                </a:solidFill>
                <a:latin typeface="Versos"/>
                <a:cs typeface="Arial"/>
              </a:rPr>
              <a:t> CDI</a:t>
            </a:r>
            <a:endParaRPr lang="pt-BR" sz="3600">
              <a:latin typeface="Versos"/>
              <a:cs typeface="Arial"/>
            </a:endParaRPr>
          </a:p>
        </p:txBody>
      </p:sp>
      <p:sp>
        <p:nvSpPr>
          <p:cNvPr id="33" name="object 25">
            <a:extLst>
              <a:ext uri="{FF2B5EF4-FFF2-40B4-BE49-F238E27FC236}">
                <a16:creationId xmlns:a16="http://schemas.microsoft.com/office/drawing/2014/main" id="{2812A797-5D7C-2A09-5D74-2AE457D4202E}"/>
              </a:ext>
            </a:extLst>
          </p:cNvPr>
          <p:cNvSpPr/>
          <p:nvPr/>
        </p:nvSpPr>
        <p:spPr>
          <a:xfrm>
            <a:off x="4846500" y="3960146"/>
            <a:ext cx="6080940" cy="738169"/>
          </a:xfrm>
          <a:prstGeom prst="roundRect">
            <a:avLst>
              <a:gd name="adj" fmla="val 6855"/>
            </a:avLst>
          </a:prstGeom>
          <a:ln w="12700">
            <a:solidFill>
              <a:schemeClr val="bg1"/>
            </a:solidFill>
          </a:ln>
        </p:spPr>
        <p:txBody>
          <a:bodyPr wrap="square" lIns="0" tIns="0" rIns="0" bIns="0" rtlCol="0"/>
          <a:lstStyle/>
          <a:p>
            <a:endParaRPr sz="849">
              <a:latin typeface="Versos" panose="020B0503020204030204" pitchFamily="34" charset="77"/>
            </a:endParaRPr>
          </a:p>
        </p:txBody>
      </p:sp>
      <p:sp>
        <p:nvSpPr>
          <p:cNvPr id="54" name="object 47">
            <a:extLst>
              <a:ext uri="{FF2B5EF4-FFF2-40B4-BE49-F238E27FC236}">
                <a16:creationId xmlns:a16="http://schemas.microsoft.com/office/drawing/2014/main" id="{719B1E47-4DB0-BD65-9816-C1B12A6BC948}"/>
              </a:ext>
            </a:extLst>
          </p:cNvPr>
          <p:cNvSpPr txBox="1"/>
          <p:nvPr/>
        </p:nvSpPr>
        <p:spPr>
          <a:xfrm>
            <a:off x="4967370" y="4098564"/>
            <a:ext cx="1811951" cy="174137"/>
          </a:xfrm>
          <a:prstGeom prst="rect">
            <a:avLst/>
          </a:prstGeom>
        </p:spPr>
        <p:txBody>
          <a:bodyPr vert="horz" wrap="square" lIns="0" tIns="0" rIns="0" bIns="0" rtlCol="0" anchor="t">
            <a:noAutofit/>
          </a:bodyPr>
          <a:lstStyle/>
          <a:p>
            <a:pPr marL="7620">
              <a:spcBef>
                <a:spcPts val="85"/>
              </a:spcBef>
            </a:pPr>
            <a:r>
              <a:rPr lang="pt-BR" sz="1050" b="1">
                <a:solidFill>
                  <a:schemeClr val="bg1"/>
                </a:solidFill>
                <a:latin typeface="Versos"/>
              </a:rPr>
              <a:t>Retorno 12 M</a:t>
            </a:r>
            <a:endParaRPr lang="pt-BR" sz="1050" b="1">
              <a:solidFill>
                <a:schemeClr val="bg1"/>
              </a:solidFill>
              <a:latin typeface="Versos" panose="020B0503020204030204" pitchFamily="34" charset="77"/>
            </a:endParaRPr>
          </a:p>
        </p:txBody>
      </p:sp>
      <p:sp>
        <p:nvSpPr>
          <p:cNvPr id="55" name="object 48">
            <a:extLst>
              <a:ext uri="{FF2B5EF4-FFF2-40B4-BE49-F238E27FC236}">
                <a16:creationId xmlns:a16="http://schemas.microsoft.com/office/drawing/2014/main" id="{86DBBE7E-5D0A-9CFF-9229-39A531D671B4}"/>
              </a:ext>
            </a:extLst>
          </p:cNvPr>
          <p:cNvSpPr/>
          <p:nvPr/>
        </p:nvSpPr>
        <p:spPr>
          <a:xfrm>
            <a:off x="4967371" y="4278735"/>
            <a:ext cx="903078" cy="185197"/>
          </a:xfrm>
          <a:custGeom>
            <a:avLst/>
            <a:gdLst/>
            <a:ahLst/>
            <a:cxnLst/>
            <a:rect l="l" t="t" r="r" b="b"/>
            <a:pathLst>
              <a:path w="2564129">
                <a:moveTo>
                  <a:pt x="0" y="0"/>
                </a:moveTo>
                <a:lnTo>
                  <a:pt x="2563607" y="0"/>
                </a:lnTo>
              </a:path>
            </a:pathLst>
          </a:custGeom>
          <a:ln w="12700">
            <a:solidFill>
              <a:schemeClr val="bg1"/>
            </a:solidFill>
          </a:ln>
        </p:spPr>
        <p:txBody>
          <a:bodyPr wrap="square" lIns="0" tIns="0" rIns="0" bIns="0" rtlCol="0"/>
          <a:lstStyle/>
          <a:p>
            <a:endParaRPr sz="849">
              <a:latin typeface="Versos" panose="020B0503020204030204" pitchFamily="34" charset="77"/>
            </a:endParaRPr>
          </a:p>
        </p:txBody>
      </p:sp>
      <p:grpSp>
        <p:nvGrpSpPr>
          <p:cNvPr id="14" name="Group 13">
            <a:extLst>
              <a:ext uri="{FF2B5EF4-FFF2-40B4-BE49-F238E27FC236}">
                <a16:creationId xmlns:a16="http://schemas.microsoft.com/office/drawing/2014/main" id="{A6CBA486-4667-82F1-1173-60DD1239038C}"/>
              </a:ext>
            </a:extLst>
          </p:cNvPr>
          <p:cNvGrpSpPr/>
          <p:nvPr/>
        </p:nvGrpSpPr>
        <p:grpSpPr>
          <a:xfrm>
            <a:off x="4846501" y="329354"/>
            <a:ext cx="7023079" cy="1632674"/>
            <a:chOff x="4846501" y="329354"/>
            <a:chExt cx="7023079" cy="1632674"/>
          </a:xfrm>
        </p:grpSpPr>
        <p:sp>
          <p:nvSpPr>
            <p:cNvPr id="24" name="object 16">
              <a:extLst>
                <a:ext uri="{FF2B5EF4-FFF2-40B4-BE49-F238E27FC236}">
                  <a16:creationId xmlns:a16="http://schemas.microsoft.com/office/drawing/2014/main" id="{1749835E-191D-7C2C-3DE5-BED95383CC68}"/>
                </a:ext>
              </a:extLst>
            </p:cNvPr>
            <p:cNvSpPr/>
            <p:nvPr/>
          </p:nvSpPr>
          <p:spPr>
            <a:xfrm>
              <a:off x="4846501" y="329354"/>
              <a:ext cx="3087315" cy="1632674"/>
            </a:xfrm>
            <a:prstGeom prst="roundRect">
              <a:avLst>
                <a:gd name="adj" fmla="val 5960"/>
              </a:avLst>
            </a:prstGeom>
            <a:solidFill>
              <a:schemeClr val="bg2"/>
            </a:solidFill>
          </p:spPr>
          <p:txBody>
            <a:bodyPr wrap="square" lIns="0" tIns="0" rIns="0" bIns="0" rtlCol="0"/>
            <a:lstStyle/>
            <a:p>
              <a:endParaRPr sz="849">
                <a:latin typeface="Versos" panose="020B0503020204030204" pitchFamily="34" charset="77"/>
              </a:endParaRPr>
            </a:p>
          </p:txBody>
        </p:sp>
        <p:sp>
          <p:nvSpPr>
            <p:cNvPr id="25" name="object 17">
              <a:extLst>
                <a:ext uri="{FF2B5EF4-FFF2-40B4-BE49-F238E27FC236}">
                  <a16:creationId xmlns:a16="http://schemas.microsoft.com/office/drawing/2014/main" id="{F0F90EC0-4E6E-5ABD-0B1D-23783966AB1D}"/>
                </a:ext>
              </a:extLst>
            </p:cNvPr>
            <p:cNvSpPr/>
            <p:nvPr/>
          </p:nvSpPr>
          <p:spPr>
            <a:xfrm>
              <a:off x="10035782" y="329354"/>
              <a:ext cx="1833798" cy="1632674"/>
            </a:xfrm>
            <a:prstGeom prst="roundRect">
              <a:avLst>
                <a:gd name="adj" fmla="val 5136"/>
              </a:avLst>
            </a:prstGeom>
            <a:solidFill>
              <a:schemeClr val="bg2"/>
            </a:solidFill>
          </p:spPr>
          <p:txBody>
            <a:bodyPr wrap="square" lIns="0" tIns="0" rIns="0" bIns="0" rtlCol="0"/>
            <a:lstStyle/>
            <a:p>
              <a:endParaRPr sz="849">
                <a:latin typeface="Versos" panose="020B0503020204030204" pitchFamily="34" charset="77"/>
              </a:endParaRPr>
            </a:p>
          </p:txBody>
        </p:sp>
        <p:sp>
          <p:nvSpPr>
            <p:cNvPr id="26" name="object 18">
              <a:extLst>
                <a:ext uri="{FF2B5EF4-FFF2-40B4-BE49-F238E27FC236}">
                  <a16:creationId xmlns:a16="http://schemas.microsoft.com/office/drawing/2014/main" id="{5B9D0EF6-2C42-4BE4-A04E-78A8E848FA64}"/>
                </a:ext>
              </a:extLst>
            </p:cNvPr>
            <p:cNvSpPr/>
            <p:nvPr/>
          </p:nvSpPr>
          <p:spPr>
            <a:xfrm>
              <a:off x="8043701" y="329354"/>
              <a:ext cx="1882196" cy="1632674"/>
            </a:xfrm>
            <a:prstGeom prst="roundRect">
              <a:avLst>
                <a:gd name="adj" fmla="val 5137"/>
              </a:avLst>
            </a:prstGeom>
            <a:solidFill>
              <a:schemeClr val="bg2"/>
            </a:solidFill>
          </p:spPr>
          <p:txBody>
            <a:bodyPr wrap="square" lIns="0" tIns="0" rIns="0" bIns="0" rtlCol="0"/>
            <a:lstStyle/>
            <a:p>
              <a:endParaRPr sz="849">
                <a:latin typeface="Versos" panose="020B0503020204030204" pitchFamily="34" charset="77"/>
              </a:endParaRPr>
            </a:p>
          </p:txBody>
        </p:sp>
        <p:sp>
          <p:nvSpPr>
            <p:cNvPr id="37" name="object 29">
              <a:extLst>
                <a:ext uri="{FF2B5EF4-FFF2-40B4-BE49-F238E27FC236}">
                  <a16:creationId xmlns:a16="http://schemas.microsoft.com/office/drawing/2014/main" id="{794A913B-8496-581E-4FB8-4701F93F2271}"/>
                </a:ext>
              </a:extLst>
            </p:cNvPr>
            <p:cNvSpPr txBox="1"/>
            <p:nvPr/>
          </p:nvSpPr>
          <p:spPr>
            <a:xfrm>
              <a:off x="4967370" y="860985"/>
              <a:ext cx="2698808" cy="940656"/>
            </a:xfrm>
            <a:prstGeom prst="rect">
              <a:avLst/>
            </a:prstGeom>
          </p:spPr>
          <p:txBody>
            <a:bodyPr vert="horz" wrap="square" lIns="0" tIns="7316" rIns="0" bIns="0" rtlCol="0" anchor="t">
              <a:spAutoFit/>
            </a:bodyPr>
            <a:lstStyle/>
            <a:p>
              <a:pPr marL="7701" marR="3081">
                <a:lnSpc>
                  <a:spcPct val="100499"/>
                </a:lnSpc>
                <a:spcBef>
                  <a:spcPts val="58"/>
                </a:spcBef>
              </a:pPr>
              <a:r>
                <a:rPr lang="pt-BR" sz="1213">
                  <a:latin typeface="Versos Light" panose="020B0403020204030204" pitchFamily="34" charset="0"/>
                </a:rPr>
                <a:t>Fundo que investe em títulos de dívidas de empresas brasileiras </a:t>
              </a:r>
              <a:br>
                <a:rPr lang="pt-BR" sz="1213">
                  <a:latin typeface="Versos Light" panose="020B0403020204030204" pitchFamily="34" charset="0"/>
                </a:rPr>
              </a:br>
              <a:r>
                <a:rPr lang="pt-BR" sz="1213">
                  <a:latin typeface="Versos Light" panose="020B0403020204030204" pitchFamily="34" charset="0"/>
                </a:rPr>
                <a:t>e/ou instituições financeiras, classificadas como high grade </a:t>
              </a:r>
              <a:br>
                <a:rPr lang="pt-BR" sz="1213">
                  <a:latin typeface="Versos Light" panose="020B0403020204030204" pitchFamily="34" charset="0"/>
                </a:rPr>
              </a:br>
              <a:r>
                <a:rPr lang="pt-BR" sz="1213">
                  <a:latin typeface="Versos Light" panose="020B0403020204030204" pitchFamily="34" charset="0"/>
                </a:rPr>
                <a:t>e/ou </a:t>
              </a:r>
              <a:r>
                <a:rPr lang="pt-BR" sz="1213" err="1">
                  <a:latin typeface="Versos Light" panose="020B0403020204030204" pitchFamily="34" charset="0"/>
                </a:rPr>
                <a:t>mid</a:t>
              </a:r>
              <a:r>
                <a:rPr lang="pt-BR" sz="1213">
                  <a:latin typeface="Versos Light" panose="020B0403020204030204" pitchFamily="34" charset="0"/>
                </a:rPr>
                <a:t> grade. (baixo/médio risco)</a:t>
              </a:r>
            </a:p>
          </p:txBody>
        </p:sp>
        <p:sp>
          <p:nvSpPr>
            <p:cNvPr id="42" name="object 34">
              <a:extLst>
                <a:ext uri="{FF2B5EF4-FFF2-40B4-BE49-F238E27FC236}">
                  <a16:creationId xmlns:a16="http://schemas.microsoft.com/office/drawing/2014/main" id="{448C5D1A-8433-7A9B-2A0A-E5EF817177D2}"/>
                </a:ext>
              </a:extLst>
            </p:cNvPr>
            <p:cNvSpPr txBox="1"/>
            <p:nvPr/>
          </p:nvSpPr>
          <p:spPr>
            <a:xfrm>
              <a:off x="4967370" y="470588"/>
              <a:ext cx="2215150" cy="174137"/>
            </a:xfrm>
            <a:prstGeom prst="rect">
              <a:avLst/>
            </a:prstGeom>
          </p:spPr>
          <p:txBody>
            <a:bodyPr vert="horz" wrap="square" lIns="0" tIns="0" rIns="0" bIns="0" rtlCol="0">
              <a:noAutofit/>
            </a:bodyPr>
            <a:lstStyle/>
            <a:p>
              <a:pPr marL="7701">
                <a:spcBef>
                  <a:spcPts val="85"/>
                </a:spcBef>
              </a:pPr>
              <a:r>
                <a:rPr sz="1061" b="1">
                  <a:latin typeface="Versos" panose="020B0503020204030204" pitchFamily="34" charset="77"/>
                </a:rPr>
                <a:t>Política de Investimentos</a:t>
              </a:r>
              <a:endParaRPr sz="1061">
                <a:latin typeface="Versos" panose="020B0503020204030204" pitchFamily="34" charset="77"/>
              </a:endParaRPr>
            </a:p>
          </p:txBody>
        </p:sp>
        <p:sp>
          <p:nvSpPr>
            <p:cNvPr id="43" name="object 36">
              <a:extLst>
                <a:ext uri="{FF2B5EF4-FFF2-40B4-BE49-F238E27FC236}">
                  <a16:creationId xmlns:a16="http://schemas.microsoft.com/office/drawing/2014/main" id="{361C2561-78F0-C910-AEE2-A46831634FF2}"/>
                </a:ext>
              </a:extLst>
            </p:cNvPr>
            <p:cNvSpPr/>
            <p:nvPr/>
          </p:nvSpPr>
          <p:spPr>
            <a:xfrm flipV="1">
              <a:off x="4967370" y="644766"/>
              <a:ext cx="2765438" cy="45719"/>
            </a:xfrm>
            <a:custGeom>
              <a:avLst/>
              <a:gdLst/>
              <a:ahLst/>
              <a:cxnLst/>
              <a:rect l="l" t="t" r="r" b="b"/>
              <a:pathLst>
                <a:path w="3764915">
                  <a:moveTo>
                    <a:pt x="0" y="0"/>
                  </a:moveTo>
                  <a:lnTo>
                    <a:pt x="3764304" y="0"/>
                  </a:lnTo>
                </a:path>
              </a:pathLst>
            </a:custGeom>
            <a:ln w="12700">
              <a:solidFill>
                <a:srgbClr val="000000"/>
              </a:solidFill>
            </a:ln>
          </p:spPr>
          <p:txBody>
            <a:bodyPr wrap="square" lIns="0" tIns="0" rIns="0" bIns="0" rtlCol="0"/>
            <a:lstStyle/>
            <a:p>
              <a:endParaRPr sz="849">
                <a:latin typeface="Versos" panose="020B0503020204030204" pitchFamily="34" charset="77"/>
              </a:endParaRPr>
            </a:p>
          </p:txBody>
        </p:sp>
        <p:sp>
          <p:nvSpPr>
            <p:cNvPr id="66" name="object 59">
              <a:extLst>
                <a:ext uri="{FF2B5EF4-FFF2-40B4-BE49-F238E27FC236}">
                  <a16:creationId xmlns:a16="http://schemas.microsoft.com/office/drawing/2014/main" id="{74EFE9B7-3788-FEDE-50F9-27EA5214694C}"/>
                </a:ext>
              </a:extLst>
            </p:cNvPr>
            <p:cNvSpPr txBox="1"/>
            <p:nvPr/>
          </p:nvSpPr>
          <p:spPr>
            <a:xfrm>
              <a:off x="8159852" y="463361"/>
              <a:ext cx="585298" cy="174137"/>
            </a:xfrm>
            <a:prstGeom prst="rect">
              <a:avLst/>
            </a:prstGeom>
          </p:spPr>
          <p:txBody>
            <a:bodyPr vert="horz" wrap="square" lIns="0" tIns="10782" rIns="0" bIns="0" rtlCol="0">
              <a:spAutoFit/>
            </a:bodyPr>
            <a:lstStyle/>
            <a:p>
              <a:pPr marL="7701">
                <a:spcBef>
                  <a:spcPts val="85"/>
                </a:spcBef>
              </a:pPr>
              <a:r>
                <a:rPr sz="1061" b="1" err="1">
                  <a:latin typeface="Versos" panose="020B0503020204030204" pitchFamily="34" charset="77"/>
                </a:rPr>
                <a:t>Liquidez</a:t>
              </a:r>
              <a:endParaRPr sz="1061">
                <a:latin typeface="Versos" panose="020B0503020204030204" pitchFamily="34" charset="77"/>
              </a:endParaRPr>
            </a:p>
          </p:txBody>
        </p:sp>
        <p:sp>
          <p:nvSpPr>
            <p:cNvPr id="67" name="object 60">
              <a:extLst>
                <a:ext uri="{FF2B5EF4-FFF2-40B4-BE49-F238E27FC236}">
                  <a16:creationId xmlns:a16="http://schemas.microsoft.com/office/drawing/2014/main" id="{F73FE328-8FEE-51E6-F48A-4701932AD79E}"/>
                </a:ext>
              </a:extLst>
            </p:cNvPr>
            <p:cNvSpPr/>
            <p:nvPr/>
          </p:nvSpPr>
          <p:spPr>
            <a:xfrm>
              <a:off x="8159852" y="690485"/>
              <a:ext cx="1464015" cy="0"/>
            </a:xfrm>
            <a:custGeom>
              <a:avLst/>
              <a:gdLst/>
              <a:ahLst/>
              <a:cxnLst/>
              <a:rect l="l" t="t" r="r" b="b"/>
              <a:pathLst>
                <a:path w="2414269">
                  <a:moveTo>
                    <a:pt x="0" y="0"/>
                  </a:moveTo>
                  <a:lnTo>
                    <a:pt x="2413916" y="0"/>
                  </a:lnTo>
                </a:path>
              </a:pathLst>
            </a:custGeom>
            <a:ln w="12700">
              <a:solidFill>
                <a:srgbClr val="000000"/>
              </a:solidFill>
            </a:ln>
          </p:spPr>
          <p:txBody>
            <a:bodyPr wrap="square" lIns="0" tIns="0" rIns="0" bIns="0" rtlCol="0"/>
            <a:lstStyle/>
            <a:p>
              <a:endParaRPr sz="849">
                <a:latin typeface="Versos" panose="020B0503020204030204" pitchFamily="34" charset="77"/>
              </a:endParaRPr>
            </a:p>
          </p:txBody>
        </p:sp>
        <p:sp>
          <p:nvSpPr>
            <p:cNvPr id="68" name="object 61">
              <a:extLst>
                <a:ext uri="{FF2B5EF4-FFF2-40B4-BE49-F238E27FC236}">
                  <a16:creationId xmlns:a16="http://schemas.microsoft.com/office/drawing/2014/main" id="{6BB3FCF1-0B4D-7A86-380C-1BF87E9D61CE}"/>
                </a:ext>
              </a:extLst>
            </p:cNvPr>
            <p:cNvSpPr txBox="1"/>
            <p:nvPr/>
          </p:nvSpPr>
          <p:spPr>
            <a:xfrm>
              <a:off x="10153572" y="458291"/>
              <a:ext cx="842136" cy="174137"/>
            </a:xfrm>
            <a:prstGeom prst="rect">
              <a:avLst/>
            </a:prstGeom>
          </p:spPr>
          <p:txBody>
            <a:bodyPr vert="horz" wrap="square" lIns="0" tIns="10782" rIns="0" bIns="0" rtlCol="0">
              <a:spAutoFit/>
            </a:bodyPr>
            <a:lstStyle/>
            <a:p>
              <a:pPr marL="7701">
                <a:spcBef>
                  <a:spcPts val="85"/>
                </a:spcBef>
              </a:pPr>
              <a:r>
                <a:rPr sz="1061" b="1">
                  <a:latin typeface="Versos" panose="020B0503020204030204" pitchFamily="34" charset="77"/>
                </a:rPr>
                <a:t>Público Alvo</a:t>
              </a:r>
              <a:endParaRPr sz="1061">
                <a:latin typeface="Versos" panose="020B0503020204030204" pitchFamily="34" charset="77"/>
              </a:endParaRPr>
            </a:p>
          </p:txBody>
        </p:sp>
        <p:sp>
          <p:nvSpPr>
            <p:cNvPr id="69" name="object 62">
              <a:extLst>
                <a:ext uri="{FF2B5EF4-FFF2-40B4-BE49-F238E27FC236}">
                  <a16:creationId xmlns:a16="http://schemas.microsoft.com/office/drawing/2014/main" id="{E33FD1A8-0145-0A77-1475-264A9D49D7AA}"/>
                </a:ext>
              </a:extLst>
            </p:cNvPr>
            <p:cNvSpPr/>
            <p:nvPr/>
          </p:nvSpPr>
          <p:spPr>
            <a:xfrm>
              <a:off x="10153572" y="690485"/>
              <a:ext cx="1464015" cy="0"/>
            </a:xfrm>
            <a:custGeom>
              <a:avLst/>
              <a:gdLst/>
              <a:ahLst/>
              <a:cxnLst/>
              <a:rect l="l" t="t" r="r" b="b"/>
              <a:pathLst>
                <a:path w="2414269">
                  <a:moveTo>
                    <a:pt x="0" y="0"/>
                  </a:moveTo>
                  <a:lnTo>
                    <a:pt x="2413926" y="0"/>
                  </a:lnTo>
                </a:path>
              </a:pathLst>
            </a:custGeom>
            <a:ln w="12700">
              <a:solidFill>
                <a:srgbClr val="000000"/>
              </a:solidFill>
            </a:ln>
          </p:spPr>
          <p:txBody>
            <a:bodyPr wrap="square" lIns="0" tIns="0" rIns="0" bIns="0" rtlCol="0"/>
            <a:lstStyle/>
            <a:p>
              <a:endParaRPr sz="849">
                <a:latin typeface="Versos" panose="020B0503020204030204" pitchFamily="34" charset="77"/>
              </a:endParaRPr>
            </a:p>
          </p:txBody>
        </p:sp>
        <p:sp>
          <p:nvSpPr>
            <p:cNvPr id="70" name="object 63">
              <a:extLst>
                <a:ext uri="{FF2B5EF4-FFF2-40B4-BE49-F238E27FC236}">
                  <a16:creationId xmlns:a16="http://schemas.microsoft.com/office/drawing/2014/main" id="{3708E920-33D9-48EF-52E5-6436C7264380}"/>
                </a:ext>
              </a:extLst>
            </p:cNvPr>
            <p:cNvSpPr txBox="1"/>
            <p:nvPr/>
          </p:nvSpPr>
          <p:spPr>
            <a:xfrm>
              <a:off x="8173770" y="1420946"/>
              <a:ext cx="1464014" cy="380695"/>
            </a:xfrm>
            <a:prstGeom prst="rect">
              <a:avLst/>
            </a:prstGeom>
          </p:spPr>
          <p:txBody>
            <a:bodyPr vert="horz" wrap="square" lIns="0" tIns="7316" rIns="0" bIns="0" rtlCol="0" anchor="t">
              <a:spAutoFit/>
            </a:bodyPr>
            <a:lstStyle/>
            <a:p>
              <a:pPr marL="7620" marR="2540">
                <a:lnSpc>
                  <a:spcPct val="100499"/>
                </a:lnSpc>
                <a:spcBef>
                  <a:spcPts val="58"/>
                </a:spcBef>
              </a:pPr>
              <a:r>
                <a:rPr lang="pt-BR" sz="1200">
                  <a:latin typeface="Versos Light"/>
                </a:rPr>
                <a:t>Aberto, resgate </a:t>
              </a:r>
              <a:br>
                <a:rPr lang="pt-BR" sz="1200">
                  <a:latin typeface="Versos Light" panose="020B0403020204030204" pitchFamily="34" charset="0"/>
                </a:rPr>
              </a:br>
              <a:r>
                <a:rPr lang="pt-BR" sz="1200">
                  <a:latin typeface="Versos Light"/>
                </a:rPr>
                <a:t>em D+0 dia</a:t>
              </a:r>
            </a:p>
          </p:txBody>
        </p:sp>
        <p:sp>
          <p:nvSpPr>
            <p:cNvPr id="73" name="object 66">
              <a:extLst>
                <a:ext uri="{FF2B5EF4-FFF2-40B4-BE49-F238E27FC236}">
                  <a16:creationId xmlns:a16="http://schemas.microsoft.com/office/drawing/2014/main" id="{899CAA8C-127C-51E5-F6D1-B808C045181F}"/>
                </a:ext>
              </a:extLst>
            </p:cNvPr>
            <p:cNvSpPr txBox="1"/>
            <p:nvPr/>
          </p:nvSpPr>
          <p:spPr>
            <a:xfrm>
              <a:off x="10153572" y="1408122"/>
              <a:ext cx="1464015" cy="393519"/>
            </a:xfrm>
            <a:prstGeom prst="rect">
              <a:avLst/>
            </a:prstGeom>
          </p:spPr>
          <p:txBody>
            <a:bodyPr vert="horz" wrap="square" lIns="0" tIns="7316" rIns="0" bIns="0" rtlCol="0">
              <a:spAutoFit/>
            </a:bodyPr>
            <a:lstStyle/>
            <a:p>
              <a:pPr marL="7701" marR="3081">
                <a:lnSpc>
                  <a:spcPct val="100499"/>
                </a:lnSpc>
                <a:spcBef>
                  <a:spcPts val="58"/>
                </a:spcBef>
              </a:pPr>
              <a:r>
                <a:rPr lang="pt-BR" sz="1213">
                  <a:latin typeface="Versos Light" panose="020B0403020204030204" pitchFamily="34" charset="0"/>
                </a:rPr>
                <a:t>Investidor</a:t>
              </a:r>
            </a:p>
            <a:p>
              <a:pPr marL="7701" marR="3081">
                <a:lnSpc>
                  <a:spcPct val="100499"/>
                </a:lnSpc>
                <a:spcBef>
                  <a:spcPts val="58"/>
                </a:spcBef>
              </a:pPr>
              <a:r>
                <a:rPr lang="pt-BR" sz="1213">
                  <a:latin typeface="Versos Light" panose="020B0403020204030204" pitchFamily="34" charset="0"/>
                </a:rPr>
                <a:t>Geral</a:t>
              </a:r>
            </a:p>
          </p:txBody>
        </p:sp>
      </p:grpSp>
      <p:grpSp>
        <p:nvGrpSpPr>
          <p:cNvPr id="6" name="Group 5">
            <a:extLst>
              <a:ext uri="{FF2B5EF4-FFF2-40B4-BE49-F238E27FC236}">
                <a16:creationId xmlns:a16="http://schemas.microsoft.com/office/drawing/2014/main" id="{AC4BAB85-F073-1C6D-7FB4-3A12A71F8E16}"/>
              </a:ext>
            </a:extLst>
          </p:cNvPr>
          <p:cNvGrpSpPr/>
          <p:nvPr/>
        </p:nvGrpSpPr>
        <p:grpSpPr>
          <a:xfrm>
            <a:off x="4846503" y="2144740"/>
            <a:ext cx="7010535" cy="1632695"/>
            <a:chOff x="4846503" y="2165709"/>
            <a:chExt cx="7010535" cy="1632695"/>
          </a:xfrm>
        </p:grpSpPr>
        <p:sp>
          <p:nvSpPr>
            <p:cNvPr id="20" name="object 2">
              <a:extLst>
                <a:ext uri="{FF2B5EF4-FFF2-40B4-BE49-F238E27FC236}">
                  <a16:creationId xmlns:a16="http://schemas.microsoft.com/office/drawing/2014/main" id="{296F7F03-A96C-F5D7-6FBF-A49242EE0F36}"/>
                </a:ext>
              </a:extLst>
            </p:cNvPr>
            <p:cNvSpPr txBox="1"/>
            <p:nvPr/>
          </p:nvSpPr>
          <p:spPr>
            <a:xfrm>
              <a:off x="9596708" y="3334234"/>
              <a:ext cx="1630748" cy="382541"/>
            </a:xfrm>
            <a:prstGeom prst="rect">
              <a:avLst/>
            </a:prstGeom>
          </p:spPr>
          <p:txBody>
            <a:bodyPr vert="horz" wrap="square" lIns="0" tIns="0" rIns="0" bIns="0" rtlCol="0" anchor="t">
              <a:spAutoFit/>
            </a:bodyPr>
            <a:lstStyle/>
            <a:p>
              <a:r>
                <a:rPr lang="pt-BR" sz="1243">
                  <a:solidFill>
                    <a:srgbClr val="FFFFFF"/>
                  </a:solidFill>
                  <a:latin typeface="Versos Light" panose="020B0403020204030204" pitchFamily="34" charset="0"/>
                </a:rPr>
                <a:t>Fundo de Investimento</a:t>
              </a:r>
            </a:p>
          </p:txBody>
        </p:sp>
        <p:sp>
          <p:nvSpPr>
            <p:cNvPr id="21" name="object 3">
              <a:extLst>
                <a:ext uri="{FF2B5EF4-FFF2-40B4-BE49-F238E27FC236}">
                  <a16:creationId xmlns:a16="http://schemas.microsoft.com/office/drawing/2014/main" id="{F8618A8D-B125-ECAB-1339-3969C3200DDE}"/>
                </a:ext>
              </a:extLst>
            </p:cNvPr>
            <p:cNvSpPr txBox="1"/>
            <p:nvPr/>
          </p:nvSpPr>
          <p:spPr>
            <a:xfrm>
              <a:off x="7458761" y="3350292"/>
              <a:ext cx="678021" cy="368562"/>
            </a:xfrm>
            <a:prstGeom prst="rect">
              <a:avLst/>
            </a:prstGeom>
          </p:spPr>
          <p:txBody>
            <a:bodyPr vert="horz" wrap="square" lIns="0" tIns="0" rIns="0" bIns="0" rtlCol="0">
              <a:spAutoFit/>
            </a:bodyPr>
            <a:lstStyle/>
            <a:p>
              <a:pPr marL="7701">
                <a:spcBef>
                  <a:spcPts val="64"/>
                </a:spcBef>
              </a:pPr>
              <a:r>
                <a:rPr lang="pt-BR" sz="2395" b="1">
                  <a:solidFill>
                    <a:srgbClr val="F6F6F6"/>
                  </a:solidFill>
                  <a:latin typeface="Versos" panose="020B0503020204030204" pitchFamily="34" charset="77"/>
                </a:rPr>
                <a:t>CDI</a:t>
              </a:r>
              <a:endParaRPr sz="2395">
                <a:latin typeface="Versos" panose="020B0503020204030204" pitchFamily="34" charset="77"/>
              </a:endParaRPr>
            </a:p>
          </p:txBody>
        </p:sp>
        <p:sp>
          <p:nvSpPr>
            <p:cNvPr id="27" name="object 19">
              <a:extLst>
                <a:ext uri="{FF2B5EF4-FFF2-40B4-BE49-F238E27FC236}">
                  <a16:creationId xmlns:a16="http://schemas.microsoft.com/office/drawing/2014/main" id="{C6D9ADFC-8E3E-C77F-B1F4-624C18830A9D}"/>
                </a:ext>
              </a:extLst>
            </p:cNvPr>
            <p:cNvSpPr/>
            <p:nvPr/>
          </p:nvSpPr>
          <p:spPr>
            <a:xfrm>
              <a:off x="7327235" y="2175244"/>
              <a:ext cx="1998706" cy="1623139"/>
            </a:xfrm>
            <a:prstGeom prst="roundRect">
              <a:avLst>
                <a:gd name="adj" fmla="val 7478"/>
              </a:avLst>
            </a:prstGeom>
            <a:ln w="12700">
              <a:solidFill>
                <a:schemeClr val="bg1"/>
              </a:solidFill>
            </a:ln>
          </p:spPr>
          <p:txBody>
            <a:bodyPr wrap="square" lIns="0" tIns="0" rIns="0" bIns="0" rtlCol="0"/>
            <a:lstStyle/>
            <a:p>
              <a:endParaRPr sz="849">
                <a:latin typeface="Versos" panose="020B0503020204030204" pitchFamily="34" charset="77"/>
              </a:endParaRPr>
            </a:p>
          </p:txBody>
        </p:sp>
        <p:sp>
          <p:nvSpPr>
            <p:cNvPr id="28" name="object 20">
              <a:extLst>
                <a:ext uri="{FF2B5EF4-FFF2-40B4-BE49-F238E27FC236}">
                  <a16:creationId xmlns:a16="http://schemas.microsoft.com/office/drawing/2014/main" id="{DF8A22CF-53F7-4F4E-1878-443CDD93E766}"/>
                </a:ext>
              </a:extLst>
            </p:cNvPr>
            <p:cNvSpPr/>
            <p:nvPr/>
          </p:nvSpPr>
          <p:spPr>
            <a:xfrm>
              <a:off x="9449002" y="2169196"/>
              <a:ext cx="2408036" cy="1629208"/>
            </a:xfrm>
            <a:prstGeom prst="roundRect">
              <a:avLst>
                <a:gd name="adj" fmla="val 3330"/>
              </a:avLst>
            </a:prstGeom>
            <a:ln w="12700">
              <a:solidFill>
                <a:schemeClr val="bg1"/>
              </a:solidFill>
            </a:ln>
          </p:spPr>
          <p:txBody>
            <a:bodyPr wrap="square" lIns="0" tIns="0" rIns="0" bIns="0" rtlCol="0"/>
            <a:lstStyle/>
            <a:p>
              <a:endParaRPr sz="849">
                <a:latin typeface="Versos" panose="020B0503020204030204" pitchFamily="34" charset="77"/>
              </a:endParaRPr>
            </a:p>
          </p:txBody>
        </p:sp>
        <p:sp>
          <p:nvSpPr>
            <p:cNvPr id="30" name="object 22">
              <a:extLst>
                <a:ext uri="{FF2B5EF4-FFF2-40B4-BE49-F238E27FC236}">
                  <a16:creationId xmlns:a16="http://schemas.microsoft.com/office/drawing/2014/main" id="{FC4B72E8-043E-6389-6762-C53927B61FB1}"/>
                </a:ext>
              </a:extLst>
            </p:cNvPr>
            <p:cNvSpPr/>
            <p:nvPr/>
          </p:nvSpPr>
          <p:spPr>
            <a:xfrm>
              <a:off x="4846503" y="2165709"/>
              <a:ext cx="2346969" cy="1632674"/>
            </a:xfrm>
            <a:prstGeom prst="roundRect">
              <a:avLst>
                <a:gd name="adj" fmla="val 4549"/>
              </a:avLst>
            </a:prstGeom>
            <a:ln w="12700">
              <a:solidFill>
                <a:schemeClr val="bg1"/>
              </a:solidFill>
            </a:ln>
          </p:spPr>
          <p:txBody>
            <a:bodyPr wrap="square" lIns="0" tIns="0" rIns="0" bIns="0" rtlCol="0"/>
            <a:lstStyle/>
            <a:p>
              <a:endParaRPr sz="849">
                <a:latin typeface="Versos" panose="020B0503020204030204" pitchFamily="34" charset="77"/>
              </a:endParaRPr>
            </a:p>
          </p:txBody>
        </p:sp>
        <p:sp>
          <p:nvSpPr>
            <p:cNvPr id="52" name="object 45">
              <a:extLst>
                <a:ext uri="{FF2B5EF4-FFF2-40B4-BE49-F238E27FC236}">
                  <a16:creationId xmlns:a16="http://schemas.microsoft.com/office/drawing/2014/main" id="{2752D91A-6733-DCD3-A0E2-F7219C155D00}"/>
                </a:ext>
              </a:extLst>
            </p:cNvPr>
            <p:cNvSpPr txBox="1"/>
            <p:nvPr/>
          </p:nvSpPr>
          <p:spPr>
            <a:xfrm>
              <a:off x="4967370" y="2312647"/>
              <a:ext cx="1345416" cy="174137"/>
            </a:xfrm>
            <a:prstGeom prst="rect">
              <a:avLst/>
            </a:prstGeom>
          </p:spPr>
          <p:txBody>
            <a:bodyPr vert="horz" wrap="square" lIns="0" tIns="0" rIns="0" bIns="0" rtlCol="0">
              <a:noAutofit/>
            </a:bodyPr>
            <a:lstStyle/>
            <a:p>
              <a:pPr marL="7701">
                <a:spcBef>
                  <a:spcPts val="85"/>
                </a:spcBef>
              </a:pPr>
              <a:r>
                <a:rPr sz="1061" b="1">
                  <a:solidFill>
                    <a:schemeClr val="bg1"/>
                  </a:solidFill>
                  <a:latin typeface="Versos" panose="020B0503020204030204" pitchFamily="34" charset="77"/>
                </a:rPr>
                <a:t>Forma de </a:t>
              </a:r>
              <a:r>
                <a:rPr sz="1061" b="1" err="1">
                  <a:solidFill>
                    <a:schemeClr val="bg1"/>
                  </a:solidFill>
                  <a:latin typeface="Versos" panose="020B0503020204030204" pitchFamily="34" charset="77"/>
                </a:rPr>
                <a:t>Aplicação</a:t>
              </a:r>
              <a:endParaRPr sz="1061">
                <a:solidFill>
                  <a:schemeClr val="bg1"/>
                </a:solidFill>
                <a:latin typeface="Versos" panose="020B0503020204030204" pitchFamily="34" charset="77"/>
              </a:endParaRPr>
            </a:p>
          </p:txBody>
        </p:sp>
        <p:sp>
          <p:nvSpPr>
            <p:cNvPr id="53" name="object 46">
              <a:extLst>
                <a:ext uri="{FF2B5EF4-FFF2-40B4-BE49-F238E27FC236}">
                  <a16:creationId xmlns:a16="http://schemas.microsoft.com/office/drawing/2014/main" id="{398A4BB4-7130-1769-7F0C-5C0516995363}"/>
                </a:ext>
              </a:extLst>
            </p:cNvPr>
            <p:cNvSpPr/>
            <p:nvPr/>
          </p:nvSpPr>
          <p:spPr>
            <a:xfrm flipV="1">
              <a:off x="4967370" y="2503351"/>
              <a:ext cx="1940581" cy="45719"/>
            </a:xfrm>
            <a:custGeom>
              <a:avLst/>
              <a:gdLst/>
              <a:ahLst/>
              <a:cxnLst/>
              <a:rect l="l" t="t" r="r" b="b"/>
              <a:pathLst>
                <a:path w="2995295">
                  <a:moveTo>
                    <a:pt x="0" y="0"/>
                  </a:moveTo>
                  <a:lnTo>
                    <a:pt x="2994819" y="0"/>
                  </a:lnTo>
                </a:path>
              </a:pathLst>
            </a:custGeom>
            <a:ln w="12700">
              <a:solidFill>
                <a:schemeClr val="bg1"/>
              </a:solidFill>
            </a:ln>
          </p:spPr>
          <p:txBody>
            <a:bodyPr wrap="square" lIns="0" tIns="0" rIns="0" bIns="0" rtlCol="0"/>
            <a:lstStyle/>
            <a:p>
              <a:endParaRPr sz="849">
                <a:latin typeface="Versos" panose="020B0503020204030204" pitchFamily="34" charset="77"/>
              </a:endParaRPr>
            </a:p>
          </p:txBody>
        </p:sp>
        <p:sp>
          <p:nvSpPr>
            <p:cNvPr id="60" name="object 53">
              <a:extLst>
                <a:ext uri="{FF2B5EF4-FFF2-40B4-BE49-F238E27FC236}">
                  <a16:creationId xmlns:a16="http://schemas.microsoft.com/office/drawing/2014/main" id="{259216BA-4CE4-9177-C055-4EB3AC8BF975}"/>
                </a:ext>
              </a:extLst>
            </p:cNvPr>
            <p:cNvSpPr txBox="1"/>
            <p:nvPr/>
          </p:nvSpPr>
          <p:spPr>
            <a:xfrm>
              <a:off x="9596708" y="2312647"/>
              <a:ext cx="514446" cy="174137"/>
            </a:xfrm>
            <a:prstGeom prst="rect">
              <a:avLst/>
            </a:prstGeom>
          </p:spPr>
          <p:txBody>
            <a:bodyPr vert="horz" wrap="square" lIns="0" tIns="10782" rIns="0" bIns="0" rtlCol="0">
              <a:spAutoFit/>
            </a:bodyPr>
            <a:lstStyle/>
            <a:p>
              <a:pPr marL="7701">
                <a:spcBef>
                  <a:spcPts val="85"/>
                </a:spcBef>
              </a:pPr>
              <a:r>
                <a:rPr sz="1061" b="1" err="1">
                  <a:solidFill>
                    <a:schemeClr val="bg1"/>
                  </a:solidFill>
                  <a:latin typeface="Versos" panose="020B0503020204030204" pitchFamily="34" charset="77"/>
                </a:rPr>
                <a:t>Veículo</a:t>
              </a:r>
              <a:endParaRPr sz="1061">
                <a:solidFill>
                  <a:schemeClr val="bg1"/>
                </a:solidFill>
                <a:latin typeface="Versos" panose="020B0503020204030204" pitchFamily="34" charset="77"/>
              </a:endParaRPr>
            </a:p>
          </p:txBody>
        </p:sp>
        <p:sp>
          <p:nvSpPr>
            <p:cNvPr id="61" name="object 54">
              <a:extLst>
                <a:ext uri="{FF2B5EF4-FFF2-40B4-BE49-F238E27FC236}">
                  <a16:creationId xmlns:a16="http://schemas.microsoft.com/office/drawing/2014/main" id="{3EFF8380-B3B3-ABDF-2F56-6A896D8F7D17}"/>
                </a:ext>
              </a:extLst>
            </p:cNvPr>
            <p:cNvSpPr/>
            <p:nvPr/>
          </p:nvSpPr>
          <p:spPr>
            <a:xfrm flipV="1">
              <a:off x="9596708" y="2503351"/>
              <a:ext cx="2054261" cy="45719"/>
            </a:xfrm>
            <a:custGeom>
              <a:avLst/>
              <a:gdLst/>
              <a:ahLst/>
              <a:cxnLst/>
              <a:rect l="l" t="t" r="r" b="b"/>
              <a:pathLst>
                <a:path w="3515359">
                  <a:moveTo>
                    <a:pt x="0" y="0"/>
                  </a:moveTo>
                  <a:lnTo>
                    <a:pt x="3514971" y="0"/>
                  </a:lnTo>
                </a:path>
              </a:pathLst>
            </a:custGeom>
            <a:ln w="12700">
              <a:solidFill>
                <a:schemeClr val="bg1"/>
              </a:solidFill>
            </a:ln>
          </p:spPr>
          <p:txBody>
            <a:bodyPr wrap="square" lIns="0" tIns="0" rIns="0" bIns="0" rtlCol="0"/>
            <a:lstStyle/>
            <a:p>
              <a:endParaRPr sz="849">
                <a:latin typeface="Versos" panose="020B0503020204030204" pitchFamily="34" charset="77"/>
              </a:endParaRPr>
            </a:p>
          </p:txBody>
        </p:sp>
        <p:sp>
          <p:nvSpPr>
            <p:cNvPr id="62" name="object 55">
              <a:extLst>
                <a:ext uri="{FF2B5EF4-FFF2-40B4-BE49-F238E27FC236}">
                  <a16:creationId xmlns:a16="http://schemas.microsoft.com/office/drawing/2014/main" id="{FEFBF463-3B01-E277-438F-E20A1232DDBC}"/>
                </a:ext>
              </a:extLst>
            </p:cNvPr>
            <p:cNvSpPr txBox="1"/>
            <p:nvPr/>
          </p:nvSpPr>
          <p:spPr>
            <a:xfrm>
              <a:off x="7462497" y="2308337"/>
              <a:ext cx="1009377" cy="174137"/>
            </a:xfrm>
            <a:prstGeom prst="rect">
              <a:avLst/>
            </a:prstGeom>
          </p:spPr>
          <p:txBody>
            <a:bodyPr vert="horz" wrap="square" lIns="0" tIns="10782" rIns="0" bIns="0" rtlCol="0">
              <a:spAutoFit/>
            </a:bodyPr>
            <a:lstStyle/>
            <a:p>
              <a:pPr marL="7701">
                <a:spcBef>
                  <a:spcPts val="85"/>
                </a:spcBef>
              </a:pPr>
              <a:r>
                <a:rPr sz="1061" b="1">
                  <a:solidFill>
                    <a:schemeClr val="bg1"/>
                  </a:solidFill>
                  <a:latin typeface="Versos" panose="020B0503020204030204" pitchFamily="34" charset="77"/>
                </a:rPr>
                <a:t>Benchmark</a:t>
              </a:r>
              <a:endParaRPr sz="1061">
                <a:solidFill>
                  <a:schemeClr val="bg1"/>
                </a:solidFill>
                <a:latin typeface="Versos" panose="020B0503020204030204" pitchFamily="34" charset="77"/>
              </a:endParaRPr>
            </a:p>
          </p:txBody>
        </p:sp>
        <p:sp>
          <p:nvSpPr>
            <p:cNvPr id="63" name="object 56">
              <a:extLst>
                <a:ext uri="{FF2B5EF4-FFF2-40B4-BE49-F238E27FC236}">
                  <a16:creationId xmlns:a16="http://schemas.microsoft.com/office/drawing/2014/main" id="{6C5417BD-8166-B492-627E-C9850770BE6C}"/>
                </a:ext>
              </a:extLst>
            </p:cNvPr>
            <p:cNvSpPr/>
            <p:nvPr/>
          </p:nvSpPr>
          <p:spPr>
            <a:xfrm>
              <a:off x="7458761" y="2561813"/>
              <a:ext cx="889499" cy="0"/>
            </a:xfrm>
            <a:custGeom>
              <a:avLst/>
              <a:gdLst/>
              <a:ahLst/>
              <a:cxnLst/>
              <a:rect l="l" t="t" r="r" b="b"/>
              <a:pathLst>
                <a:path w="1466850">
                  <a:moveTo>
                    <a:pt x="0" y="0"/>
                  </a:moveTo>
                  <a:lnTo>
                    <a:pt x="1466782" y="0"/>
                  </a:lnTo>
                </a:path>
              </a:pathLst>
            </a:custGeom>
            <a:ln w="12700">
              <a:solidFill>
                <a:schemeClr val="bg1"/>
              </a:solidFill>
            </a:ln>
          </p:spPr>
          <p:txBody>
            <a:bodyPr wrap="square" lIns="0" tIns="0" rIns="0" bIns="0" rtlCol="0"/>
            <a:lstStyle/>
            <a:p>
              <a:endParaRPr sz="849">
                <a:latin typeface="Versos" panose="020B0503020204030204" pitchFamily="34" charset="77"/>
              </a:endParaRPr>
            </a:p>
          </p:txBody>
        </p:sp>
        <p:sp>
          <p:nvSpPr>
            <p:cNvPr id="74" name="object 67">
              <a:extLst>
                <a:ext uri="{FF2B5EF4-FFF2-40B4-BE49-F238E27FC236}">
                  <a16:creationId xmlns:a16="http://schemas.microsoft.com/office/drawing/2014/main" id="{9F0544F2-187F-1599-7D27-69977B09330D}"/>
                </a:ext>
              </a:extLst>
            </p:cNvPr>
            <p:cNvSpPr txBox="1"/>
            <p:nvPr/>
          </p:nvSpPr>
          <p:spPr>
            <a:xfrm>
              <a:off x="4967370" y="3083612"/>
              <a:ext cx="1852661" cy="586635"/>
            </a:xfrm>
            <a:prstGeom prst="rect">
              <a:avLst/>
            </a:prstGeom>
          </p:spPr>
          <p:txBody>
            <a:bodyPr vert="horz" wrap="square" lIns="0" tIns="0" rIns="0" bIns="0" rtlCol="0" anchor="t">
              <a:spAutoFit/>
            </a:bodyPr>
            <a:lstStyle/>
            <a:p>
              <a:pPr marL="7620" marR="2540">
                <a:lnSpc>
                  <a:spcPct val="100499"/>
                </a:lnSpc>
                <a:spcBef>
                  <a:spcPts val="58"/>
                </a:spcBef>
              </a:pPr>
              <a:r>
                <a:rPr lang="pt-BR" sz="1200">
                  <a:solidFill>
                    <a:srgbClr val="FFFFFF"/>
                  </a:solidFill>
                  <a:latin typeface="Versos"/>
                </a:rPr>
                <a:t>Aplicação diária </a:t>
              </a:r>
              <a:br>
                <a:rPr lang="pt-BR" sz="1200">
                  <a:latin typeface="Versos"/>
                </a:rPr>
              </a:br>
              <a:r>
                <a:rPr lang="pt-BR" sz="1200">
                  <a:solidFill>
                    <a:srgbClr val="FFFFFF"/>
                  </a:solidFill>
                  <a:latin typeface="Versos"/>
                </a:rPr>
                <a:t>com integralização </a:t>
              </a:r>
              <a:endParaRPr lang="pt-BR" sz="1200"/>
            </a:p>
            <a:p>
              <a:pPr marL="7620" marR="2540">
                <a:lnSpc>
                  <a:spcPct val="100499"/>
                </a:lnSpc>
                <a:spcBef>
                  <a:spcPts val="58"/>
                </a:spcBef>
              </a:pPr>
              <a:r>
                <a:rPr lang="pt-BR" sz="1200">
                  <a:solidFill>
                    <a:srgbClr val="FFFFFF"/>
                  </a:solidFill>
                  <a:latin typeface="Versos"/>
                </a:rPr>
                <a:t>em </a:t>
              </a:r>
              <a:r>
                <a:rPr lang="pt-BR" sz="1200" b="1">
                  <a:solidFill>
                    <a:srgbClr val="FFFFFF"/>
                  </a:solidFill>
                  <a:latin typeface="Versos"/>
                </a:rPr>
                <a:t>D+0 dia</a:t>
              </a:r>
            </a:p>
          </p:txBody>
        </p:sp>
      </p:grpSp>
      <p:grpSp>
        <p:nvGrpSpPr>
          <p:cNvPr id="13" name="Group 12">
            <a:extLst>
              <a:ext uri="{FF2B5EF4-FFF2-40B4-BE49-F238E27FC236}">
                <a16:creationId xmlns:a16="http://schemas.microsoft.com/office/drawing/2014/main" id="{A3E6E40D-7F4C-3943-3486-96449FFA5F1B}"/>
              </a:ext>
            </a:extLst>
          </p:cNvPr>
          <p:cNvGrpSpPr/>
          <p:nvPr/>
        </p:nvGrpSpPr>
        <p:grpSpPr>
          <a:xfrm>
            <a:off x="4846500" y="4881027"/>
            <a:ext cx="6077835" cy="1632674"/>
            <a:chOff x="4846500" y="4881027"/>
            <a:chExt cx="6077835" cy="1632674"/>
          </a:xfrm>
        </p:grpSpPr>
        <p:sp>
          <p:nvSpPr>
            <p:cNvPr id="31" name="object 23">
              <a:extLst>
                <a:ext uri="{FF2B5EF4-FFF2-40B4-BE49-F238E27FC236}">
                  <a16:creationId xmlns:a16="http://schemas.microsoft.com/office/drawing/2014/main" id="{6A2FDA50-C2F6-76E6-007E-D0330607B884}"/>
                </a:ext>
              </a:extLst>
            </p:cNvPr>
            <p:cNvSpPr/>
            <p:nvPr/>
          </p:nvSpPr>
          <p:spPr>
            <a:xfrm>
              <a:off x="8745150" y="4881027"/>
              <a:ext cx="2179185" cy="1632674"/>
            </a:xfrm>
            <a:prstGeom prst="roundRect">
              <a:avLst>
                <a:gd name="adj" fmla="val 3359"/>
              </a:avLst>
            </a:prstGeom>
            <a:ln w="12700">
              <a:solidFill>
                <a:schemeClr val="bg1"/>
              </a:solidFill>
            </a:ln>
          </p:spPr>
          <p:txBody>
            <a:bodyPr wrap="square" lIns="0" tIns="0" rIns="0" bIns="0" rtlCol="0"/>
            <a:lstStyle/>
            <a:p>
              <a:endParaRPr sz="849">
                <a:latin typeface="Versos" panose="020B0503020204030204" pitchFamily="34" charset="77"/>
              </a:endParaRPr>
            </a:p>
          </p:txBody>
        </p:sp>
        <p:sp>
          <p:nvSpPr>
            <p:cNvPr id="32" name="object 24">
              <a:extLst>
                <a:ext uri="{FF2B5EF4-FFF2-40B4-BE49-F238E27FC236}">
                  <a16:creationId xmlns:a16="http://schemas.microsoft.com/office/drawing/2014/main" id="{3BD844E8-D770-88C7-72DB-66F99DF04EFA}"/>
                </a:ext>
              </a:extLst>
            </p:cNvPr>
            <p:cNvSpPr/>
            <p:nvPr/>
          </p:nvSpPr>
          <p:spPr>
            <a:xfrm>
              <a:off x="4846500" y="4881027"/>
              <a:ext cx="3798704" cy="1632674"/>
            </a:xfrm>
            <a:prstGeom prst="roundRect">
              <a:avLst>
                <a:gd name="adj" fmla="val 4549"/>
              </a:avLst>
            </a:prstGeom>
            <a:ln w="12700">
              <a:solidFill>
                <a:schemeClr val="bg1"/>
              </a:solidFill>
            </a:ln>
          </p:spPr>
          <p:txBody>
            <a:bodyPr wrap="square" lIns="0" tIns="0" rIns="0" bIns="0" rtlCol="0"/>
            <a:lstStyle/>
            <a:p>
              <a:endParaRPr sz="849">
                <a:latin typeface="Versos" panose="020B0503020204030204" pitchFamily="34" charset="77"/>
              </a:endParaRPr>
            </a:p>
          </p:txBody>
        </p:sp>
        <p:sp>
          <p:nvSpPr>
            <p:cNvPr id="56" name="object 49">
              <a:extLst>
                <a:ext uri="{FF2B5EF4-FFF2-40B4-BE49-F238E27FC236}">
                  <a16:creationId xmlns:a16="http://schemas.microsoft.com/office/drawing/2014/main" id="{D96348F2-F878-E7F8-5FB2-BD27C07AE1C4}"/>
                </a:ext>
              </a:extLst>
            </p:cNvPr>
            <p:cNvSpPr txBox="1"/>
            <p:nvPr/>
          </p:nvSpPr>
          <p:spPr>
            <a:xfrm>
              <a:off x="4967370" y="5012790"/>
              <a:ext cx="1512919" cy="174137"/>
            </a:xfrm>
            <a:prstGeom prst="rect">
              <a:avLst/>
            </a:prstGeom>
          </p:spPr>
          <p:txBody>
            <a:bodyPr vert="horz" wrap="square" lIns="0" tIns="0" rIns="0" bIns="0" rtlCol="0">
              <a:noAutofit/>
            </a:bodyPr>
            <a:lstStyle/>
            <a:p>
              <a:pPr marL="7701">
                <a:spcBef>
                  <a:spcPts val="85"/>
                </a:spcBef>
              </a:pPr>
              <a:r>
                <a:rPr sz="1061" b="1">
                  <a:solidFill>
                    <a:schemeClr val="bg1"/>
                  </a:solidFill>
                  <a:latin typeface="Versos" panose="020B0503020204030204" pitchFamily="34" charset="77"/>
                </a:rPr>
                <a:t>Taxa de Adm &amp; </a:t>
              </a:r>
              <a:r>
                <a:rPr sz="1061" b="1" err="1">
                  <a:solidFill>
                    <a:schemeClr val="bg1"/>
                  </a:solidFill>
                  <a:latin typeface="Versos" panose="020B0503020204030204" pitchFamily="34" charset="77"/>
                </a:rPr>
                <a:t>Gestão</a:t>
              </a:r>
              <a:endParaRPr sz="1061">
                <a:solidFill>
                  <a:schemeClr val="bg1"/>
                </a:solidFill>
                <a:latin typeface="Versos" panose="020B0503020204030204" pitchFamily="34" charset="77"/>
              </a:endParaRPr>
            </a:p>
          </p:txBody>
        </p:sp>
        <p:sp>
          <p:nvSpPr>
            <p:cNvPr id="57" name="object 50">
              <a:extLst>
                <a:ext uri="{FF2B5EF4-FFF2-40B4-BE49-F238E27FC236}">
                  <a16:creationId xmlns:a16="http://schemas.microsoft.com/office/drawing/2014/main" id="{A4CD1943-DC70-38E1-39C8-28BCDB75D8C6}"/>
                </a:ext>
              </a:extLst>
            </p:cNvPr>
            <p:cNvSpPr/>
            <p:nvPr/>
          </p:nvSpPr>
          <p:spPr>
            <a:xfrm>
              <a:off x="4967370" y="5271762"/>
              <a:ext cx="2339267" cy="0"/>
            </a:xfrm>
            <a:custGeom>
              <a:avLst/>
              <a:gdLst/>
              <a:ahLst/>
              <a:cxnLst/>
              <a:rect l="l" t="t" r="r" b="b"/>
              <a:pathLst>
                <a:path w="3857625">
                  <a:moveTo>
                    <a:pt x="0" y="0"/>
                  </a:moveTo>
                  <a:lnTo>
                    <a:pt x="3857254" y="0"/>
                  </a:lnTo>
                </a:path>
              </a:pathLst>
            </a:custGeom>
            <a:ln w="12700">
              <a:solidFill>
                <a:schemeClr val="bg1"/>
              </a:solidFill>
            </a:ln>
          </p:spPr>
          <p:txBody>
            <a:bodyPr wrap="square" lIns="0" tIns="0" rIns="0" bIns="0" rtlCol="0"/>
            <a:lstStyle/>
            <a:p>
              <a:endParaRPr sz="849">
                <a:latin typeface="Versos" panose="020B0503020204030204" pitchFamily="34" charset="77"/>
              </a:endParaRPr>
            </a:p>
          </p:txBody>
        </p:sp>
        <p:sp>
          <p:nvSpPr>
            <p:cNvPr id="58" name="object 51">
              <a:extLst>
                <a:ext uri="{FF2B5EF4-FFF2-40B4-BE49-F238E27FC236}">
                  <a16:creationId xmlns:a16="http://schemas.microsoft.com/office/drawing/2014/main" id="{2B878E7A-5EAF-DDA6-9A79-E2828E78D081}"/>
                </a:ext>
              </a:extLst>
            </p:cNvPr>
            <p:cNvSpPr txBox="1"/>
            <p:nvPr/>
          </p:nvSpPr>
          <p:spPr>
            <a:xfrm>
              <a:off x="8905777" y="5003964"/>
              <a:ext cx="1081970" cy="174137"/>
            </a:xfrm>
            <a:prstGeom prst="rect">
              <a:avLst/>
            </a:prstGeom>
          </p:spPr>
          <p:txBody>
            <a:bodyPr vert="horz" wrap="square" lIns="0" tIns="10782" rIns="0" bIns="0" rtlCol="0">
              <a:spAutoFit/>
            </a:bodyPr>
            <a:lstStyle/>
            <a:p>
              <a:pPr marL="7701">
                <a:spcBef>
                  <a:spcPts val="85"/>
                </a:spcBef>
              </a:pPr>
              <a:r>
                <a:rPr sz="1061" b="1">
                  <a:solidFill>
                    <a:schemeClr val="bg1"/>
                  </a:solidFill>
                  <a:latin typeface="Versos" panose="020B0503020204030204" pitchFamily="34" charset="77"/>
                </a:rPr>
                <a:t>Performance</a:t>
              </a:r>
              <a:endParaRPr sz="1061">
                <a:solidFill>
                  <a:schemeClr val="bg1"/>
                </a:solidFill>
                <a:latin typeface="Versos" panose="020B0503020204030204" pitchFamily="34" charset="77"/>
              </a:endParaRPr>
            </a:p>
          </p:txBody>
        </p:sp>
        <p:sp>
          <p:nvSpPr>
            <p:cNvPr id="59" name="object 52">
              <a:extLst>
                <a:ext uri="{FF2B5EF4-FFF2-40B4-BE49-F238E27FC236}">
                  <a16:creationId xmlns:a16="http://schemas.microsoft.com/office/drawing/2014/main" id="{2168C1C9-5158-C763-BE9F-6EED9F521DEA}"/>
                </a:ext>
              </a:extLst>
            </p:cNvPr>
            <p:cNvSpPr/>
            <p:nvPr/>
          </p:nvSpPr>
          <p:spPr>
            <a:xfrm flipV="1">
              <a:off x="8905777" y="5233661"/>
              <a:ext cx="1773555" cy="45719"/>
            </a:xfrm>
            <a:custGeom>
              <a:avLst/>
              <a:gdLst/>
              <a:ahLst/>
              <a:cxnLst/>
              <a:rect l="l" t="t" r="r" b="b"/>
              <a:pathLst>
                <a:path w="4699634">
                  <a:moveTo>
                    <a:pt x="0" y="0"/>
                  </a:moveTo>
                  <a:lnTo>
                    <a:pt x="4699092" y="0"/>
                  </a:lnTo>
                </a:path>
              </a:pathLst>
            </a:custGeom>
            <a:ln w="12700">
              <a:solidFill>
                <a:schemeClr val="bg1"/>
              </a:solidFill>
            </a:ln>
          </p:spPr>
          <p:txBody>
            <a:bodyPr wrap="square" lIns="0" tIns="0" rIns="0" bIns="0" rtlCol="0"/>
            <a:lstStyle/>
            <a:p>
              <a:endParaRPr sz="849">
                <a:latin typeface="Versos" panose="020B0503020204030204" pitchFamily="34" charset="77"/>
              </a:endParaRPr>
            </a:p>
          </p:txBody>
        </p:sp>
        <p:sp>
          <p:nvSpPr>
            <p:cNvPr id="75" name="object 68">
              <a:extLst>
                <a:ext uri="{FF2B5EF4-FFF2-40B4-BE49-F238E27FC236}">
                  <a16:creationId xmlns:a16="http://schemas.microsoft.com/office/drawing/2014/main" id="{64B551F4-9691-6131-41A1-19E58F12D467}"/>
                </a:ext>
              </a:extLst>
            </p:cNvPr>
            <p:cNvSpPr txBox="1"/>
            <p:nvPr/>
          </p:nvSpPr>
          <p:spPr>
            <a:xfrm>
              <a:off x="4967370" y="5496414"/>
              <a:ext cx="2043538" cy="720732"/>
            </a:xfrm>
            <a:prstGeom prst="rect">
              <a:avLst/>
            </a:prstGeom>
          </p:spPr>
          <p:txBody>
            <a:bodyPr vert="horz" wrap="square" lIns="0" tIns="26184" rIns="0" bIns="0" rtlCol="0" anchor="t">
              <a:spAutoFit/>
            </a:bodyPr>
            <a:lstStyle/>
            <a:p>
              <a:pPr marL="7620" marR="2540">
                <a:lnSpc>
                  <a:spcPct val="93700"/>
                </a:lnSpc>
                <a:spcBef>
                  <a:spcPts val="206"/>
                </a:spcBef>
              </a:pPr>
              <a:r>
                <a:rPr lang="pt-BR" sz="3400" b="1">
                  <a:solidFill>
                    <a:srgbClr val="FFFFFF"/>
                  </a:solidFill>
                  <a:latin typeface="Versos"/>
                </a:rPr>
                <a:t>0,2</a:t>
              </a:r>
              <a:r>
                <a:rPr sz="3400" b="1">
                  <a:solidFill>
                    <a:srgbClr val="FFFFFF"/>
                  </a:solidFill>
                  <a:latin typeface="Versos"/>
                </a:rPr>
                <a:t>% </a:t>
              </a:r>
              <a:br>
                <a:rPr lang="pt-BR" sz="2500" b="1">
                  <a:latin typeface="Versos"/>
                </a:rPr>
              </a:br>
              <a:r>
                <a:rPr b="1" err="1">
                  <a:solidFill>
                    <a:srgbClr val="F6F6F6"/>
                  </a:solidFill>
                  <a:latin typeface="Versos"/>
                </a:rPr>
                <a:t>a.a.</a:t>
              </a:r>
              <a:r>
                <a:rPr b="1">
                  <a:solidFill>
                    <a:srgbClr val="F6F6F6"/>
                  </a:solidFill>
                  <a:latin typeface="Versos"/>
                </a:rPr>
                <a:t> </a:t>
              </a:r>
              <a:endParaRPr lang="pt-BR">
                <a:solidFill>
                  <a:srgbClr val="FFFFFF"/>
                </a:solidFill>
                <a:latin typeface="Versos"/>
              </a:endParaRPr>
            </a:p>
          </p:txBody>
        </p:sp>
        <p:sp>
          <p:nvSpPr>
            <p:cNvPr id="76" name="object 69">
              <a:extLst>
                <a:ext uri="{FF2B5EF4-FFF2-40B4-BE49-F238E27FC236}">
                  <a16:creationId xmlns:a16="http://schemas.microsoft.com/office/drawing/2014/main" id="{5BA15D97-2506-7CC8-E3CA-86E83DDE3CF3}"/>
                </a:ext>
              </a:extLst>
            </p:cNvPr>
            <p:cNvSpPr txBox="1"/>
            <p:nvPr/>
          </p:nvSpPr>
          <p:spPr>
            <a:xfrm>
              <a:off x="8925206" y="6102680"/>
              <a:ext cx="1912950" cy="228931"/>
            </a:xfrm>
            <a:prstGeom prst="rect">
              <a:avLst/>
            </a:prstGeom>
          </p:spPr>
          <p:txBody>
            <a:bodyPr vert="horz" wrap="square" lIns="0" tIns="26184" rIns="0" bIns="0" rtlCol="0" anchor="t">
              <a:spAutoFit/>
            </a:bodyPr>
            <a:lstStyle/>
            <a:p>
              <a:pPr marL="7620" marR="2540">
                <a:lnSpc>
                  <a:spcPct val="93700"/>
                </a:lnSpc>
                <a:spcBef>
                  <a:spcPts val="206"/>
                </a:spcBef>
              </a:pPr>
              <a:r>
                <a:rPr lang="pt-BR" b="1">
                  <a:solidFill>
                    <a:srgbClr val="FFFFFF"/>
                  </a:solidFill>
                  <a:latin typeface="Versos"/>
                </a:rPr>
                <a:t>Não há</a:t>
              </a:r>
              <a:endParaRPr lang="pt-BR" sz="600">
                <a:solidFill>
                  <a:srgbClr val="FFFFFF"/>
                </a:solidFill>
                <a:latin typeface="Versos"/>
              </a:endParaRPr>
            </a:p>
          </p:txBody>
        </p:sp>
      </p:grpSp>
      <p:sp>
        <p:nvSpPr>
          <p:cNvPr id="77" name="object 70">
            <a:extLst>
              <a:ext uri="{FF2B5EF4-FFF2-40B4-BE49-F238E27FC236}">
                <a16:creationId xmlns:a16="http://schemas.microsoft.com/office/drawing/2014/main" id="{98E150AB-2633-509D-42E1-9F314B431AEF}"/>
              </a:ext>
            </a:extLst>
          </p:cNvPr>
          <p:cNvSpPr/>
          <p:nvPr/>
        </p:nvSpPr>
        <p:spPr>
          <a:xfrm>
            <a:off x="11099414" y="4037283"/>
            <a:ext cx="753571" cy="647294"/>
          </a:xfrm>
          <a:custGeom>
            <a:avLst/>
            <a:gdLst/>
            <a:ahLst/>
            <a:cxnLst/>
            <a:rect l="l" t="t" r="r" b="b"/>
            <a:pathLst>
              <a:path w="1242694" h="1067434">
                <a:moveTo>
                  <a:pt x="621245" y="163626"/>
                </a:moveTo>
                <a:lnTo>
                  <a:pt x="573519" y="107010"/>
                </a:lnTo>
                <a:lnTo>
                  <a:pt x="537222" y="75298"/>
                </a:lnTo>
                <a:lnTo>
                  <a:pt x="497484" y="48818"/>
                </a:lnTo>
                <a:lnTo>
                  <a:pt x="454761" y="27813"/>
                </a:lnTo>
                <a:lnTo>
                  <a:pt x="409562" y="12522"/>
                </a:lnTo>
                <a:lnTo>
                  <a:pt x="362356" y="3175"/>
                </a:lnTo>
                <a:lnTo>
                  <a:pt x="313601" y="0"/>
                </a:lnTo>
                <a:lnTo>
                  <a:pt x="0" y="0"/>
                </a:lnTo>
                <a:lnTo>
                  <a:pt x="0" y="163626"/>
                </a:lnTo>
                <a:lnTo>
                  <a:pt x="621245" y="163626"/>
                </a:lnTo>
                <a:close/>
              </a:path>
              <a:path w="1242694" h="1067434">
                <a:moveTo>
                  <a:pt x="1242504" y="0"/>
                </a:moveTo>
                <a:lnTo>
                  <a:pt x="928916" y="0"/>
                </a:lnTo>
                <a:lnTo>
                  <a:pt x="880160" y="3175"/>
                </a:lnTo>
                <a:lnTo>
                  <a:pt x="832929" y="12522"/>
                </a:lnTo>
                <a:lnTo>
                  <a:pt x="787730" y="27813"/>
                </a:lnTo>
                <a:lnTo>
                  <a:pt x="745007" y="48818"/>
                </a:lnTo>
                <a:lnTo>
                  <a:pt x="705269" y="75298"/>
                </a:lnTo>
                <a:lnTo>
                  <a:pt x="668972" y="107010"/>
                </a:lnTo>
                <a:lnTo>
                  <a:pt x="636600" y="143725"/>
                </a:lnTo>
                <a:lnTo>
                  <a:pt x="621258" y="163614"/>
                </a:lnTo>
                <a:lnTo>
                  <a:pt x="584174" y="216814"/>
                </a:lnTo>
                <a:lnTo>
                  <a:pt x="562711" y="260045"/>
                </a:lnTo>
                <a:lnTo>
                  <a:pt x="547192" y="305523"/>
                </a:lnTo>
                <a:lnTo>
                  <a:pt x="537781" y="352869"/>
                </a:lnTo>
                <a:lnTo>
                  <a:pt x="534619" y="401662"/>
                </a:lnTo>
                <a:lnTo>
                  <a:pt x="534492" y="1054519"/>
                </a:lnTo>
                <a:lnTo>
                  <a:pt x="534619" y="1066876"/>
                </a:lnTo>
                <a:lnTo>
                  <a:pt x="707999" y="1066876"/>
                </a:lnTo>
                <a:lnTo>
                  <a:pt x="707872" y="695236"/>
                </a:lnTo>
                <a:lnTo>
                  <a:pt x="712597" y="688314"/>
                </a:lnTo>
                <a:lnTo>
                  <a:pt x="707872" y="684987"/>
                </a:lnTo>
                <a:lnTo>
                  <a:pt x="707872" y="401662"/>
                </a:lnTo>
                <a:lnTo>
                  <a:pt x="704710" y="352869"/>
                </a:lnTo>
                <a:lnTo>
                  <a:pt x="695299" y="305523"/>
                </a:lnTo>
                <a:lnTo>
                  <a:pt x="679792" y="260045"/>
                </a:lnTo>
                <a:lnTo>
                  <a:pt x="658317" y="216814"/>
                </a:lnTo>
                <a:lnTo>
                  <a:pt x="631012" y="176250"/>
                </a:lnTo>
                <a:lnTo>
                  <a:pt x="621258" y="163626"/>
                </a:lnTo>
                <a:lnTo>
                  <a:pt x="1242504" y="163626"/>
                </a:lnTo>
                <a:lnTo>
                  <a:pt x="1242504" y="0"/>
                </a:lnTo>
                <a:close/>
              </a:path>
            </a:pathLst>
          </a:custGeom>
          <a:solidFill>
            <a:schemeClr val="bg1"/>
          </a:solidFill>
        </p:spPr>
        <p:txBody>
          <a:bodyPr wrap="square" lIns="0" tIns="0" rIns="0" bIns="0" rtlCol="0"/>
          <a:lstStyle/>
          <a:p>
            <a:endParaRPr sz="849">
              <a:latin typeface="Versos" panose="020B0503020204030204" pitchFamily="34" charset="77"/>
            </a:endParaRPr>
          </a:p>
        </p:txBody>
      </p:sp>
      <p:sp>
        <p:nvSpPr>
          <p:cNvPr id="10" name="Rectangle 9">
            <a:extLst>
              <a:ext uri="{FF2B5EF4-FFF2-40B4-BE49-F238E27FC236}">
                <a16:creationId xmlns:a16="http://schemas.microsoft.com/office/drawing/2014/main" id="{69A2E1DE-F7AF-CDC4-C669-5D811662A594}"/>
              </a:ext>
            </a:extLst>
          </p:cNvPr>
          <p:cNvSpPr/>
          <p:nvPr/>
        </p:nvSpPr>
        <p:spPr>
          <a:xfrm>
            <a:off x="1" y="0"/>
            <a:ext cx="230214" cy="6858000"/>
          </a:xfrm>
          <a:prstGeom prst="rect">
            <a:avLst/>
          </a:prstGeom>
          <a:gradFill>
            <a:gsLst>
              <a:gs pos="64000">
                <a:schemeClr val="bg2">
                  <a:lumMod val="90000"/>
                  <a:alpha val="0"/>
                </a:schemeClr>
              </a:gs>
              <a:gs pos="0">
                <a:schemeClr val="bg2">
                  <a:lumMod val="50000"/>
                </a:schemeClr>
              </a:gs>
            </a:gsLst>
            <a:lin ang="7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object 19">
            <a:extLst>
              <a:ext uri="{FF2B5EF4-FFF2-40B4-BE49-F238E27FC236}">
                <a16:creationId xmlns:a16="http://schemas.microsoft.com/office/drawing/2014/main" id="{E811E294-D435-0368-80FA-7C305E30733C}"/>
              </a:ext>
            </a:extLst>
          </p:cNvPr>
          <p:cNvSpPr txBox="1"/>
          <p:nvPr/>
        </p:nvSpPr>
        <p:spPr>
          <a:xfrm>
            <a:off x="587376" y="4037283"/>
            <a:ext cx="3089502" cy="421349"/>
          </a:xfrm>
          <a:prstGeom prst="rect">
            <a:avLst/>
          </a:prstGeom>
        </p:spPr>
        <p:txBody>
          <a:bodyPr vert="horz" wrap="square" lIns="0" tIns="43894" rIns="0" bIns="0" rtlCol="0">
            <a:spAutoFit/>
          </a:bodyPr>
          <a:lstStyle/>
          <a:p>
            <a:pPr marL="7701" marR="3081" defTabSz="554466">
              <a:spcBef>
                <a:spcPts val="346"/>
              </a:spcBef>
              <a:buClrTx/>
              <a:defRPr/>
            </a:pPr>
            <a:r>
              <a:rPr lang="pt-BR" sz="1100">
                <a:solidFill>
                  <a:schemeClr val="bg1"/>
                </a:solidFill>
                <a:latin typeface="Versos"/>
                <a:cs typeface="Versos"/>
              </a:rPr>
              <a:t>CNPJ: 06.866.051/0001-87</a:t>
            </a:r>
          </a:p>
          <a:p>
            <a:pPr marL="7701" marR="3081" defTabSz="554466">
              <a:spcBef>
                <a:spcPts val="346"/>
              </a:spcBef>
              <a:buClrTx/>
              <a:defRPr/>
            </a:pPr>
            <a:endParaRPr lang="pt-BR" sz="1100">
              <a:solidFill>
                <a:schemeClr val="bg1"/>
              </a:solidFill>
              <a:latin typeface="Versos"/>
              <a:cs typeface="Versos"/>
            </a:endParaRPr>
          </a:p>
        </p:txBody>
      </p:sp>
      <p:pic>
        <p:nvPicPr>
          <p:cNvPr id="2" name="Graphic 1">
            <a:extLst>
              <a:ext uri="{FF2B5EF4-FFF2-40B4-BE49-F238E27FC236}">
                <a16:creationId xmlns:a16="http://schemas.microsoft.com/office/drawing/2014/main" id="{219A10AB-A96A-FCE6-A122-36985059C55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7376" y="2927886"/>
            <a:ext cx="3184524" cy="939845"/>
          </a:xfrm>
          <a:prstGeom prst="rect">
            <a:avLst/>
          </a:prstGeom>
        </p:spPr>
      </p:pic>
    </p:spTree>
    <p:extLst>
      <p:ext uri="{BB962C8B-B14F-4D97-AF65-F5344CB8AC3E}">
        <p14:creationId xmlns:p14="http://schemas.microsoft.com/office/powerpoint/2010/main" val="3561324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B7025-7D7F-2B43-13F0-7EF927A94655}"/>
            </a:ext>
          </a:extLst>
        </p:cNvPr>
        <p:cNvGrpSpPr/>
        <p:nvPr/>
      </p:nvGrpSpPr>
      <p:grpSpPr>
        <a:xfrm>
          <a:off x="0" y="0"/>
          <a:ext cx="0" cy="0"/>
          <a:chOff x="0" y="0"/>
          <a:chExt cx="0" cy="0"/>
        </a:xfrm>
      </p:grpSpPr>
      <p:sp>
        <p:nvSpPr>
          <p:cNvPr id="129" name="TextBox 128">
            <a:extLst>
              <a:ext uri="{FF2B5EF4-FFF2-40B4-BE49-F238E27FC236}">
                <a16:creationId xmlns:a16="http://schemas.microsoft.com/office/drawing/2014/main" id="{7F636D82-9C31-C45C-D311-A51F70697815}"/>
              </a:ext>
            </a:extLst>
          </p:cNvPr>
          <p:cNvSpPr txBox="1"/>
          <p:nvPr/>
        </p:nvSpPr>
        <p:spPr>
          <a:xfrm>
            <a:off x="8832851" y="0"/>
            <a:ext cx="3359150" cy="6858000"/>
          </a:xfrm>
          <a:prstGeom prst="rect">
            <a:avLst/>
          </a:prstGeom>
          <a:blipFill dpi="0" rotWithShape="1">
            <a:blip r:embed="rId3" cstate="screen">
              <a:alphaModFix amt="20000"/>
              <a:extLst>
                <a:ext uri="{28A0092B-C50C-407E-A947-70E740481C1C}">
                  <a14:useLocalDpi xmlns:a14="http://schemas.microsoft.com/office/drawing/2010/main"/>
                </a:ext>
              </a:extLst>
            </a:blip>
            <a:srcRect/>
            <a:stretch>
              <a:fillRect l="-47942" r="-47942"/>
            </a:stretch>
          </a:blipFill>
          <a:ln>
            <a:noFill/>
          </a:ln>
          <a:effectLst/>
        </p:spPr>
        <p:txBody>
          <a:bodyPr vert="horz" wrap="square" lIns="0" tIns="5715"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900" b="0" i="0" u="none" strike="noStrike" kern="0" cap="none" spc="0" normalizeH="0" baseline="0" noProof="0">
              <a:ln>
                <a:noFill/>
              </a:ln>
              <a:solidFill>
                <a:sysClr val="windowText" lastClr="000000"/>
              </a:solidFill>
              <a:effectLst/>
              <a:uLnTx/>
              <a:uFillTx/>
              <a:latin typeface="Versos"/>
              <a:ea typeface="+mn-ea"/>
              <a:cs typeface="Versos"/>
              <a:sym typeface="Arial"/>
            </a:endParaRPr>
          </a:p>
          <a:p>
            <a:pPr marL="0" marR="0" lvl="0" indent="0" algn="l" defTabSz="914400" rtl="0" eaLnBrk="1" fontAlgn="auto" latinLnBrk="0" hangingPunct="1">
              <a:lnSpc>
                <a:spcPct val="100000"/>
              </a:lnSpc>
              <a:spcBef>
                <a:spcPts val="35"/>
              </a:spcBef>
              <a:spcAft>
                <a:spcPts val="0"/>
              </a:spcAft>
              <a:buClrTx/>
              <a:buSzTx/>
              <a:buFontTx/>
              <a:buNone/>
              <a:tabLst/>
              <a:defRPr/>
            </a:pPr>
            <a:endParaRPr kumimoji="0" sz="3100" b="0" i="0" u="none" strike="noStrike" kern="0" cap="none" spc="0" normalizeH="0" baseline="0" noProof="0">
              <a:ln>
                <a:noFill/>
              </a:ln>
              <a:solidFill>
                <a:sysClr val="windowText" lastClr="000000"/>
              </a:solidFill>
              <a:effectLst/>
              <a:uLnTx/>
              <a:uFillTx/>
              <a:latin typeface="Versos"/>
              <a:ea typeface="+mn-ea"/>
              <a:cs typeface="Versos"/>
              <a:sym typeface="Arial"/>
            </a:endParaRPr>
          </a:p>
        </p:txBody>
      </p:sp>
      <p:sp>
        <p:nvSpPr>
          <p:cNvPr id="131" name="object 38">
            <a:extLst>
              <a:ext uri="{FF2B5EF4-FFF2-40B4-BE49-F238E27FC236}">
                <a16:creationId xmlns:a16="http://schemas.microsoft.com/office/drawing/2014/main" id="{50444AD6-B781-AABD-1B4E-DBEC093605DA}"/>
              </a:ext>
            </a:extLst>
          </p:cNvPr>
          <p:cNvSpPr txBox="1">
            <a:spLocks/>
          </p:cNvSpPr>
          <p:nvPr/>
        </p:nvSpPr>
        <p:spPr>
          <a:xfrm>
            <a:off x="8997379" y="3740516"/>
            <a:ext cx="2858447" cy="225553"/>
          </a:xfrm>
          <a:prstGeom prst="rect">
            <a:avLst/>
          </a:prstGeom>
        </p:spPr>
        <p:txBody>
          <a:bodyPr vert="horz" wrap="square" lIns="0" tIns="10012" rIns="0" bIns="0" rtlCol="0" anchor="t">
            <a:spAutoFit/>
          </a:bodyPr>
          <a:lstStyle>
            <a:lvl1pPr eaLnBrk="1" hangingPunct="1">
              <a:defRPr>
                <a:latin typeface="+mj-lt"/>
                <a:ea typeface="+mj-ea"/>
                <a:cs typeface="+mj-cs"/>
              </a:defRPr>
            </a:lvl1pPr>
          </a:lstStyle>
          <a:p>
            <a:pPr marL="7620" marR="0" lvl="0" indent="0" algn="l" defTabSz="914400" rtl="0" eaLnBrk="1" fontAlgn="auto" latinLnBrk="0" hangingPunct="1">
              <a:lnSpc>
                <a:spcPct val="100000"/>
              </a:lnSpc>
              <a:spcBef>
                <a:spcPts val="79"/>
              </a:spcBef>
              <a:spcAft>
                <a:spcPts val="0"/>
              </a:spcAft>
              <a:buClr>
                <a:srgbClr val="000000"/>
              </a:buClr>
              <a:buSzTx/>
              <a:buFont typeface="Arial"/>
              <a:buNone/>
              <a:tabLst/>
              <a:defRPr/>
            </a:pPr>
            <a:r>
              <a:rPr kumimoji="0" lang="pt-BR" sz="140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CARACTERÍSTICAS GERAIS</a:t>
            </a:r>
          </a:p>
        </p:txBody>
      </p:sp>
      <p:sp>
        <p:nvSpPr>
          <p:cNvPr id="132" name="object 38">
            <a:extLst>
              <a:ext uri="{FF2B5EF4-FFF2-40B4-BE49-F238E27FC236}">
                <a16:creationId xmlns:a16="http://schemas.microsoft.com/office/drawing/2014/main" id="{8271D720-B367-656D-3951-151D170D6352}"/>
              </a:ext>
            </a:extLst>
          </p:cNvPr>
          <p:cNvSpPr txBox="1">
            <a:spLocks/>
          </p:cNvSpPr>
          <p:nvPr/>
        </p:nvSpPr>
        <p:spPr>
          <a:xfrm>
            <a:off x="8997379" y="947510"/>
            <a:ext cx="3194621" cy="564108"/>
          </a:xfrm>
          <a:prstGeom prst="rect">
            <a:avLst/>
          </a:prstGeom>
        </p:spPr>
        <p:txBody>
          <a:bodyPr vert="horz" wrap="square" lIns="0" tIns="10012" rIns="0" bIns="0" rtlCol="0" anchor="t">
            <a:spAutoFit/>
          </a:bodyPr>
          <a:lstStyle>
            <a:lvl1pPr eaLnBrk="1" hangingPunct="1">
              <a:defRPr>
                <a:latin typeface="+mj-lt"/>
                <a:ea typeface="+mj-ea"/>
                <a:cs typeface="+mj-cs"/>
              </a:defRPr>
            </a:lvl1pPr>
          </a:lstStyle>
          <a:p>
            <a:pPr marL="7620" marR="0" lvl="0" indent="0" algn="l" defTabSz="914400" rtl="0" eaLnBrk="1" fontAlgn="auto" latinLnBrk="0" hangingPunct="1">
              <a:lnSpc>
                <a:spcPct val="100000"/>
              </a:lnSpc>
              <a:spcBef>
                <a:spcPts val="79"/>
              </a:spcBef>
              <a:spcAft>
                <a:spcPts val="0"/>
              </a:spcAft>
              <a:buClrTx/>
              <a:buSzTx/>
              <a:buFontTx/>
              <a:buNone/>
              <a:tabLst/>
              <a:defRPr/>
            </a:pPr>
            <a:r>
              <a:rPr kumimoji="0" lang="pt-BR" sz="1800" b="0" i="0" u="none" strike="noStrike" kern="1200" cap="none" spc="0" normalizeH="0" baseline="0" noProof="0">
                <a:ln>
                  <a:noFill/>
                </a:ln>
                <a:solidFill>
                  <a:srgbClr val="FFFFFF"/>
                </a:solidFill>
                <a:effectLst/>
                <a:uLnTx/>
                <a:uFillTx/>
                <a:latin typeface="Versos Light"/>
                <a:ea typeface="+mj-ea"/>
                <a:cs typeface="+mj-cs"/>
                <a:sym typeface="Arial"/>
              </a:rPr>
              <a:t>Por que o </a:t>
            </a:r>
            <a:r>
              <a:rPr kumimoji="0" lang="pt-BR" sz="1800" b="0" i="0" u="none" strike="noStrike" kern="1200" cap="none" spc="0" normalizeH="0" baseline="0" noProof="0">
                <a:ln>
                  <a:noFill/>
                </a:ln>
                <a:solidFill>
                  <a:srgbClr val="FFFFFF"/>
                </a:solidFill>
                <a:effectLst/>
                <a:uLnTx/>
                <a:uFillTx/>
                <a:latin typeface="Versos"/>
                <a:ea typeface="+mj-ea"/>
                <a:cs typeface="+mj-cs"/>
                <a:sym typeface="Arial"/>
              </a:rPr>
              <a:t>TIVIO</a:t>
            </a:r>
            <a:r>
              <a:rPr kumimoji="0" lang="pt-BR" sz="1800" b="0" i="0" u="none" strike="noStrike" kern="1200" cap="none" spc="0" normalizeH="0" baseline="0" noProof="0">
                <a:ln>
                  <a:noFill/>
                </a:ln>
                <a:solidFill>
                  <a:srgbClr val="9BB7C7"/>
                </a:solidFill>
                <a:effectLst/>
                <a:uLnTx/>
                <a:uFillTx/>
                <a:latin typeface="Versos"/>
                <a:ea typeface="+mj-ea"/>
                <a:cs typeface="+mj-cs"/>
                <a:sym typeface="Arial"/>
              </a:rPr>
              <a:t> </a:t>
            </a:r>
            <a:br>
              <a:rPr kumimoji="0" lang="pt-BR" sz="1800" b="0" i="0" u="none" strike="noStrike" kern="1200" cap="none" spc="0" normalizeH="0" baseline="0" noProof="0">
                <a:ln>
                  <a:noFill/>
                </a:ln>
                <a:solidFill>
                  <a:srgbClr val="9BB7C7"/>
                </a:solidFill>
                <a:effectLst/>
                <a:uLnTx/>
                <a:uFillTx/>
                <a:latin typeface="Versos"/>
                <a:ea typeface="+mj-ea"/>
                <a:cs typeface="+mj-cs"/>
                <a:sym typeface="Arial"/>
              </a:rPr>
            </a:br>
            <a:r>
              <a:rPr kumimoji="0" lang="pt-BR" sz="1800" b="1" i="0" u="none" strike="noStrike" kern="1200" cap="none" spc="0" normalizeH="0" baseline="0" noProof="0">
                <a:ln>
                  <a:noFill/>
                </a:ln>
                <a:solidFill>
                  <a:srgbClr val="9BB7C7"/>
                </a:solidFill>
                <a:effectLst/>
                <a:uLnTx/>
                <a:uFillTx/>
                <a:latin typeface="Versos"/>
                <a:ea typeface="+mj-ea"/>
                <a:cs typeface="+mj-cs"/>
                <a:sym typeface="Arial"/>
              </a:rPr>
              <a:t>INSTITUCIONAL</a:t>
            </a:r>
            <a:r>
              <a:rPr kumimoji="0" lang="pt-BR" sz="1800" b="0" i="0" u="none" strike="noStrike" kern="1200" cap="none" spc="0" normalizeH="0" baseline="0" noProof="0">
                <a:ln>
                  <a:noFill/>
                </a:ln>
                <a:solidFill>
                  <a:srgbClr val="FFFFFF"/>
                </a:solidFill>
                <a:effectLst/>
                <a:uLnTx/>
                <a:uFillTx/>
                <a:latin typeface="Versos Light"/>
                <a:ea typeface="+mj-ea"/>
                <a:cs typeface="+mj-cs"/>
                <a:sym typeface="Arial"/>
              </a:rPr>
              <a:t>?</a:t>
            </a:r>
            <a:endParaRPr kumimoji="0" lang="pt-BR" sz="140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endParaRPr>
          </a:p>
        </p:txBody>
      </p:sp>
      <p:sp>
        <p:nvSpPr>
          <p:cNvPr id="133" name="object 38">
            <a:extLst>
              <a:ext uri="{FF2B5EF4-FFF2-40B4-BE49-F238E27FC236}">
                <a16:creationId xmlns:a16="http://schemas.microsoft.com/office/drawing/2014/main" id="{13471002-6DD2-B31C-C5DB-9B111DA4E9F7}"/>
              </a:ext>
            </a:extLst>
          </p:cNvPr>
          <p:cNvSpPr txBox="1">
            <a:spLocks/>
          </p:cNvSpPr>
          <p:nvPr/>
        </p:nvSpPr>
        <p:spPr>
          <a:xfrm>
            <a:off x="8997378" y="1661994"/>
            <a:ext cx="2858447" cy="2061954"/>
          </a:xfrm>
          <a:prstGeom prst="rect">
            <a:avLst/>
          </a:prstGeom>
        </p:spPr>
        <p:txBody>
          <a:bodyPr vert="horz" wrap="square" lIns="0" tIns="10012" rIns="0" bIns="0" rtlCol="0" anchor="t">
            <a:spAutoFit/>
          </a:bodyPr>
          <a:lstStyle>
            <a:lvl1pPr eaLnBrk="1" hangingPunct="1">
              <a:defRPr>
                <a:latin typeface="+mj-lt"/>
                <a:ea typeface="+mj-ea"/>
                <a:cs typeface="+mj-cs"/>
              </a:defRPr>
            </a:lvl1pPr>
          </a:lstStyle>
          <a:p>
            <a:pPr marL="143510" marR="0" lvl="0" indent="-143510" algn="l" defTabSz="914400" rtl="0" eaLnBrk="1" fontAlgn="auto" latinLnBrk="0" hangingPunct="1">
              <a:lnSpc>
                <a:spcPct val="100000"/>
              </a:lnSpc>
              <a:spcBef>
                <a:spcPts val="200"/>
              </a:spcBef>
              <a:spcAft>
                <a:spcPts val="200"/>
              </a:spcAft>
              <a:buClrTx/>
              <a:buSzTx/>
              <a:buFont typeface="Wingdings" panose="05000000000000000000" pitchFamily="2" charset="2"/>
              <a:buChar char="§"/>
              <a:tabLst/>
              <a:defRPr/>
            </a:pPr>
            <a:r>
              <a:rPr kumimoji="0" lang="pt-BR" sz="1200" b="0" i="0" u="none" strike="noStrike" kern="1200" cap="none" spc="0" normalizeH="0" baseline="0" noProof="0">
                <a:ln>
                  <a:noFill/>
                </a:ln>
                <a:solidFill>
                  <a:srgbClr val="FFFFFF"/>
                </a:solidFill>
                <a:effectLst/>
                <a:uLnTx/>
                <a:uFillTx/>
                <a:latin typeface="Versos Light"/>
                <a:ea typeface="+mj-ea"/>
                <a:cs typeface="+mj-cs"/>
                <a:sym typeface="Arial"/>
              </a:rPr>
              <a:t>Identifica oportunidades em </a:t>
            </a:r>
            <a:br>
              <a:rPr kumimoji="0" lang="pt-BR" sz="1200" b="0" i="0" u="none" strike="noStrike" kern="1200" cap="none" spc="0" normalizeH="0" baseline="0" noProof="0">
                <a:ln>
                  <a:noFill/>
                </a:ln>
                <a:solidFill>
                  <a:srgbClr val="FFFFFF"/>
                </a:solidFill>
                <a:effectLst/>
                <a:uLnTx/>
                <a:uFillTx/>
                <a:latin typeface="Versos Light"/>
                <a:ea typeface="+mj-ea"/>
                <a:cs typeface="+mj-cs"/>
                <a:sym typeface="Arial"/>
              </a:rPr>
            </a:br>
            <a:r>
              <a:rPr kumimoji="0" lang="pt-BR" sz="1200" b="0" i="0" u="none" strike="noStrike" kern="1200" cap="none" spc="0" normalizeH="0" baseline="0" noProof="0">
                <a:ln>
                  <a:noFill/>
                </a:ln>
                <a:solidFill>
                  <a:srgbClr val="FFFFFF"/>
                </a:solidFill>
                <a:effectLst/>
                <a:uLnTx/>
                <a:uFillTx/>
                <a:latin typeface="Versos Light"/>
                <a:ea typeface="+mj-ea"/>
                <a:cs typeface="+mj-cs"/>
                <a:sym typeface="Arial"/>
              </a:rPr>
              <a:t>ativos de crédito high grade (Bancário, Corporativo e FIDC).</a:t>
            </a:r>
            <a:endParaRPr kumimoji="0" lang="pt-BR" sz="1800" b="0" i="0" u="none" strike="noStrike" kern="1200" cap="none" spc="0" normalizeH="0" baseline="0" noProof="0">
              <a:ln>
                <a:noFill/>
              </a:ln>
              <a:solidFill>
                <a:srgbClr val="000000"/>
              </a:solidFill>
              <a:effectLst/>
              <a:uLnTx/>
              <a:uFillTx/>
              <a:latin typeface="Versos"/>
              <a:ea typeface="+mj-ea"/>
              <a:cs typeface="+mj-cs"/>
              <a:sym typeface="Arial"/>
            </a:endParaRPr>
          </a:p>
          <a:p>
            <a:pPr marL="143510" marR="0" lvl="0" indent="-143510" algn="l" defTabSz="914400" rtl="0" eaLnBrk="1" fontAlgn="auto" latinLnBrk="0" hangingPunct="1">
              <a:lnSpc>
                <a:spcPct val="100000"/>
              </a:lnSpc>
              <a:spcBef>
                <a:spcPts val="200"/>
              </a:spcBef>
              <a:spcAft>
                <a:spcPts val="200"/>
              </a:spcAft>
              <a:buClrTx/>
              <a:buSzTx/>
              <a:buFont typeface="Wingdings" panose="05000000000000000000" pitchFamily="2" charset="2"/>
              <a:buChar char="§"/>
              <a:tabLst/>
              <a:defRPr/>
            </a:pPr>
            <a:r>
              <a:rPr kumimoji="0" lang="pt-BR" sz="1200" b="0" i="0" u="none" strike="noStrike" kern="1200" cap="none" spc="0" normalizeH="0" baseline="0" noProof="0">
                <a:ln>
                  <a:noFill/>
                </a:ln>
                <a:solidFill>
                  <a:srgbClr val="FFFFFF"/>
                </a:solidFill>
                <a:effectLst/>
                <a:uLnTx/>
                <a:uFillTx/>
                <a:latin typeface="Versos Light"/>
                <a:ea typeface="+mj-ea"/>
                <a:cs typeface="+mj-cs"/>
                <a:sym typeface="Arial"/>
              </a:rPr>
              <a:t>Liquidez diária</a:t>
            </a:r>
            <a:r>
              <a:rPr kumimoji="0" lang="pt-BR" sz="1200" b="0" i="0" u="none" strike="noStrike" kern="0" cap="none" spc="0" normalizeH="0" baseline="0" noProof="0">
                <a:ln>
                  <a:noFill/>
                </a:ln>
                <a:solidFill>
                  <a:srgbClr val="FFFFFF"/>
                </a:solidFill>
                <a:effectLst/>
                <a:uLnTx/>
                <a:uFillTx/>
                <a:latin typeface="Versos Light"/>
                <a:ea typeface="+mj-ea"/>
                <a:cs typeface="+mj-cs"/>
                <a:sym typeface="Arial"/>
              </a:rPr>
              <a:t> </a:t>
            </a:r>
          </a:p>
          <a:p>
            <a:pPr marL="143510" marR="0" lvl="0" indent="-143510" algn="l" defTabSz="914400" rtl="0" eaLnBrk="1" fontAlgn="auto" latinLnBrk="0" hangingPunct="1">
              <a:lnSpc>
                <a:spcPct val="100000"/>
              </a:lnSpc>
              <a:spcBef>
                <a:spcPts val="200"/>
              </a:spcBef>
              <a:spcAft>
                <a:spcPts val="200"/>
              </a:spcAft>
              <a:buClrTx/>
              <a:buSzTx/>
              <a:buFont typeface="Wingdings" panose="05000000000000000000" pitchFamily="2" charset="2"/>
              <a:buChar char="§"/>
              <a:tabLst/>
              <a:defRPr/>
            </a:pPr>
            <a:r>
              <a:rPr kumimoji="0" lang="pt-BR" sz="1200" b="0" i="0" u="none" strike="noStrike" kern="1200" cap="none" spc="0" normalizeH="0" baseline="0" noProof="0">
                <a:ln>
                  <a:noFill/>
                </a:ln>
                <a:solidFill>
                  <a:srgbClr val="FFFFFF"/>
                </a:solidFill>
                <a:effectLst/>
                <a:uLnTx/>
                <a:uFillTx/>
                <a:latin typeface="Versos Light"/>
                <a:ea typeface="+mj-ea"/>
                <a:cs typeface="+mj-cs"/>
                <a:sym typeface="Arial"/>
              </a:rPr>
              <a:t>Carrego atrativo, refletindo </a:t>
            </a:r>
            <a:br>
              <a:rPr kumimoji="0" lang="pt-BR" sz="1200" b="0" i="0" u="none" strike="noStrike" kern="1200" cap="none" spc="0" normalizeH="0" baseline="0" noProof="0">
                <a:ln>
                  <a:noFill/>
                </a:ln>
                <a:solidFill>
                  <a:srgbClr val="FFFFFF"/>
                </a:solidFill>
                <a:effectLst/>
                <a:uLnTx/>
                <a:uFillTx/>
                <a:latin typeface="Versos Light"/>
                <a:ea typeface="+mj-ea"/>
                <a:cs typeface="+mj-cs"/>
                <a:sym typeface="Arial"/>
              </a:rPr>
            </a:br>
            <a:r>
              <a:rPr kumimoji="0" lang="pt-BR" sz="1200" b="0" i="0" u="none" strike="noStrike" kern="1200" cap="none" spc="0" normalizeH="0" baseline="0" noProof="0">
                <a:ln>
                  <a:noFill/>
                </a:ln>
                <a:solidFill>
                  <a:srgbClr val="FFFFFF"/>
                </a:solidFill>
                <a:effectLst/>
                <a:uLnTx/>
                <a:uFillTx/>
                <a:latin typeface="Versos Light"/>
                <a:ea typeface="+mj-ea"/>
                <a:cs typeface="+mj-cs"/>
                <a:sym typeface="Arial"/>
              </a:rPr>
              <a:t>a qualidade dos ativos e </a:t>
            </a:r>
            <a:br>
              <a:rPr kumimoji="0" lang="pt-BR" sz="1200" b="0" i="0" u="none" strike="noStrike" kern="1200" cap="none" spc="0" normalizeH="0" baseline="0" noProof="0">
                <a:ln>
                  <a:noFill/>
                </a:ln>
                <a:solidFill>
                  <a:srgbClr val="FFFFFF"/>
                </a:solidFill>
                <a:effectLst/>
                <a:uLnTx/>
                <a:uFillTx/>
                <a:latin typeface="Versos Light"/>
                <a:ea typeface="+mj-ea"/>
                <a:cs typeface="+mj-cs"/>
                <a:sym typeface="Arial"/>
              </a:rPr>
            </a:br>
            <a:r>
              <a:rPr kumimoji="0" lang="pt-BR" sz="1200" b="0" i="0" u="none" strike="noStrike" kern="1200" cap="none" spc="0" normalizeH="0" baseline="0" noProof="0">
                <a:ln>
                  <a:noFill/>
                </a:ln>
                <a:solidFill>
                  <a:srgbClr val="FFFFFF"/>
                </a:solidFill>
                <a:effectLst/>
                <a:uLnTx/>
                <a:uFillTx/>
                <a:latin typeface="Versos Light"/>
                <a:ea typeface="+mj-ea"/>
                <a:cs typeface="+mj-cs"/>
                <a:sym typeface="Arial"/>
              </a:rPr>
              <a:t>a eficiência da gestão </a:t>
            </a:r>
          </a:p>
          <a:p>
            <a:pPr marL="143510" marR="0" lvl="0" indent="-143510" algn="l" defTabSz="914400" rtl="0" eaLnBrk="1" fontAlgn="auto" latinLnBrk="0" hangingPunct="1">
              <a:lnSpc>
                <a:spcPct val="100000"/>
              </a:lnSpc>
              <a:spcBef>
                <a:spcPts val="200"/>
              </a:spcBef>
              <a:spcAft>
                <a:spcPts val="200"/>
              </a:spcAft>
              <a:buClrTx/>
              <a:buSzTx/>
              <a:buFont typeface="Wingdings" panose="05000000000000000000" pitchFamily="2" charset="2"/>
              <a:buChar char="§"/>
              <a:tabLst/>
              <a:defRPr/>
            </a:pPr>
            <a:r>
              <a:rPr kumimoji="0" lang="pt-BR" sz="1200" b="0" i="0" u="none" strike="noStrike" kern="1200" cap="none" spc="0" normalizeH="0" baseline="0" noProof="0">
                <a:ln>
                  <a:noFill/>
                </a:ln>
                <a:solidFill>
                  <a:srgbClr val="FFFFFF"/>
                </a:solidFill>
                <a:effectLst/>
                <a:uLnTx/>
                <a:uFillTx/>
                <a:latin typeface="Versos Light"/>
                <a:ea typeface="+mj-ea"/>
                <a:cs typeface="+mj-cs"/>
                <a:sym typeface="Arial"/>
              </a:rPr>
              <a:t>Rentabilidade consistente, </a:t>
            </a:r>
            <a:br>
              <a:rPr kumimoji="0" lang="pt-BR" sz="1200" b="0" i="0" u="none" strike="noStrike" kern="1200" cap="none" spc="0" normalizeH="0" baseline="0" noProof="0">
                <a:ln>
                  <a:noFill/>
                </a:ln>
                <a:solidFill>
                  <a:srgbClr val="FFFFFF"/>
                </a:solidFill>
                <a:effectLst/>
                <a:uLnTx/>
                <a:uFillTx/>
                <a:latin typeface="Versos Light"/>
                <a:ea typeface="+mj-ea"/>
                <a:cs typeface="+mj-cs"/>
                <a:sym typeface="Arial"/>
              </a:rPr>
            </a:br>
            <a:r>
              <a:rPr kumimoji="0" lang="pt-BR" sz="1200" b="0" i="0" u="none" strike="noStrike" kern="1200" cap="none" spc="0" normalizeH="0" baseline="0" noProof="0">
                <a:ln>
                  <a:noFill/>
                </a:ln>
                <a:solidFill>
                  <a:srgbClr val="FFFFFF"/>
                </a:solidFill>
                <a:effectLst/>
                <a:uLnTx/>
                <a:uFillTx/>
                <a:latin typeface="Versos Light"/>
                <a:ea typeface="+mj-ea"/>
                <a:cs typeface="+mj-cs"/>
                <a:sym typeface="Arial"/>
              </a:rPr>
              <a:t>com retornos acima do CDI.</a:t>
            </a:r>
          </a:p>
          <a:p>
            <a:pPr marL="143510" marR="0" lvl="0" indent="-143510" algn="l" defTabSz="914400" rtl="0" eaLnBrk="1" fontAlgn="auto" latinLnBrk="0" hangingPunct="1">
              <a:lnSpc>
                <a:spcPct val="100000"/>
              </a:lnSpc>
              <a:spcBef>
                <a:spcPts val="200"/>
              </a:spcBef>
              <a:spcAft>
                <a:spcPts val="200"/>
              </a:spcAft>
              <a:buClrTx/>
              <a:buSzTx/>
              <a:buFont typeface="Wingdings" panose="05000000000000000000" pitchFamily="2" charset="2"/>
              <a:buChar char="§"/>
              <a:tabLst/>
              <a:defRPr/>
            </a:pPr>
            <a:endParaRPr kumimoji="0" lang="pt-BR" sz="1200" b="0" i="0" u="none" strike="noStrike" kern="1200" cap="none" spc="0" normalizeH="0" baseline="0" noProof="0">
              <a:ln>
                <a:noFill/>
              </a:ln>
              <a:solidFill>
                <a:srgbClr val="FFFFFF"/>
              </a:solidFill>
              <a:effectLst/>
              <a:uLnTx/>
              <a:uFillTx/>
              <a:latin typeface="Versos Light"/>
              <a:ea typeface="+mj-ea"/>
              <a:cs typeface="+mj-cs"/>
              <a:sym typeface="Arial"/>
            </a:endParaRPr>
          </a:p>
        </p:txBody>
      </p:sp>
      <p:sp>
        <p:nvSpPr>
          <p:cNvPr id="134" name="object 38">
            <a:extLst>
              <a:ext uri="{FF2B5EF4-FFF2-40B4-BE49-F238E27FC236}">
                <a16:creationId xmlns:a16="http://schemas.microsoft.com/office/drawing/2014/main" id="{70F97801-FC0F-5902-AE14-447CB5AE196A}"/>
              </a:ext>
            </a:extLst>
          </p:cNvPr>
          <p:cNvSpPr txBox="1">
            <a:spLocks/>
          </p:cNvSpPr>
          <p:nvPr/>
        </p:nvSpPr>
        <p:spPr>
          <a:xfrm>
            <a:off x="8997377" y="4081329"/>
            <a:ext cx="2859661" cy="1448965"/>
          </a:xfrm>
          <a:prstGeom prst="rect">
            <a:avLst/>
          </a:prstGeom>
        </p:spPr>
        <p:txBody>
          <a:bodyPr vert="horz" wrap="square" lIns="0" tIns="10012" rIns="0" bIns="0" rtlCol="0" anchor="t">
            <a:spAutoFit/>
          </a:bodyPr>
          <a:lstStyle>
            <a:lvl1pPr eaLnBrk="1" hangingPunct="1">
              <a:defRPr>
                <a:latin typeface="+mj-lt"/>
                <a:ea typeface="+mj-ea"/>
                <a:cs typeface="+mj-cs"/>
              </a:defRPr>
            </a:lvl1pPr>
          </a:lstStyle>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10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Aplicação Mínima Inicial: </a:t>
            </a:r>
            <a:r>
              <a:rPr kumimoji="0" lang="pt-BR" sz="1050" b="1" i="0" u="none" strike="noStrike" kern="0" cap="none" spc="0" normalizeH="0" baseline="0" noProof="0">
                <a:ln>
                  <a:noFill/>
                </a:ln>
                <a:solidFill>
                  <a:srgbClr val="FFFFFF"/>
                </a:solidFill>
                <a:effectLst/>
                <a:uLnTx/>
                <a:uFillTx/>
                <a:latin typeface="Versos" panose="020B0503020204030204" pitchFamily="34" charset="0"/>
                <a:ea typeface="+mj-ea"/>
                <a:cs typeface="+mj-cs"/>
                <a:sym typeface="Arial"/>
              </a:rPr>
              <a:t>R$ 1.000,00</a:t>
            </a:r>
          </a:p>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10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Movimentação Mínima: </a:t>
            </a:r>
            <a:r>
              <a:rPr kumimoji="0" lang="pt-BR" sz="1050" b="1" i="0" u="none" strike="noStrike" kern="0" cap="none" spc="0" normalizeH="0" baseline="0" noProof="0">
                <a:ln>
                  <a:noFill/>
                </a:ln>
                <a:solidFill>
                  <a:srgbClr val="FFFFFF"/>
                </a:solidFill>
                <a:effectLst/>
                <a:uLnTx/>
                <a:uFillTx/>
                <a:latin typeface="Versos" panose="020B0503020204030204" pitchFamily="34" charset="0"/>
                <a:ea typeface="+mj-ea"/>
                <a:cs typeface="+mj-cs"/>
                <a:sym typeface="Arial"/>
              </a:rPr>
              <a:t>R$ 1.000,00</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pt-BR" sz="1050" b="0" i="0" u="none" strike="noStrike" kern="1200" cap="none" spc="0" normalizeH="0" baseline="0" noProof="0">
                <a:ln>
                  <a:noFill/>
                </a:ln>
                <a:solidFill>
                  <a:srgbClr val="FFFFFF"/>
                </a:solidFill>
                <a:effectLst/>
                <a:uLnTx/>
                <a:uFillTx/>
                <a:latin typeface="Versos Light" panose="020B0403020204030204" pitchFamily="34" charset="0"/>
                <a:ea typeface="+mj-ea"/>
                <a:cs typeface="+mj-cs"/>
                <a:sym typeface="Arial"/>
              </a:rPr>
              <a:t>Aplicação: </a:t>
            </a:r>
            <a:r>
              <a:rPr kumimoji="0" lang="pt-BR" sz="1050" b="1" i="0" u="none" strike="noStrike" kern="1200" cap="none" spc="0" normalizeH="0" baseline="0" noProof="0">
                <a:ln>
                  <a:noFill/>
                </a:ln>
                <a:solidFill>
                  <a:srgbClr val="FFFFFF"/>
                </a:solidFill>
                <a:effectLst/>
                <a:uLnTx/>
                <a:uFillTx/>
                <a:latin typeface="Versos" panose="020B0503020204030204" pitchFamily="34" charset="0"/>
                <a:ea typeface="+mj-ea"/>
                <a:cs typeface="+mj-cs"/>
                <a:sym typeface="Arial"/>
              </a:rPr>
              <a:t>D+0</a:t>
            </a:r>
            <a:endParaRPr kumimoji="0" lang="pt-BR" sz="1050" b="1" i="0" u="none" strike="noStrike" kern="0" cap="none" spc="0" normalizeH="0" baseline="0" noProof="0">
              <a:ln>
                <a:noFill/>
              </a:ln>
              <a:solidFill>
                <a:srgbClr val="FFFFFF"/>
              </a:solidFill>
              <a:effectLst/>
              <a:uLnTx/>
              <a:uFillTx/>
              <a:latin typeface="Versos" panose="020B0503020204030204" pitchFamily="34" charset="0"/>
              <a:ea typeface="+mj-ea"/>
              <a:cs typeface="+mj-cs"/>
              <a:sym typeface="Arial"/>
            </a:endParaRPr>
          </a:p>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1050" b="0" i="0" u="none" strike="noStrike" kern="1200" cap="none" spc="0" normalizeH="0" baseline="0" noProof="0">
                <a:ln>
                  <a:noFill/>
                </a:ln>
                <a:solidFill>
                  <a:srgbClr val="FFFFFF"/>
                </a:solidFill>
                <a:effectLst/>
                <a:uLnTx/>
                <a:uFillTx/>
                <a:latin typeface="Versos Light" panose="020B0403020204030204" pitchFamily="34" charset="0"/>
                <a:ea typeface="+mj-ea"/>
                <a:cs typeface="+mj-cs"/>
                <a:sym typeface="Arial"/>
              </a:rPr>
              <a:t>Cotização do resgate: </a:t>
            </a:r>
            <a:r>
              <a:rPr kumimoji="0" lang="pt-BR" sz="1050" b="1" i="0" u="none" strike="noStrike" kern="1200" cap="none" spc="0" normalizeH="0" baseline="0" noProof="0">
                <a:ln>
                  <a:noFill/>
                </a:ln>
                <a:solidFill>
                  <a:srgbClr val="FFFFFF"/>
                </a:solidFill>
                <a:effectLst/>
                <a:uLnTx/>
                <a:uFillTx/>
                <a:latin typeface="Versos" panose="020B0503020204030204" pitchFamily="34" charset="0"/>
                <a:ea typeface="+mj-ea"/>
                <a:cs typeface="+mj-cs"/>
                <a:sym typeface="Arial"/>
              </a:rPr>
              <a:t>D+0</a:t>
            </a:r>
          </a:p>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1050" b="0" i="0" u="none" strike="noStrike" kern="1200" cap="none" spc="0" normalizeH="0" baseline="0" noProof="0">
                <a:ln>
                  <a:noFill/>
                </a:ln>
                <a:solidFill>
                  <a:srgbClr val="FFFFFF"/>
                </a:solidFill>
                <a:effectLst/>
                <a:uLnTx/>
                <a:uFillTx/>
                <a:latin typeface="Versos Light" panose="020B0403020204030204" pitchFamily="34" charset="0"/>
                <a:ea typeface="+mj-ea"/>
                <a:cs typeface="+mj-cs"/>
                <a:sym typeface="Arial"/>
              </a:rPr>
              <a:t>Pagamento do resgate após solicitação: </a:t>
            </a:r>
            <a:r>
              <a:rPr kumimoji="0" lang="pt-BR" sz="1050" b="1" i="0" u="none" strike="noStrike" kern="1200" cap="none" spc="0" normalizeH="0" baseline="0" noProof="0">
                <a:ln>
                  <a:noFill/>
                </a:ln>
                <a:solidFill>
                  <a:srgbClr val="FFFFFF"/>
                </a:solidFill>
                <a:effectLst/>
                <a:uLnTx/>
                <a:uFillTx/>
                <a:latin typeface="Versos" panose="020B0503020204030204" pitchFamily="34" charset="0"/>
                <a:ea typeface="+mj-ea"/>
                <a:cs typeface="+mj-cs"/>
                <a:sym typeface="Arial"/>
              </a:rPr>
              <a:t>D+0</a:t>
            </a:r>
          </a:p>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10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Taxa de administração: </a:t>
            </a:r>
            <a:r>
              <a:rPr kumimoji="0" lang="pt-BR" sz="1050" b="1" i="0" u="none" strike="noStrike" kern="0" cap="none" spc="0" normalizeH="0" baseline="0" noProof="0">
                <a:ln>
                  <a:noFill/>
                </a:ln>
                <a:solidFill>
                  <a:srgbClr val="FFFFFF"/>
                </a:solidFill>
                <a:effectLst/>
                <a:uLnTx/>
                <a:uFillTx/>
                <a:latin typeface="Versos" panose="020B0503020204030204" pitchFamily="34" charset="0"/>
                <a:ea typeface="+mj-ea"/>
                <a:cs typeface="+mj-cs"/>
                <a:sym typeface="Arial"/>
              </a:rPr>
              <a:t>0,20% a.a.</a:t>
            </a:r>
            <a:endParaRPr kumimoji="0" lang="pt-BR" sz="1050" b="1"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endParaRPr>
          </a:p>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10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Taxa de performance: </a:t>
            </a:r>
            <a:r>
              <a:rPr kumimoji="0" lang="pt-BR" sz="1050" b="1" i="0" u="none" strike="noStrike" kern="0" cap="none" spc="0" normalizeH="0" baseline="0" noProof="0">
                <a:ln>
                  <a:noFill/>
                </a:ln>
                <a:solidFill>
                  <a:srgbClr val="FFFFFF"/>
                </a:solidFill>
                <a:effectLst/>
                <a:uLnTx/>
                <a:uFillTx/>
                <a:latin typeface="Versos" panose="020B0503020204030204" pitchFamily="34" charset="0"/>
                <a:ea typeface="+mj-ea"/>
                <a:cs typeface="+mj-cs"/>
                <a:sym typeface="Arial"/>
              </a:rPr>
              <a:t>-</a:t>
            </a:r>
          </a:p>
        </p:txBody>
      </p:sp>
      <p:grpSp>
        <p:nvGrpSpPr>
          <p:cNvPr id="135" name="Group 134">
            <a:extLst>
              <a:ext uri="{FF2B5EF4-FFF2-40B4-BE49-F238E27FC236}">
                <a16:creationId xmlns:a16="http://schemas.microsoft.com/office/drawing/2014/main" id="{184E008D-842C-F732-5575-74565611E18A}"/>
              </a:ext>
            </a:extLst>
          </p:cNvPr>
          <p:cNvGrpSpPr/>
          <p:nvPr/>
        </p:nvGrpSpPr>
        <p:grpSpPr>
          <a:xfrm>
            <a:off x="8997377" y="5692483"/>
            <a:ext cx="2858448" cy="505117"/>
            <a:chOff x="8997377" y="5916938"/>
            <a:chExt cx="2858448" cy="505117"/>
          </a:xfrm>
        </p:grpSpPr>
        <p:sp>
          <p:nvSpPr>
            <p:cNvPr id="136" name="object 38">
              <a:extLst>
                <a:ext uri="{FF2B5EF4-FFF2-40B4-BE49-F238E27FC236}">
                  <a16:creationId xmlns:a16="http://schemas.microsoft.com/office/drawing/2014/main" id="{733D0E86-A6B1-41C1-DCEB-C31DDE5524C7}"/>
                </a:ext>
              </a:extLst>
            </p:cNvPr>
            <p:cNvSpPr txBox="1">
              <a:spLocks/>
            </p:cNvSpPr>
            <p:nvPr/>
          </p:nvSpPr>
          <p:spPr>
            <a:xfrm>
              <a:off x="8997377" y="5916938"/>
              <a:ext cx="2858448" cy="505117"/>
            </a:xfrm>
            <a:prstGeom prst="rect">
              <a:avLst/>
            </a:prstGeom>
          </p:spPr>
          <p:txBody>
            <a:bodyPr vert="horz" wrap="square" lIns="0" tIns="10012" rIns="0" bIns="0" rtlCol="0" anchor="t">
              <a:spAutoFit/>
            </a:bodyPr>
            <a:lstStyle>
              <a:lvl1pPr eaLnBrk="1" hangingPunct="1">
                <a:defRPr>
                  <a:latin typeface="+mj-lt"/>
                  <a:ea typeface="+mj-ea"/>
                  <a:cs typeface="+mj-cs"/>
                </a:defRPr>
              </a:lvl1pPr>
            </a:lstStyle>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8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Público-alvo: Investidores em geral</a:t>
              </a:r>
            </a:p>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8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PL: R$ 2,3 bilhões</a:t>
              </a:r>
            </a:p>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8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Gestor: Tivio Capital</a:t>
              </a:r>
            </a:p>
          </p:txBody>
        </p:sp>
        <p:sp>
          <p:nvSpPr>
            <p:cNvPr id="137" name="object 38">
              <a:extLst>
                <a:ext uri="{FF2B5EF4-FFF2-40B4-BE49-F238E27FC236}">
                  <a16:creationId xmlns:a16="http://schemas.microsoft.com/office/drawing/2014/main" id="{BBCCFBA4-8D79-AAF7-CEA9-0026477BFE7F}"/>
                </a:ext>
              </a:extLst>
            </p:cNvPr>
            <p:cNvSpPr txBox="1">
              <a:spLocks/>
            </p:cNvSpPr>
            <p:nvPr/>
          </p:nvSpPr>
          <p:spPr>
            <a:xfrm>
              <a:off x="10115110" y="6099039"/>
              <a:ext cx="1697005" cy="323016"/>
            </a:xfrm>
            <a:prstGeom prst="rect">
              <a:avLst/>
            </a:prstGeom>
          </p:spPr>
          <p:txBody>
            <a:bodyPr vert="horz" wrap="square" lIns="0" tIns="10012" rIns="0" bIns="0" rtlCol="0" anchor="t">
              <a:spAutoFit/>
            </a:bodyPr>
            <a:lstStyle>
              <a:lvl1pPr eaLnBrk="1" hangingPunct="1">
                <a:defRPr>
                  <a:latin typeface="+mj-lt"/>
                  <a:ea typeface="+mj-ea"/>
                  <a:cs typeface="+mj-cs"/>
                </a:defRPr>
              </a:lvl1pPr>
            </a:lstStyle>
            <a:p>
              <a:pPr marL="0" marR="0"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85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PL médio (12 meses): 2,5 bilhões</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pt-BR" sz="850" b="0" i="0" u="none" strike="noStrike" kern="1200" cap="none" spc="0" normalizeH="0" baseline="0" noProof="0">
                  <a:ln>
                    <a:noFill/>
                  </a:ln>
                  <a:solidFill>
                    <a:srgbClr val="FFFFFF"/>
                  </a:solidFill>
                  <a:effectLst/>
                  <a:uLnTx/>
                  <a:uFillTx/>
                  <a:latin typeface="Versos Light" panose="020B0403020204030204" pitchFamily="34" charset="0"/>
                  <a:ea typeface="+mj-ea"/>
                  <a:cs typeface="+mj-cs"/>
                  <a:sym typeface="Arial"/>
                </a:rPr>
                <a:t>Data de início: 23/02/2005</a:t>
              </a:r>
            </a:p>
          </p:txBody>
        </p:sp>
      </p:grpSp>
      <p:sp>
        <p:nvSpPr>
          <p:cNvPr id="63" name="Rectangle 62">
            <a:extLst>
              <a:ext uri="{FF2B5EF4-FFF2-40B4-BE49-F238E27FC236}">
                <a16:creationId xmlns:a16="http://schemas.microsoft.com/office/drawing/2014/main" id="{787F54B9-13B8-53C8-983C-DFC579F559AC}"/>
              </a:ext>
            </a:extLst>
          </p:cNvPr>
          <p:cNvSpPr/>
          <p:nvPr/>
        </p:nvSpPr>
        <p:spPr>
          <a:xfrm>
            <a:off x="315194" y="3514728"/>
            <a:ext cx="8325885" cy="2457084"/>
          </a:xfrm>
          <a:prstGeom prst="rect">
            <a:avLst/>
          </a:prstGeom>
          <a:solidFill>
            <a:schemeClr val="bg2">
              <a:lumMod val="1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endParaRPr>
          </a:p>
        </p:txBody>
      </p:sp>
      <p:sp>
        <p:nvSpPr>
          <p:cNvPr id="34" name="object 38">
            <a:extLst>
              <a:ext uri="{FF2B5EF4-FFF2-40B4-BE49-F238E27FC236}">
                <a16:creationId xmlns:a16="http://schemas.microsoft.com/office/drawing/2014/main" id="{D69FD9C3-0E4A-1D0F-1A4C-D6BAC054E0C1}"/>
              </a:ext>
            </a:extLst>
          </p:cNvPr>
          <p:cNvSpPr txBox="1">
            <a:spLocks/>
          </p:cNvSpPr>
          <p:nvPr/>
        </p:nvSpPr>
        <p:spPr>
          <a:xfrm>
            <a:off x="315195" y="1278512"/>
            <a:ext cx="4571130" cy="225553"/>
          </a:xfrm>
          <a:prstGeom prst="rect">
            <a:avLst/>
          </a:prstGeom>
        </p:spPr>
        <p:txBody>
          <a:bodyPr vert="horz" wrap="square" lIns="0" tIns="10012" rIns="0" bIns="0" rtlCol="0" anchor="t">
            <a:spAutoFit/>
          </a:bodyPr>
          <a:lstStyle>
            <a:lvl1pPr eaLnBrk="1" hangingPunct="1">
              <a:defRPr>
                <a:latin typeface="+mj-lt"/>
                <a:ea typeface="+mj-ea"/>
                <a:cs typeface="+mj-cs"/>
              </a:defRPr>
            </a:lvl1pPr>
          </a:lstStyle>
          <a:p>
            <a:pPr marL="7620" marR="0" lvl="0" indent="0" algn="l" defTabSz="914400" rtl="0" eaLnBrk="1" fontAlgn="auto" latinLnBrk="0" hangingPunct="1">
              <a:lnSpc>
                <a:spcPct val="100000"/>
              </a:lnSpc>
              <a:spcBef>
                <a:spcPts val="79"/>
              </a:spcBef>
              <a:spcAft>
                <a:spcPts val="0"/>
              </a:spcAft>
              <a:buClr>
                <a:srgbClr val="000000"/>
              </a:buClr>
              <a:buSzTx/>
              <a:buFont typeface="Arial"/>
              <a:buNone/>
              <a:tabLst/>
              <a:defRPr/>
            </a:pPr>
            <a:r>
              <a:rPr kumimoji="0" lang="pt-BR" sz="1400" b="0" i="0" u="none" strike="noStrike" kern="0" cap="none" spc="0" normalizeH="0" baseline="0" noProof="0">
                <a:ln>
                  <a:noFill/>
                </a:ln>
                <a:solidFill>
                  <a:srgbClr val="FFFFFF"/>
                </a:solidFill>
                <a:effectLst/>
                <a:uLnTx/>
                <a:uFillTx/>
                <a:latin typeface="Versos Light" panose="020B0403020204030204" pitchFamily="34" charset="0"/>
                <a:ea typeface="+mj-ea"/>
                <a:cs typeface="+mj-cs"/>
                <a:sym typeface="Arial"/>
              </a:rPr>
              <a:t>RENTABILIDADE</a:t>
            </a:r>
          </a:p>
        </p:txBody>
      </p:sp>
      <p:pic>
        <p:nvPicPr>
          <p:cNvPr id="2" name="Graphic 1">
            <a:extLst>
              <a:ext uri="{FF2B5EF4-FFF2-40B4-BE49-F238E27FC236}">
                <a16:creationId xmlns:a16="http://schemas.microsoft.com/office/drawing/2014/main" id="{C930E8F4-30E7-F7B0-7C5A-B0D73F253C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610" y="374109"/>
            <a:ext cx="2906448" cy="346860"/>
          </a:xfrm>
          <a:prstGeom prst="rect">
            <a:avLst/>
          </a:prstGeom>
        </p:spPr>
      </p:pic>
      <p:grpSp>
        <p:nvGrpSpPr>
          <p:cNvPr id="23" name="Group 22">
            <a:extLst>
              <a:ext uri="{FF2B5EF4-FFF2-40B4-BE49-F238E27FC236}">
                <a16:creationId xmlns:a16="http://schemas.microsoft.com/office/drawing/2014/main" id="{4D6F3A7D-D078-F060-29BF-BFB1BB79E87D}"/>
              </a:ext>
            </a:extLst>
          </p:cNvPr>
          <p:cNvGrpSpPr/>
          <p:nvPr/>
        </p:nvGrpSpPr>
        <p:grpSpPr>
          <a:xfrm>
            <a:off x="334960" y="1593191"/>
            <a:ext cx="8306119" cy="1771259"/>
            <a:chOff x="334962" y="1234440"/>
            <a:chExt cx="6801507" cy="2075688"/>
          </a:xfrm>
        </p:grpSpPr>
        <p:sp>
          <p:nvSpPr>
            <p:cNvPr id="25" name="Rectangle 24">
              <a:extLst>
                <a:ext uri="{FF2B5EF4-FFF2-40B4-BE49-F238E27FC236}">
                  <a16:creationId xmlns:a16="http://schemas.microsoft.com/office/drawing/2014/main" id="{4281B638-D644-8656-2389-26779A81EF1D}"/>
                </a:ext>
              </a:extLst>
            </p:cNvPr>
            <p:cNvSpPr/>
            <p:nvPr/>
          </p:nvSpPr>
          <p:spPr>
            <a:xfrm>
              <a:off x="334962" y="1234440"/>
              <a:ext cx="3342566" cy="2075688"/>
            </a:xfrm>
            <a:prstGeom prst="rect">
              <a:avLst/>
            </a:prstGeom>
            <a:noFill/>
            <a:ln w="127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12M</a:t>
              </a:r>
              <a:br>
                <a:rPr kumimoji="0" lang="pt-BR" sz="30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br>
              <a:r>
                <a:rPr kumimoji="0" lang="pt-BR" sz="40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100</a:t>
              </a:r>
              <a:r>
                <a:rPr kumimoji="0" lang="pt-BR" sz="20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a:t>
              </a:r>
              <a:r>
                <a:rPr kumimoji="0" lang="pt-BR" sz="40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 </a:t>
              </a:r>
              <a:r>
                <a:rPr kumimoji="0" lang="pt-BR" sz="30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do CDI</a:t>
              </a:r>
            </a:p>
          </p:txBody>
        </p:sp>
        <p:grpSp>
          <p:nvGrpSpPr>
            <p:cNvPr id="52" name="Group 51">
              <a:extLst>
                <a:ext uri="{FF2B5EF4-FFF2-40B4-BE49-F238E27FC236}">
                  <a16:creationId xmlns:a16="http://schemas.microsoft.com/office/drawing/2014/main" id="{7C02B27C-DD4F-FE49-82B7-C07125FBBDD0}"/>
                </a:ext>
              </a:extLst>
            </p:cNvPr>
            <p:cNvGrpSpPr/>
            <p:nvPr/>
          </p:nvGrpSpPr>
          <p:grpSpPr>
            <a:xfrm>
              <a:off x="3793903" y="1234440"/>
              <a:ext cx="3342566" cy="2075688"/>
              <a:chOff x="3793903" y="1234440"/>
              <a:chExt cx="3342566" cy="1746881"/>
            </a:xfrm>
          </p:grpSpPr>
          <p:sp>
            <p:nvSpPr>
              <p:cNvPr id="53" name="Rectangle 52">
                <a:extLst>
                  <a:ext uri="{FF2B5EF4-FFF2-40B4-BE49-F238E27FC236}">
                    <a16:creationId xmlns:a16="http://schemas.microsoft.com/office/drawing/2014/main" id="{1EA518C2-FC7D-507A-8DA4-C0332A60BE87}"/>
                  </a:ext>
                </a:extLst>
              </p:cNvPr>
              <p:cNvSpPr/>
              <p:nvPr/>
            </p:nvSpPr>
            <p:spPr>
              <a:xfrm>
                <a:off x="3793903" y="1234440"/>
                <a:ext cx="3342566" cy="795528"/>
              </a:xfrm>
              <a:prstGeom prst="rect">
                <a:avLst/>
              </a:prstGeom>
              <a:noFill/>
              <a:ln w="127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ANO</a:t>
                </a:r>
                <a:br>
                  <a:rPr kumimoji="0" lang="pt-BR" sz="1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br>
                <a:r>
                  <a:rPr kumimoji="0" lang="pt-BR" sz="2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100</a:t>
                </a:r>
                <a:r>
                  <a:rPr kumimoji="0" lang="pt-BR" sz="20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a:t>
                </a:r>
                <a:r>
                  <a:rPr kumimoji="0" lang="pt-BR" sz="2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 </a:t>
                </a:r>
                <a:r>
                  <a:rPr kumimoji="0" lang="pt-BR" sz="1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do CDI</a:t>
                </a:r>
              </a:p>
            </p:txBody>
          </p:sp>
          <p:sp>
            <p:nvSpPr>
              <p:cNvPr id="54" name="Rectangle 53">
                <a:extLst>
                  <a:ext uri="{FF2B5EF4-FFF2-40B4-BE49-F238E27FC236}">
                    <a16:creationId xmlns:a16="http://schemas.microsoft.com/office/drawing/2014/main" id="{7ADF39A2-3D03-6F3D-94F8-BA201DFCD32A}"/>
                  </a:ext>
                </a:extLst>
              </p:cNvPr>
              <p:cNvSpPr/>
              <p:nvPr/>
            </p:nvSpPr>
            <p:spPr>
              <a:xfrm>
                <a:off x="3793903" y="2185793"/>
                <a:ext cx="3342566" cy="795528"/>
              </a:xfrm>
              <a:prstGeom prst="rect">
                <a:avLst/>
              </a:prstGeom>
              <a:noFill/>
              <a:ln w="127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MÊS</a:t>
                </a:r>
                <a:br>
                  <a:rPr kumimoji="0" lang="pt-BR" sz="1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br>
                <a:r>
                  <a:rPr kumimoji="0" lang="pt-BR" sz="2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100</a:t>
                </a:r>
                <a:r>
                  <a:rPr kumimoji="0" lang="pt-BR" sz="20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a:t>
                </a:r>
                <a:r>
                  <a:rPr kumimoji="0" lang="pt-BR" sz="2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 </a:t>
                </a:r>
                <a:r>
                  <a:rPr kumimoji="0" lang="pt-BR" sz="1400" b="0"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do CDI</a:t>
                </a:r>
              </a:p>
            </p:txBody>
          </p:sp>
        </p:grpSp>
      </p:grpSp>
      <p:grpSp>
        <p:nvGrpSpPr>
          <p:cNvPr id="56" name="Group 55">
            <a:extLst>
              <a:ext uri="{FF2B5EF4-FFF2-40B4-BE49-F238E27FC236}">
                <a16:creationId xmlns:a16="http://schemas.microsoft.com/office/drawing/2014/main" id="{C273D65A-37DB-DB63-CDCD-4450CFBDEAF4}"/>
              </a:ext>
            </a:extLst>
          </p:cNvPr>
          <p:cNvGrpSpPr/>
          <p:nvPr/>
        </p:nvGrpSpPr>
        <p:grpSpPr>
          <a:xfrm>
            <a:off x="501907" y="3711761"/>
            <a:ext cx="8004784" cy="2063018"/>
            <a:chOff x="501907" y="4124515"/>
            <a:chExt cx="7376712" cy="1869508"/>
          </a:xfrm>
        </p:grpSpPr>
        <p:sp>
          <p:nvSpPr>
            <p:cNvPr id="57" name="Rectangle 56">
              <a:extLst>
                <a:ext uri="{FF2B5EF4-FFF2-40B4-BE49-F238E27FC236}">
                  <a16:creationId xmlns:a16="http://schemas.microsoft.com/office/drawing/2014/main" id="{0EA1FDEE-FE17-2623-A353-BE2720047773}"/>
                </a:ext>
              </a:extLst>
            </p:cNvPr>
            <p:cNvSpPr/>
            <p:nvPr/>
          </p:nvSpPr>
          <p:spPr>
            <a:xfrm>
              <a:off x="501907" y="4131491"/>
              <a:ext cx="3386602" cy="1862532"/>
            </a:xfrm>
            <a:prstGeom prst="rect">
              <a:avLst/>
            </a:prstGeom>
            <a:noFill/>
            <a:ln w="127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144000" tIns="144000" rIns="0" bIns="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400"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rPr>
                <a:t>Alocação de crédito</a:t>
              </a:r>
            </a:p>
          </p:txBody>
        </p:sp>
        <p:sp>
          <p:nvSpPr>
            <p:cNvPr id="58" name="Rectangle 57">
              <a:extLst>
                <a:ext uri="{FF2B5EF4-FFF2-40B4-BE49-F238E27FC236}">
                  <a16:creationId xmlns:a16="http://schemas.microsoft.com/office/drawing/2014/main" id="{A4942221-60A1-0918-AEC4-29567735D3FB}"/>
                </a:ext>
              </a:extLst>
            </p:cNvPr>
            <p:cNvSpPr/>
            <p:nvPr/>
          </p:nvSpPr>
          <p:spPr>
            <a:xfrm>
              <a:off x="4055453" y="4124515"/>
              <a:ext cx="1828111" cy="1862532"/>
            </a:xfrm>
            <a:prstGeom prst="rect">
              <a:avLst/>
            </a:prstGeom>
            <a:noFill/>
            <a:ln w="127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144000" tIns="144000" rIns="0" bIns="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400" b="0" i="0" u="none" strike="noStrike" kern="0" cap="none" spc="0" normalizeH="0" baseline="0" noProof="0">
                  <a:ln>
                    <a:noFill/>
                  </a:ln>
                  <a:solidFill>
                    <a:srgbClr val="FFFFFF"/>
                  </a:solidFill>
                  <a:effectLst/>
                  <a:uLnTx/>
                  <a:uFillTx/>
                  <a:latin typeface="Versos Light"/>
                  <a:ea typeface="+mn-ea"/>
                  <a:cs typeface="+mn-cs"/>
                  <a:sym typeface="Arial"/>
                </a:rPr>
                <a:t>Carrego bruto</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pt-BR" sz="14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br>
              <a:r>
                <a:rPr kumimoji="0" lang="pt-BR" sz="1200" b="1" i="0" u="none" strike="noStrike" kern="1200" cap="none" spc="0" normalizeH="0" baseline="0" noProof="0">
                  <a:ln>
                    <a:noFill/>
                  </a:ln>
                  <a:solidFill>
                    <a:srgbClr val="FFFFFF"/>
                  </a:solidFill>
                  <a:effectLst/>
                  <a:uLnTx/>
                  <a:uFillTx/>
                  <a:latin typeface="Versos"/>
                  <a:ea typeface="+mn-ea"/>
                  <a:cs typeface="+mn-cs"/>
                  <a:sym typeface="Arial"/>
                </a:rPr>
                <a:t>CDI+ </a:t>
              </a:r>
              <a:r>
                <a:rPr kumimoji="0" lang="pt-BR" sz="4000" b="1" i="0" u="none" strike="noStrike" kern="1200" cap="none" spc="0" normalizeH="0" baseline="0" noProof="0">
                  <a:ln>
                    <a:noFill/>
                  </a:ln>
                  <a:solidFill>
                    <a:srgbClr val="FFFFFF"/>
                  </a:solidFill>
                  <a:effectLst/>
                  <a:uLnTx/>
                  <a:uFillTx/>
                  <a:latin typeface="Versos"/>
                  <a:ea typeface="+mn-ea"/>
                  <a:cs typeface="+mn-cs"/>
                  <a:sym typeface="Arial"/>
                </a:rPr>
                <a:t>0,39</a:t>
              </a:r>
              <a:r>
                <a:rPr kumimoji="0" lang="pt-BR" sz="2000" b="1" i="0" u="none" strike="noStrike" kern="0" cap="none" spc="0" normalizeH="0" baseline="0" noProof="0">
                  <a:ln>
                    <a:noFill/>
                  </a:ln>
                  <a:solidFill>
                    <a:srgbClr val="FFFFFF"/>
                  </a:solidFill>
                  <a:effectLst/>
                  <a:uLnTx/>
                  <a:uFillTx/>
                  <a:latin typeface="Versos"/>
                  <a:ea typeface="+mn-ea"/>
                  <a:cs typeface="+mn-cs"/>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400" b="1" i="0" u="none" strike="noStrike" kern="0" cap="none" spc="0" normalizeH="0" baseline="0" noProof="0">
                  <a:ln>
                    <a:noFill/>
                  </a:ln>
                  <a:solidFill>
                    <a:srgbClr val="FFFFFF"/>
                  </a:solidFill>
                  <a:effectLst/>
                  <a:uLnTx/>
                  <a:uFillTx/>
                  <a:latin typeface="Versos"/>
                  <a:ea typeface="+mn-ea"/>
                  <a:cs typeface="+mn-cs"/>
                  <a:sym typeface="Arial"/>
                </a:rPr>
                <a:t>a.a.</a:t>
              </a:r>
            </a:p>
          </p:txBody>
        </p:sp>
        <p:sp>
          <p:nvSpPr>
            <p:cNvPr id="59" name="Rectangle 58">
              <a:extLst>
                <a:ext uri="{FF2B5EF4-FFF2-40B4-BE49-F238E27FC236}">
                  <a16:creationId xmlns:a16="http://schemas.microsoft.com/office/drawing/2014/main" id="{82C538A4-E989-F09E-F652-C3197DFF65F1}"/>
                </a:ext>
              </a:extLst>
            </p:cNvPr>
            <p:cNvSpPr/>
            <p:nvPr/>
          </p:nvSpPr>
          <p:spPr>
            <a:xfrm>
              <a:off x="6050508" y="4124515"/>
              <a:ext cx="1828111" cy="1862532"/>
            </a:xfrm>
            <a:prstGeom prst="rect">
              <a:avLst/>
            </a:prstGeom>
            <a:noFill/>
            <a:ln w="127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144000" tIns="144000" rIns="0" bIns="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400" b="0" i="0" u="none" strike="noStrike" kern="0" cap="none" spc="0" normalizeH="0" baseline="0" noProof="0" err="1">
                  <a:ln>
                    <a:noFill/>
                  </a:ln>
                  <a:solidFill>
                    <a:srgbClr val="FFFFFF"/>
                  </a:solidFill>
                  <a:effectLst/>
                  <a:uLnTx/>
                  <a:uFillTx/>
                  <a:latin typeface="Versos Light" panose="020B0403020204030204" pitchFamily="34" charset="0"/>
                  <a:ea typeface="+mn-ea"/>
                  <a:cs typeface="+mn-cs"/>
                  <a:sym typeface="Arial"/>
                </a:rPr>
                <a:t>Duration</a:t>
              </a:r>
              <a:endParaRPr kumimoji="0" lang="pt-BR" sz="1400"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Versos Light" panose="020B0403020204030204" pitchFamily="34" charset="0"/>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pt-BR" sz="14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br>
              <a:r>
                <a:rPr kumimoji="0" lang="pt-BR" sz="40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1,28</a:t>
              </a:r>
              <a:endParaRPr kumimoji="0" lang="pt-BR" sz="20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400" b="1" i="0" u="none" strike="noStrike" kern="0" cap="none" spc="0" normalizeH="0" baseline="0" noProof="0">
                  <a:ln>
                    <a:noFill/>
                  </a:ln>
                  <a:solidFill>
                    <a:srgbClr val="FFFFFF"/>
                  </a:solidFill>
                  <a:effectLst/>
                  <a:uLnTx/>
                  <a:uFillTx/>
                  <a:latin typeface="Versos" panose="020B0503020204030204" pitchFamily="34" charset="0"/>
                  <a:ea typeface="+mn-ea"/>
                  <a:cs typeface="+mn-cs"/>
                  <a:sym typeface="Arial"/>
                </a:rPr>
                <a:t>ano</a:t>
              </a:r>
            </a:p>
          </p:txBody>
        </p:sp>
      </p:grpSp>
      <p:sp>
        <p:nvSpPr>
          <p:cNvPr id="60" name="object 38">
            <a:extLst>
              <a:ext uri="{FF2B5EF4-FFF2-40B4-BE49-F238E27FC236}">
                <a16:creationId xmlns:a16="http://schemas.microsoft.com/office/drawing/2014/main" id="{E3443F91-05CA-430C-19A6-4970CA7A91A7}"/>
              </a:ext>
            </a:extLst>
          </p:cNvPr>
          <p:cNvSpPr txBox="1">
            <a:spLocks/>
          </p:cNvSpPr>
          <p:nvPr/>
        </p:nvSpPr>
        <p:spPr>
          <a:xfrm>
            <a:off x="593532" y="4612357"/>
            <a:ext cx="1588149" cy="748774"/>
          </a:xfrm>
          <a:prstGeom prst="rect">
            <a:avLst/>
          </a:prstGeom>
        </p:spPr>
        <p:txBody>
          <a:bodyPr vert="horz" wrap="square" lIns="0" tIns="10012" rIns="0" bIns="0" rtlCol="0" anchor="t">
            <a:spAutoFit/>
          </a:bodyPr>
          <a:lstStyle>
            <a:lvl1pPr eaLnBrk="1" hangingPunct="1">
              <a:defRPr>
                <a:latin typeface="+mj-lt"/>
                <a:ea typeface="+mj-ea"/>
                <a:cs typeface="+mj-cs"/>
              </a:defRPr>
            </a:lvl1pPr>
          </a:lstStyle>
          <a:p>
            <a:pPr marL="7620" marR="0" lvl="0" indent="0" algn="ctr" defTabSz="914400" rtl="0" eaLnBrk="1" fontAlgn="auto" latinLnBrk="0" hangingPunct="1">
              <a:lnSpc>
                <a:spcPct val="100000"/>
              </a:lnSpc>
              <a:spcBef>
                <a:spcPts val="79"/>
              </a:spcBef>
              <a:spcAft>
                <a:spcPts val="0"/>
              </a:spcAft>
              <a:buClr>
                <a:srgbClr val="000000"/>
              </a:buClr>
              <a:buSzTx/>
              <a:buFont typeface="Arial"/>
              <a:buNone/>
              <a:tabLst/>
              <a:defRPr/>
            </a:pPr>
            <a:r>
              <a:rPr kumimoji="0" lang="pt-BR" sz="4800" b="1" i="0" u="none" strike="noStrike" kern="0" cap="none" spc="0" normalizeH="0" baseline="0" noProof="0">
                <a:ln>
                  <a:noFill/>
                </a:ln>
                <a:solidFill>
                  <a:srgbClr val="FFFFFF"/>
                </a:solidFill>
                <a:effectLst/>
                <a:uLnTx/>
                <a:uFillTx/>
                <a:latin typeface="Versos" panose="020B0503020204030204" pitchFamily="34" charset="0"/>
                <a:ea typeface="+mj-ea"/>
                <a:cs typeface="+mj-cs"/>
                <a:sym typeface="Arial"/>
              </a:rPr>
              <a:t>69</a:t>
            </a:r>
            <a:r>
              <a:rPr kumimoji="0" lang="pt-BR" sz="2000" b="1" i="0" u="none" strike="noStrike" kern="0" cap="none" spc="0" normalizeH="0" baseline="0" noProof="0">
                <a:ln>
                  <a:noFill/>
                </a:ln>
                <a:solidFill>
                  <a:srgbClr val="FFFFFF"/>
                </a:solidFill>
                <a:effectLst/>
                <a:uLnTx/>
                <a:uFillTx/>
                <a:latin typeface="Versos" panose="020B0503020204030204" pitchFamily="34" charset="0"/>
                <a:ea typeface="+mj-ea"/>
                <a:cs typeface="+mj-cs"/>
                <a:sym typeface="Arial"/>
              </a:rPr>
              <a:t>%</a:t>
            </a:r>
          </a:p>
        </p:txBody>
      </p:sp>
      <p:cxnSp>
        <p:nvCxnSpPr>
          <p:cNvPr id="61" name="Straight Connector 60">
            <a:extLst>
              <a:ext uri="{FF2B5EF4-FFF2-40B4-BE49-F238E27FC236}">
                <a16:creationId xmlns:a16="http://schemas.microsoft.com/office/drawing/2014/main" id="{DB056FF7-581B-BD9D-54C0-D753BD0C67AB}"/>
              </a:ext>
            </a:extLst>
          </p:cNvPr>
          <p:cNvCxnSpPr/>
          <p:nvPr/>
        </p:nvCxnSpPr>
        <p:spPr>
          <a:xfrm>
            <a:off x="2244436" y="4453414"/>
            <a:ext cx="0" cy="1114594"/>
          </a:xfrm>
          <a:prstGeom prst="line">
            <a:avLst/>
          </a:prstGeom>
          <a:ln>
            <a:gradFill>
              <a:gsLst>
                <a:gs pos="50000">
                  <a:schemeClr val="bg2">
                    <a:lumMod val="90000"/>
                  </a:schemeClr>
                </a:gs>
                <a:gs pos="0">
                  <a:schemeClr val="bg1">
                    <a:alpha val="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38" name="object 44">
            <a:extLst>
              <a:ext uri="{FF2B5EF4-FFF2-40B4-BE49-F238E27FC236}">
                <a16:creationId xmlns:a16="http://schemas.microsoft.com/office/drawing/2014/main" id="{D15ED607-B35B-EDFA-9AEB-30F4415A0932}"/>
              </a:ext>
            </a:extLst>
          </p:cNvPr>
          <p:cNvSpPr txBox="1">
            <a:spLocks noGrp="1"/>
          </p:cNvSpPr>
          <p:nvPr>
            <p:ph type="sldNum" sz="quarter" idx="12"/>
          </p:nvPr>
        </p:nvSpPr>
        <p:spPr/>
        <p:txBody>
          <a:bodyPr vert="horz" wrap="square" lIns="0" tIns="5775" rIns="0" bIns="0" rtlCol="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81D60167-4931-47E6-BA6A-407CBD079E47}" type="slidenum">
              <a:rPr kumimoji="0" lang="pt-BR" sz="1100" b="0" i="0" u="none" strike="noStrike" kern="0" cap="none" spc="0" normalizeH="0" baseline="0" noProof="0" dirty="0">
                <a:ln>
                  <a:noFill/>
                </a:ln>
                <a:solidFill>
                  <a:srgbClr val="FFFFFF"/>
                </a:solidFill>
                <a:effectLst/>
                <a:uLnTx/>
                <a:uFillTx/>
                <a:latin typeface="Versos" panose="020B0503020204030204" pitchFamily="34" charset="0"/>
                <a:ea typeface="+mn-ea"/>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lang="pt-BR" sz="1100" b="0" i="0" u="none" strike="noStrike" kern="0" cap="none" spc="0" normalizeH="0" baseline="0" noProof="0">
              <a:ln>
                <a:noFill/>
              </a:ln>
              <a:solidFill>
                <a:srgbClr val="FFFFFF"/>
              </a:solidFill>
              <a:effectLst/>
              <a:uLnTx/>
              <a:uFillTx/>
              <a:latin typeface="Versos" panose="020B0503020204030204" pitchFamily="34" charset="0"/>
              <a:ea typeface="+mn-ea"/>
              <a:sym typeface="Arial"/>
            </a:endParaRPr>
          </a:p>
        </p:txBody>
      </p:sp>
      <p:sp>
        <p:nvSpPr>
          <p:cNvPr id="188" name="CaixaDeTexto 4">
            <a:extLst>
              <a:ext uri="{FF2B5EF4-FFF2-40B4-BE49-F238E27FC236}">
                <a16:creationId xmlns:a16="http://schemas.microsoft.com/office/drawing/2014/main" id="{F7535BC7-F5A7-1137-5853-EE6BE21500BB}"/>
              </a:ext>
            </a:extLst>
          </p:cNvPr>
          <p:cNvSpPr txBox="1"/>
          <p:nvPr/>
        </p:nvSpPr>
        <p:spPr>
          <a:xfrm>
            <a:off x="6810997" y="374109"/>
            <a:ext cx="1830082" cy="346860"/>
          </a:xfrm>
          <a:prstGeom prst="rect">
            <a:avLst/>
          </a:prstGeom>
          <a:solidFill>
            <a:schemeClr val="tx1">
              <a:lumMod val="85000"/>
              <a:lumOff val="15000"/>
            </a:schemeClr>
          </a:solidFill>
          <a:ln>
            <a:noFill/>
          </a:ln>
        </p:spPr>
        <p:txBody>
          <a:bodyPr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200" b="0" i="0" u="none" strike="noStrike" kern="0" cap="none" spc="0" normalizeH="0" baseline="0" noProof="0">
                <a:ln>
                  <a:noFill/>
                </a:ln>
                <a:solidFill>
                  <a:srgbClr val="FFFFFF"/>
                </a:solidFill>
                <a:effectLst/>
                <a:uLnTx/>
                <a:uFillTx/>
                <a:latin typeface="Versos Light" panose="020B0403020204030204" pitchFamily="34" charset="0"/>
                <a:ea typeface="+mn-ea"/>
                <a:cs typeface="Arial"/>
                <a:sym typeface="Arial"/>
              </a:rPr>
              <a:t>06.866.051/0001-87</a:t>
            </a:r>
          </a:p>
        </p:txBody>
      </p:sp>
      <p:sp>
        <p:nvSpPr>
          <p:cNvPr id="3" name="database">
            <a:extLst>
              <a:ext uri="{FF2B5EF4-FFF2-40B4-BE49-F238E27FC236}">
                <a16:creationId xmlns:a16="http://schemas.microsoft.com/office/drawing/2014/main" id="{7BA809A5-0BA4-0947-1087-6F7FC0B179BA}"/>
              </a:ext>
            </a:extLst>
          </p:cNvPr>
          <p:cNvSpPr txBox="1"/>
          <p:nvPr/>
        </p:nvSpPr>
        <p:spPr>
          <a:xfrm>
            <a:off x="593653" y="6173912"/>
            <a:ext cx="8036114" cy="130805"/>
          </a:xfrm>
          <a:prstGeom prst="rect">
            <a:avLst/>
          </a:prstGeom>
          <a:noFill/>
          <a:ln cap="flat">
            <a:noFill/>
          </a:ln>
        </p:spPr>
        <p:txBody>
          <a:bodyPr vert="horz" wrap="square" lIns="0" tIns="0" rIns="0" bIns="0" anchor="t" anchorCtr="0" compatLnSpc="1">
            <a:spAutoFit/>
          </a:bodyPr>
          <a:lstStyle/>
          <a:p>
            <a:pPr marL="0" marR="0" lvl="0" indent="0" algn="r" defTabSz="877458" rtl="0" eaLnBrk="1" fontAlgn="auto" latinLnBrk="0" hangingPunct="1">
              <a:lnSpc>
                <a:spcPct val="100000"/>
              </a:lnSpc>
              <a:spcBef>
                <a:spcPts val="288"/>
              </a:spcBef>
              <a:spcAft>
                <a:spcPts val="288"/>
              </a:spcAft>
              <a:buClrTx/>
              <a:buSzTx/>
              <a:buFontTx/>
              <a:buNone/>
              <a:tabLst/>
              <a:defRPr sz="1800" b="0" i="0" u="none" strike="noStrike" kern="0" cap="none" spc="0" baseline="0">
                <a:solidFill>
                  <a:srgbClr val="000000"/>
                </a:solidFill>
                <a:uFillTx/>
              </a:defRPr>
            </a:pPr>
            <a:r>
              <a:rPr kumimoji="0" lang="pt-BR" sz="850" b="0" i="0" u="none" strike="noStrike" kern="0" cap="none" spc="0" normalizeH="0" baseline="0" noProof="0">
                <a:ln>
                  <a:noFill/>
                </a:ln>
                <a:solidFill>
                  <a:srgbClr val="FFFFFF"/>
                </a:solidFill>
                <a:effectLst/>
                <a:uLnTx/>
                <a:uFillTx/>
                <a:latin typeface="Versos" panose="020B0503020204030204" pitchFamily="34" charset="0"/>
                <a:ea typeface="+mn-ea"/>
                <a:cs typeface="helvetica"/>
                <a:sym typeface="Arial"/>
              </a:rPr>
              <a:t>Data base: 31/08/2026</a:t>
            </a:r>
          </a:p>
        </p:txBody>
      </p:sp>
      <p:sp>
        <p:nvSpPr>
          <p:cNvPr id="40" name="numero-top3">
            <a:extLst>
              <a:ext uri="{FF2B5EF4-FFF2-40B4-BE49-F238E27FC236}">
                <a16:creationId xmlns:a16="http://schemas.microsoft.com/office/drawing/2014/main" id="{3038436B-A9BA-B3EB-DD51-3AD41606D831}"/>
              </a:ext>
            </a:extLst>
          </p:cNvPr>
          <p:cNvSpPr txBox="1"/>
          <p:nvPr/>
        </p:nvSpPr>
        <p:spPr>
          <a:xfrm>
            <a:off x="2334261" y="5291279"/>
            <a:ext cx="1980723"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b="1"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2,1%</a:t>
            </a:r>
          </a:p>
        </p:txBody>
      </p:sp>
      <p:sp>
        <p:nvSpPr>
          <p:cNvPr id="41" name="numero-top2">
            <a:extLst>
              <a:ext uri="{FF2B5EF4-FFF2-40B4-BE49-F238E27FC236}">
                <a16:creationId xmlns:a16="http://schemas.microsoft.com/office/drawing/2014/main" id="{EB57F8D6-B964-9BCA-A6F4-88B26B4A8238}"/>
              </a:ext>
            </a:extLst>
          </p:cNvPr>
          <p:cNvSpPr txBox="1"/>
          <p:nvPr/>
        </p:nvSpPr>
        <p:spPr>
          <a:xfrm>
            <a:off x="2334261" y="4832821"/>
            <a:ext cx="1980723"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b="1"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4,5%</a:t>
            </a:r>
          </a:p>
        </p:txBody>
      </p:sp>
      <p:sp>
        <p:nvSpPr>
          <p:cNvPr id="42" name="numero-top1">
            <a:extLst>
              <a:ext uri="{FF2B5EF4-FFF2-40B4-BE49-F238E27FC236}">
                <a16:creationId xmlns:a16="http://schemas.microsoft.com/office/drawing/2014/main" id="{831C41D9-8D8C-9A86-0D14-1CF2A034518C}"/>
              </a:ext>
            </a:extLst>
          </p:cNvPr>
          <p:cNvSpPr txBox="1"/>
          <p:nvPr/>
        </p:nvSpPr>
        <p:spPr>
          <a:xfrm>
            <a:off x="2334262" y="4376437"/>
            <a:ext cx="1980723"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b="1"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44,6%</a:t>
            </a:r>
          </a:p>
        </p:txBody>
      </p:sp>
      <p:sp>
        <p:nvSpPr>
          <p:cNvPr id="43" name="nome-top3">
            <a:extLst>
              <a:ext uri="{FF2B5EF4-FFF2-40B4-BE49-F238E27FC236}">
                <a16:creationId xmlns:a16="http://schemas.microsoft.com/office/drawing/2014/main" id="{0E110D4F-98E8-42B8-AF5B-DBB93CF490F8}"/>
              </a:ext>
            </a:extLst>
          </p:cNvPr>
          <p:cNvSpPr txBox="1"/>
          <p:nvPr/>
        </p:nvSpPr>
        <p:spPr>
          <a:xfrm>
            <a:off x="3053338" y="5230096"/>
            <a:ext cx="1064456"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transporte </a:t>
            </a:r>
            <a:br>
              <a:rPr kumimoji="0" lang="pt-BR" sz="1050"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br>
            <a:r>
              <a:rPr kumimoji="0" lang="pt-BR" sz="1050"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e logística</a:t>
            </a:r>
          </a:p>
        </p:txBody>
      </p:sp>
      <p:sp>
        <p:nvSpPr>
          <p:cNvPr id="44" name="nome-top2">
            <a:extLst>
              <a:ext uri="{FF2B5EF4-FFF2-40B4-BE49-F238E27FC236}">
                <a16:creationId xmlns:a16="http://schemas.microsoft.com/office/drawing/2014/main" id="{CE421EDF-7F6B-99B5-4150-70E44832C5C2}"/>
              </a:ext>
            </a:extLst>
          </p:cNvPr>
          <p:cNvSpPr txBox="1"/>
          <p:nvPr/>
        </p:nvSpPr>
        <p:spPr>
          <a:xfrm>
            <a:off x="3053338" y="4771986"/>
            <a:ext cx="1023452"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energia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elétrica</a:t>
            </a:r>
          </a:p>
        </p:txBody>
      </p:sp>
      <p:sp>
        <p:nvSpPr>
          <p:cNvPr id="45" name="nome-top1">
            <a:extLst>
              <a:ext uri="{FF2B5EF4-FFF2-40B4-BE49-F238E27FC236}">
                <a16:creationId xmlns:a16="http://schemas.microsoft.com/office/drawing/2014/main" id="{966AB56F-C30B-AC42-32C2-68A53BCA50BC}"/>
              </a:ext>
            </a:extLst>
          </p:cNvPr>
          <p:cNvSpPr txBox="1"/>
          <p:nvPr/>
        </p:nvSpPr>
        <p:spPr>
          <a:xfrm>
            <a:off x="3009162" y="4396038"/>
            <a:ext cx="116769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financeiro</a:t>
            </a:r>
          </a:p>
        </p:txBody>
      </p:sp>
      <p:sp>
        <p:nvSpPr>
          <p:cNvPr id="46" name="nome-top1">
            <a:extLst>
              <a:ext uri="{FF2B5EF4-FFF2-40B4-BE49-F238E27FC236}">
                <a16:creationId xmlns:a16="http://schemas.microsoft.com/office/drawing/2014/main" id="{A84C6F2E-5716-ADB2-3EE7-88B17FB2B058}"/>
              </a:ext>
            </a:extLst>
          </p:cNvPr>
          <p:cNvSpPr txBox="1"/>
          <p:nvPr/>
        </p:nvSpPr>
        <p:spPr>
          <a:xfrm>
            <a:off x="2868126" y="4008008"/>
            <a:ext cx="761863"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Top 3</a:t>
            </a:r>
          </a:p>
        </p:txBody>
      </p:sp>
    </p:spTree>
    <p:extLst>
      <p:ext uri="{BB962C8B-B14F-4D97-AF65-F5344CB8AC3E}">
        <p14:creationId xmlns:p14="http://schemas.microsoft.com/office/powerpoint/2010/main" val="3635349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489E-452A-1490-BA30-9652D6DAE279}"/>
            </a:ext>
          </a:extLst>
        </p:cNvPr>
        <p:cNvGrpSpPr/>
        <p:nvPr/>
      </p:nvGrpSpPr>
      <p:grpSpPr>
        <a:xfrm>
          <a:off x="0" y="0"/>
          <a:ext cx="0" cy="0"/>
          <a:chOff x="0" y="0"/>
          <a:chExt cx="0" cy="0"/>
        </a:xfrm>
      </p:grpSpPr>
      <p:pic>
        <p:nvPicPr>
          <p:cNvPr id="42" name="Imagem 41">
            <a:extLst>
              <a:ext uri="{FF2B5EF4-FFF2-40B4-BE49-F238E27FC236}">
                <a16:creationId xmlns:a16="http://schemas.microsoft.com/office/drawing/2014/main" id="{2AD5AFA6-A22F-2C6E-476C-1479606776E0}"/>
              </a:ext>
            </a:extLst>
          </p:cNvPr>
          <p:cNvPicPr>
            <a:picLocks noChangeAspect="1"/>
          </p:cNvPicPr>
          <p:nvPr/>
        </p:nvPicPr>
        <p:blipFill rotWithShape="1">
          <a:blip r:embed="rId3">
            <a:alphaModFix amt="20000"/>
            <a:grayscl/>
          </a:blip>
          <a:srcRect t="39030" b="29326"/>
          <a:stretch>
            <a:fillRect/>
          </a:stretch>
        </p:blipFill>
        <p:spPr>
          <a:xfrm>
            <a:off x="1198" y="0"/>
            <a:ext cx="12190374" cy="6858000"/>
          </a:xfrm>
          <a:prstGeom prst="rect">
            <a:avLst/>
          </a:prstGeom>
          <a:gradFill>
            <a:gsLst>
              <a:gs pos="100000">
                <a:schemeClr val="tx1">
                  <a:lumMod val="95000"/>
                  <a:lumOff val="5000"/>
                </a:schemeClr>
              </a:gs>
              <a:gs pos="0">
                <a:schemeClr val="tx1">
                  <a:lumMod val="85000"/>
                  <a:lumOff val="15000"/>
                </a:schemeClr>
              </a:gs>
            </a:gsLst>
            <a:lin ang="7200000" scaled="0"/>
          </a:gradFill>
        </p:spPr>
      </p:pic>
      <p:sp>
        <p:nvSpPr>
          <p:cNvPr id="31" name="object 6">
            <a:extLst>
              <a:ext uri="{FF2B5EF4-FFF2-40B4-BE49-F238E27FC236}">
                <a16:creationId xmlns:a16="http://schemas.microsoft.com/office/drawing/2014/main" id="{8DAA143C-46C3-3E50-DA9F-CAF64718ADAD}"/>
              </a:ext>
            </a:extLst>
          </p:cNvPr>
          <p:cNvSpPr txBox="1">
            <a:spLocks noGrp="1"/>
          </p:cNvSpPr>
          <p:nvPr>
            <p:ph type="title" idx="4294967295"/>
          </p:nvPr>
        </p:nvSpPr>
        <p:spPr>
          <a:xfrm>
            <a:off x="3063729" y="2976408"/>
            <a:ext cx="6064542" cy="905184"/>
          </a:xfrm>
          <a:prstGeom prst="rect">
            <a:avLst/>
          </a:prstGeom>
        </p:spPr>
        <p:txBody>
          <a:bodyPr vert="horz" wrap="square" lIns="0" tIns="0" rIns="0" bIns="0" rtlCol="0">
            <a:spAutoFit/>
          </a:bodyPr>
          <a:lstStyle/>
          <a:p>
            <a:pPr algn="ctr"/>
            <a:r>
              <a:rPr sz="5882">
                <a:solidFill>
                  <a:schemeClr val="bg1"/>
                </a:solidFill>
                <a:latin typeface="Versos" panose="020B0503020204030204" pitchFamily="34" charset="77"/>
              </a:rPr>
              <a:t>INVESTIMENTO</a:t>
            </a:r>
          </a:p>
        </p:txBody>
      </p:sp>
      <p:pic>
        <p:nvPicPr>
          <p:cNvPr id="11" name="Picture 8">
            <a:extLst>
              <a:ext uri="{FF2B5EF4-FFF2-40B4-BE49-F238E27FC236}">
                <a16:creationId xmlns:a16="http://schemas.microsoft.com/office/drawing/2014/main" id="{1EA23D6F-E8CA-81B0-8E30-74F02362BE4E}"/>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17" t="-23966" r="-8117" b="-23966"/>
          <a:stretch/>
        </p:blipFill>
        <p:spPr>
          <a:xfrm>
            <a:off x="5549185" y="489021"/>
            <a:ext cx="1093631" cy="473589"/>
          </a:xfrm>
          <a:prstGeom prst="rect">
            <a:avLst/>
          </a:prstGeom>
        </p:spPr>
      </p:pic>
      <p:pic>
        <p:nvPicPr>
          <p:cNvPr id="3" name="Graphic 2">
            <a:extLst>
              <a:ext uri="{FF2B5EF4-FFF2-40B4-BE49-F238E27FC236}">
                <a16:creationId xmlns:a16="http://schemas.microsoft.com/office/drawing/2014/main" id="{AAE0F608-2ECF-DAB2-BDB8-148C209A98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76868" y="5922032"/>
            <a:ext cx="3638265" cy="434196"/>
          </a:xfrm>
          <a:prstGeom prst="rect">
            <a:avLst/>
          </a:prstGeom>
        </p:spPr>
      </p:pic>
    </p:spTree>
    <p:extLst>
      <p:ext uri="{BB962C8B-B14F-4D97-AF65-F5344CB8AC3E}">
        <p14:creationId xmlns:p14="http://schemas.microsoft.com/office/powerpoint/2010/main" val="4072987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a:extLst>
            <a:ext uri="{FF2B5EF4-FFF2-40B4-BE49-F238E27FC236}">
              <a16:creationId xmlns:a16="http://schemas.microsoft.com/office/drawing/2014/main" id="{759A9997-FAC3-80CA-D8DE-27D91AA7F23C}"/>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A0EFC0C9-3966-A332-BDCE-DA3073457DF3}"/>
              </a:ext>
            </a:extLst>
          </p:cNvPr>
          <p:cNvGrpSpPr/>
          <p:nvPr/>
        </p:nvGrpSpPr>
        <p:grpSpPr>
          <a:xfrm>
            <a:off x="4095860" y="991518"/>
            <a:ext cx="7761178" cy="5061022"/>
            <a:chOff x="3863106" y="1158797"/>
            <a:chExt cx="7993932" cy="5212800"/>
          </a:xfrm>
        </p:grpSpPr>
        <p:sp>
          <p:nvSpPr>
            <p:cNvPr id="37" name="Retângulo: Cantos Arredondados 36">
              <a:extLst>
                <a:ext uri="{FF2B5EF4-FFF2-40B4-BE49-F238E27FC236}">
                  <a16:creationId xmlns:a16="http://schemas.microsoft.com/office/drawing/2014/main" id="{1E0B9899-EEB6-CDD6-3E82-A36954FB9D37}"/>
                </a:ext>
              </a:extLst>
            </p:cNvPr>
            <p:cNvSpPr/>
            <p:nvPr/>
          </p:nvSpPr>
          <p:spPr>
            <a:xfrm>
              <a:off x="8153996" y="1158797"/>
              <a:ext cx="3703042" cy="5212800"/>
            </a:xfrm>
            <a:prstGeom prst="roundRect">
              <a:avLst>
                <a:gd name="adj" fmla="val 8914"/>
              </a:avLst>
            </a:prstGeom>
            <a:solidFill>
              <a:srgbClr val="759DB4">
                <a:alpha val="56000"/>
              </a:srgbClr>
            </a:solidFill>
            <a:ln w="190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54492">
                <a:buClrTx/>
                <a:defRPr/>
              </a:pPr>
              <a:endParaRPr lang="pt-BR" sz="1092">
                <a:solidFill>
                  <a:prstClr val="white"/>
                </a:solidFill>
                <a:latin typeface="Versos Light"/>
              </a:endParaRPr>
            </a:p>
          </p:txBody>
        </p:sp>
        <p:sp>
          <p:nvSpPr>
            <p:cNvPr id="42" name="Retângulo: Cantos Arredondados 41">
              <a:extLst>
                <a:ext uri="{FF2B5EF4-FFF2-40B4-BE49-F238E27FC236}">
                  <a16:creationId xmlns:a16="http://schemas.microsoft.com/office/drawing/2014/main" id="{A8F6D5BD-ECEF-BFB8-DAC5-C0AE908EF5C7}"/>
                </a:ext>
              </a:extLst>
            </p:cNvPr>
            <p:cNvSpPr/>
            <p:nvPr/>
          </p:nvSpPr>
          <p:spPr>
            <a:xfrm>
              <a:off x="5952539" y="1158797"/>
              <a:ext cx="3335322" cy="5212800"/>
            </a:xfrm>
            <a:prstGeom prst="roundRect">
              <a:avLst>
                <a:gd name="adj" fmla="val 12236"/>
              </a:avLst>
            </a:prstGeom>
            <a:solidFill>
              <a:srgbClr val="293A42"/>
            </a:solidFill>
            <a:ln w="190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54492">
                <a:buClrTx/>
                <a:defRPr/>
              </a:pPr>
              <a:endParaRPr lang="pt-BR" sz="1092">
                <a:solidFill>
                  <a:prstClr val="white"/>
                </a:solidFill>
                <a:latin typeface="Versos Light"/>
              </a:endParaRPr>
            </a:p>
          </p:txBody>
        </p:sp>
        <p:sp>
          <p:nvSpPr>
            <p:cNvPr id="44" name="Retângulo: Cantos Arredondados 43">
              <a:extLst>
                <a:ext uri="{FF2B5EF4-FFF2-40B4-BE49-F238E27FC236}">
                  <a16:creationId xmlns:a16="http://schemas.microsoft.com/office/drawing/2014/main" id="{B338386C-807A-71F1-B71F-05CCF8E2BF3C}"/>
                </a:ext>
              </a:extLst>
            </p:cNvPr>
            <p:cNvSpPr/>
            <p:nvPr/>
          </p:nvSpPr>
          <p:spPr>
            <a:xfrm>
              <a:off x="3863106" y="1158797"/>
              <a:ext cx="2839684" cy="5212800"/>
            </a:xfrm>
            <a:prstGeom prst="roundRect">
              <a:avLst>
                <a:gd name="adj" fmla="val 12236"/>
              </a:avLst>
            </a:prstGeom>
            <a:solidFill>
              <a:schemeClr val="tx1"/>
            </a:solidFill>
            <a:ln w="190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54492">
                <a:buClrTx/>
                <a:defRPr/>
              </a:pPr>
              <a:endParaRPr lang="pt-BR" sz="1698">
                <a:solidFill>
                  <a:prstClr val="white"/>
                </a:solidFill>
                <a:latin typeface="Versos" panose="020B0503020204030204" pitchFamily="34" charset="0"/>
              </a:endParaRPr>
            </a:p>
          </p:txBody>
        </p:sp>
        <p:grpSp>
          <p:nvGrpSpPr>
            <p:cNvPr id="35" name="Group 34">
              <a:extLst>
                <a:ext uri="{FF2B5EF4-FFF2-40B4-BE49-F238E27FC236}">
                  <a16:creationId xmlns:a16="http://schemas.microsoft.com/office/drawing/2014/main" id="{91FAA94E-89B3-2757-D355-3511A0CE92F6}"/>
                </a:ext>
              </a:extLst>
            </p:cNvPr>
            <p:cNvGrpSpPr/>
            <p:nvPr/>
          </p:nvGrpSpPr>
          <p:grpSpPr>
            <a:xfrm>
              <a:off x="4237810" y="1996203"/>
              <a:ext cx="2281149" cy="4135844"/>
              <a:chOff x="4237810" y="1996203"/>
              <a:chExt cx="2281149" cy="4135844"/>
            </a:xfrm>
          </p:grpSpPr>
          <p:sp>
            <p:nvSpPr>
              <p:cNvPr id="47" name="object 12">
                <a:extLst>
                  <a:ext uri="{FF2B5EF4-FFF2-40B4-BE49-F238E27FC236}">
                    <a16:creationId xmlns:a16="http://schemas.microsoft.com/office/drawing/2014/main" id="{C647E720-DC6F-AC80-FA29-1879B8B6BD17}"/>
                  </a:ext>
                </a:extLst>
              </p:cNvPr>
              <p:cNvSpPr txBox="1"/>
              <p:nvPr/>
            </p:nvSpPr>
            <p:spPr>
              <a:xfrm>
                <a:off x="4237810" y="1996203"/>
                <a:ext cx="2174337" cy="1015164"/>
              </a:xfrm>
              <a:prstGeom prst="rect">
                <a:avLst/>
              </a:prstGeom>
            </p:spPr>
            <p:txBody>
              <a:bodyPr vert="horz" wrap="square" lIns="0" tIns="7316" rIns="0" bIns="0" rtlCol="0">
                <a:spAutoFit/>
              </a:bodyPr>
              <a:lstStyle/>
              <a:p>
                <a:pPr defTabSz="554492">
                  <a:buClrTx/>
                  <a:defRPr/>
                </a:pPr>
                <a:r>
                  <a:rPr lang="pt-BR" sz="2183" b="1">
                    <a:solidFill>
                      <a:prstClr val="white"/>
                    </a:solidFill>
                    <a:latin typeface="Versos" panose="020B0503020204030204" pitchFamily="34" charset="0"/>
                  </a:rPr>
                  <a:t>Expertise de Crédito com Gestão Ativa</a:t>
                </a:r>
              </a:p>
            </p:txBody>
          </p:sp>
          <p:sp>
            <p:nvSpPr>
              <p:cNvPr id="48" name="object 12">
                <a:extLst>
                  <a:ext uri="{FF2B5EF4-FFF2-40B4-BE49-F238E27FC236}">
                    <a16:creationId xmlns:a16="http://schemas.microsoft.com/office/drawing/2014/main" id="{1EC49683-0E90-9ED9-55CD-70884E386918}"/>
                  </a:ext>
                </a:extLst>
              </p:cNvPr>
              <p:cNvSpPr txBox="1"/>
              <p:nvPr/>
            </p:nvSpPr>
            <p:spPr>
              <a:xfrm>
                <a:off x="4237810" y="3208731"/>
                <a:ext cx="2281149" cy="2666370"/>
              </a:xfrm>
              <a:prstGeom prst="rect">
                <a:avLst/>
              </a:prstGeom>
            </p:spPr>
            <p:txBody>
              <a:bodyPr vert="horz" wrap="square" lIns="0" tIns="7316" rIns="0" bIns="0" rtlCol="0" anchor="t">
                <a:spAutoFit/>
              </a:bodyPr>
              <a:lstStyle/>
              <a:p>
                <a:pPr marR="110898" defTabSz="554492">
                  <a:lnSpc>
                    <a:spcPct val="101800"/>
                  </a:lnSpc>
                  <a:spcBef>
                    <a:spcPts val="1173"/>
                  </a:spcBef>
                  <a:buClrTx/>
                  <a:defRPr/>
                </a:pPr>
                <a:r>
                  <a:rPr lang="pt-BR" sz="1455">
                    <a:solidFill>
                      <a:srgbClr val="FFFFFF"/>
                    </a:solidFill>
                    <a:latin typeface="Versos Light" panose="020B0403020204030204" pitchFamily="34" charset="0"/>
                  </a:rPr>
                  <a:t>Ampla experiência </a:t>
                </a:r>
                <a:br>
                  <a:rPr lang="pt-BR" sz="1455">
                    <a:solidFill>
                      <a:srgbClr val="FFFFFF"/>
                    </a:solidFill>
                    <a:latin typeface="Versos Light" panose="020B0403020204030204" pitchFamily="34" charset="0"/>
                  </a:rPr>
                </a:br>
                <a:r>
                  <a:rPr lang="pt-BR" sz="1455">
                    <a:solidFill>
                      <a:srgbClr val="FFFFFF"/>
                    </a:solidFill>
                    <a:latin typeface="Versos Light" panose="020B0403020204030204" pitchFamily="34" charset="0"/>
                  </a:rPr>
                  <a:t>para aproveitar oportunidades no mercado primário </a:t>
                </a:r>
                <a:br>
                  <a:rPr lang="pt-BR" sz="1455">
                    <a:solidFill>
                      <a:srgbClr val="FFFFFF"/>
                    </a:solidFill>
                    <a:latin typeface="Versos Light" panose="020B0403020204030204" pitchFamily="34" charset="0"/>
                  </a:rPr>
                </a:br>
                <a:r>
                  <a:rPr lang="pt-BR" sz="1455">
                    <a:solidFill>
                      <a:srgbClr val="FFFFFF"/>
                    </a:solidFill>
                    <a:latin typeface="Versos Light" panose="020B0403020204030204" pitchFamily="34" charset="0"/>
                  </a:rPr>
                  <a:t>e secundário</a:t>
                </a:r>
              </a:p>
              <a:p>
                <a:pPr marR="110898" defTabSz="554492">
                  <a:lnSpc>
                    <a:spcPct val="101800"/>
                  </a:lnSpc>
                  <a:spcBef>
                    <a:spcPts val="1173"/>
                  </a:spcBef>
                  <a:buClrTx/>
                  <a:defRPr/>
                </a:pPr>
                <a:r>
                  <a:rPr lang="pt-BR" sz="1455">
                    <a:solidFill>
                      <a:srgbClr val="FFFFFF"/>
                    </a:solidFill>
                    <a:latin typeface="Versos Light" panose="020B0403020204030204" pitchFamily="34" charset="0"/>
                  </a:rPr>
                  <a:t>Asset Independente com Acionistas Robustos </a:t>
                </a:r>
              </a:p>
              <a:p>
                <a:pPr marR="110898" defTabSz="554492">
                  <a:lnSpc>
                    <a:spcPct val="101800"/>
                  </a:lnSpc>
                  <a:spcBef>
                    <a:spcPts val="1173"/>
                  </a:spcBef>
                  <a:buClrTx/>
                  <a:defRPr/>
                </a:pPr>
                <a:r>
                  <a:rPr lang="pt-BR" sz="1455">
                    <a:solidFill>
                      <a:srgbClr val="FFFFFF"/>
                    </a:solidFill>
                    <a:latin typeface="Versos Light" panose="020B0403020204030204" pitchFamily="34" charset="0"/>
                  </a:rPr>
                  <a:t>Diversificação  de emissores e setores</a:t>
                </a:r>
              </a:p>
            </p:txBody>
          </p:sp>
          <p:grpSp>
            <p:nvGrpSpPr>
              <p:cNvPr id="8" name="Group 7">
                <a:extLst>
                  <a:ext uri="{FF2B5EF4-FFF2-40B4-BE49-F238E27FC236}">
                    <a16:creationId xmlns:a16="http://schemas.microsoft.com/office/drawing/2014/main" id="{4F9562DA-3C73-42CA-7100-94B8E7F97C02}"/>
                  </a:ext>
                </a:extLst>
              </p:cNvPr>
              <p:cNvGrpSpPr/>
              <p:nvPr/>
            </p:nvGrpSpPr>
            <p:grpSpPr>
              <a:xfrm>
                <a:off x="4237810" y="5966025"/>
                <a:ext cx="667975" cy="166022"/>
                <a:chOff x="4237810" y="1599600"/>
                <a:chExt cx="481655" cy="119713"/>
              </a:xfrm>
              <a:solidFill>
                <a:schemeClr val="bg2">
                  <a:lumMod val="75000"/>
                </a:schemeClr>
              </a:solidFill>
            </p:grpSpPr>
            <p:sp>
              <p:nvSpPr>
                <p:cNvPr id="2" name="Elipse 1">
                  <a:extLst>
                    <a:ext uri="{FF2B5EF4-FFF2-40B4-BE49-F238E27FC236}">
                      <a16:creationId xmlns:a16="http://schemas.microsoft.com/office/drawing/2014/main" id="{41E51177-2E72-0435-B41D-C60A31E543DA}"/>
                    </a:ext>
                  </a:extLst>
                </p:cNvPr>
                <p:cNvSpPr/>
                <p:nvPr/>
              </p:nvSpPr>
              <p:spPr>
                <a:xfrm rot="10800000">
                  <a:off x="4599752" y="1599600"/>
                  <a:ext cx="119713" cy="119713"/>
                </a:xfrm>
                <a:prstGeom prst="ellipse">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
              <p:nvSpPr>
                <p:cNvPr id="4" name="Elipse 3">
                  <a:extLst>
                    <a:ext uri="{FF2B5EF4-FFF2-40B4-BE49-F238E27FC236}">
                      <a16:creationId xmlns:a16="http://schemas.microsoft.com/office/drawing/2014/main" id="{BD777395-C88E-D270-87BD-DC65F298331B}"/>
                    </a:ext>
                  </a:extLst>
                </p:cNvPr>
                <p:cNvSpPr/>
                <p:nvPr/>
              </p:nvSpPr>
              <p:spPr>
                <a:xfrm rot="10800000">
                  <a:off x="4417312" y="1599600"/>
                  <a:ext cx="119713" cy="119713"/>
                </a:xfrm>
                <a:prstGeom prst="ellipse">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
              <p:nvSpPr>
                <p:cNvPr id="9" name="Elipse 8">
                  <a:extLst>
                    <a:ext uri="{FF2B5EF4-FFF2-40B4-BE49-F238E27FC236}">
                      <a16:creationId xmlns:a16="http://schemas.microsoft.com/office/drawing/2014/main" id="{A26B4B1D-9DBB-3EE0-F9F7-D17A57889462}"/>
                    </a:ext>
                  </a:extLst>
                </p:cNvPr>
                <p:cNvSpPr/>
                <p:nvPr/>
              </p:nvSpPr>
              <p:spPr>
                <a:xfrm rot="10800000">
                  <a:off x="4237810" y="1599600"/>
                  <a:ext cx="119713" cy="119713"/>
                </a:xfrm>
                <a:prstGeom prst="ellipse">
                  <a:avLst/>
                </a:prstGeom>
                <a:grp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grpSp>
        </p:grpSp>
        <p:grpSp>
          <p:nvGrpSpPr>
            <p:cNvPr id="36" name="Group 35">
              <a:extLst>
                <a:ext uri="{FF2B5EF4-FFF2-40B4-BE49-F238E27FC236}">
                  <a16:creationId xmlns:a16="http://schemas.microsoft.com/office/drawing/2014/main" id="{E97E500A-D080-C233-49A2-8194B2322E51}"/>
                </a:ext>
              </a:extLst>
            </p:cNvPr>
            <p:cNvGrpSpPr/>
            <p:nvPr/>
          </p:nvGrpSpPr>
          <p:grpSpPr>
            <a:xfrm>
              <a:off x="6978016" y="1988283"/>
              <a:ext cx="2147938" cy="4136950"/>
              <a:chOff x="6999941" y="1988283"/>
              <a:chExt cx="2147938" cy="4136950"/>
            </a:xfrm>
          </p:grpSpPr>
          <p:sp>
            <p:nvSpPr>
              <p:cNvPr id="50" name="object 12">
                <a:extLst>
                  <a:ext uri="{FF2B5EF4-FFF2-40B4-BE49-F238E27FC236}">
                    <a16:creationId xmlns:a16="http://schemas.microsoft.com/office/drawing/2014/main" id="{A709300F-AB62-4C3B-C4A7-EAA33609D18D}"/>
                  </a:ext>
                </a:extLst>
              </p:cNvPr>
              <p:cNvSpPr txBox="1"/>
              <p:nvPr/>
            </p:nvSpPr>
            <p:spPr>
              <a:xfrm>
                <a:off x="6999941" y="1988283"/>
                <a:ext cx="2147938" cy="1015164"/>
              </a:xfrm>
              <a:prstGeom prst="rect">
                <a:avLst/>
              </a:prstGeom>
            </p:spPr>
            <p:txBody>
              <a:bodyPr vert="horz" wrap="square" lIns="0" tIns="7316" rIns="0" bIns="0" rtlCol="0">
                <a:spAutoFit/>
              </a:bodyPr>
              <a:lstStyle/>
              <a:p>
                <a:pPr defTabSz="554492">
                  <a:buClrTx/>
                  <a:defRPr/>
                </a:pPr>
                <a:r>
                  <a:rPr lang="pt-BR" sz="2183" b="1">
                    <a:solidFill>
                      <a:prstClr val="white"/>
                    </a:solidFill>
                    <a:latin typeface="Versos" panose="020B0503020204030204" pitchFamily="34" charset="0"/>
                  </a:rPr>
                  <a:t>Análise </a:t>
                </a:r>
                <a:br>
                  <a:rPr lang="pt-BR" sz="2183" b="1">
                    <a:solidFill>
                      <a:prstClr val="white"/>
                    </a:solidFill>
                    <a:latin typeface="Versos" panose="020B0503020204030204" pitchFamily="34" charset="0"/>
                  </a:rPr>
                </a:br>
                <a:r>
                  <a:rPr lang="pt-BR" sz="2183" b="1">
                    <a:solidFill>
                      <a:prstClr val="white"/>
                    </a:solidFill>
                    <a:latin typeface="Versos" panose="020B0503020204030204" pitchFamily="34" charset="0"/>
                  </a:rPr>
                  <a:t>de Crédito Criteriosa </a:t>
                </a:r>
              </a:p>
            </p:txBody>
          </p:sp>
          <p:sp>
            <p:nvSpPr>
              <p:cNvPr id="51" name="object 12">
                <a:extLst>
                  <a:ext uri="{FF2B5EF4-FFF2-40B4-BE49-F238E27FC236}">
                    <a16:creationId xmlns:a16="http://schemas.microsoft.com/office/drawing/2014/main" id="{A5321AFA-97C8-49C2-3ABD-58D7C2D095E4}"/>
                  </a:ext>
                </a:extLst>
              </p:cNvPr>
              <p:cNvSpPr txBox="1"/>
              <p:nvPr/>
            </p:nvSpPr>
            <p:spPr>
              <a:xfrm>
                <a:off x="6999941" y="3208731"/>
                <a:ext cx="2147938" cy="1408382"/>
              </a:xfrm>
              <a:prstGeom prst="rect">
                <a:avLst/>
              </a:prstGeom>
            </p:spPr>
            <p:txBody>
              <a:bodyPr vert="horz" wrap="square" lIns="0" tIns="7316" rIns="0" bIns="0" rtlCol="0">
                <a:spAutoFit/>
              </a:bodyPr>
              <a:lstStyle/>
              <a:p>
                <a:pPr marR="110898" defTabSz="554492">
                  <a:lnSpc>
                    <a:spcPct val="101800"/>
                  </a:lnSpc>
                  <a:spcBef>
                    <a:spcPts val="1173"/>
                  </a:spcBef>
                  <a:buClrTx/>
                  <a:defRPr/>
                </a:pPr>
                <a:r>
                  <a:rPr lang="pt-BR" sz="1455">
                    <a:solidFill>
                      <a:srgbClr val="FFFFFF"/>
                    </a:solidFill>
                    <a:latin typeface="Versos Light" panose="020B0403020204030204" pitchFamily="34" charset="0"/>
                  </a:rPr>
                  <a:t>Análise independente e acompanhamento da carteira com ferramenta proprietária </a:t>
                </a:r>
                <a:br>
                  <a:rPr lang="pt-BR" sz="1455">
                    <a:solidFill>
                      <a:srgbClr val="FFFFFF"/>
                    </a:solidFill>
                    <a:latin typeface="Versos Light" panose="020B0403020204030204" pitchFamily="34" charset="0"/>
                  </a:rPr>
                </a:br>
                <a:r>
                  <a:rPr lang="pt-BR" sz="1455">
                    <a:solidFill>
                      <a:srgbClr val="FFFFFF"/>
                    </a:solidFill>
                    <a:latin typeface="Versos Light" panose="020B0403020204030204" pitchFamily="34" charset="0"/>
                  </a:rPr>
                  <a:t>de rating</a:t>
                </a:r>
              </a:p>
            </p:txBody>
          </p:sp>
          <p:grpSp>
            <p:nvGrpSpPr>
              <p:cNvPr id="21" name="Group 20">
                <a:extLst>
                  <a:ext uri="{FF2B5EF4-FFF2-40B4-BE49-F238E27FC236}">
                    <a16:creationId xmlns:a16="http://schemas.microsoft.com/office/drawing/2014/main" id="{2FA09133-178F-7D56-33DF-FB5BD6838429}"/>
                  </a:ext>
                </a:extLst>
              </p:cNvPr>
              <p:cNvGrpSpPr/>
              <p:nvPr/>
            </p:nvGrpSpPr>
            <p:grpSpPr>
              <a:xfrm>
                <a:off x="6999941" y="5959211"/>
                <a:ext cx="667975" cy="166022"/>
                <a:chOff x="4237810" y="1599600"/>
                <a:chExt cx="481655" cy="119713"/>
              </a:xfrm>
              <a:solidFill>
                <a:schemeClr val="bg2">
                  <a:lumMod val="75000"/>
                </a:schemeClr>
              </a:solidFill>
            </p:grpSpPr>
            <p:sp>
              <p:nvSpPr>
                <p:cNvPr id="22" name="Elipse 1">
                  <a:extLst>
                    <a:ext uri="{FF2B5EF4-FFF2-40B4-BE49-F238E27FC236}">
                      <a16:creationId xmlns:a16="http://schemas.microsoft.com/office/drawing/2014/main" id="{F2B4AF6A-C26F-B6EC-3BF5-3F57ADB7A3DE}"/>
                    </a:ext>
                  </a:extLst>
                </p:cNvPr>
                <p:cNvSpPr/>
                <p:nvPr/>
              </p:nvSpPr>
              <p:spPr>
                <a:xfrm rot="10800000">
                  <a:off x="4599752" y="1599600"/>
                  <a:ext cx="119713" cy="119713"/>
                </a:xfrm>
                <a:prstGeom prst="ellipse">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
              <p:nvSpPr>
                <p:cNvPr id="24" name="Elipse 3">
                  <a:extLst>
                    <a:ext uri="{FF2B5EF4-FFF2-40B4-BE49-F238E27FC236}">
                      <a16:creationId xmlns:a16="http://schemas.microsoft.com/office/drawing/2014/main" id="{52317CBD-4E59-5077-DAB3-354900E7F9F7}"/>
                    </a:ext>
                  </a:extLst>
                </p:cNvPr>
                <p:cNvSpPr/>
                <p:nvPr/>
              </p:nvSpPr>
              <p:spPr>
                <a:xfrm rot="10800000">
                  <a:off x="4417312" y="1599600"/>
                  <a:ext cx="119713" cy="119713"/>
                </a:xfrm>
                <a:prstGeom prst="ellipse">
                  <a:avLst/>
                </a:prstGeom>
                <a:solidFill>
                  <a:srgbClr val="9BB7C7"/>
                </a:solid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
              <p:nvSpPr>
                <p:cNvPr id="26" name="Elipse 8">
                  <a:extLst>
                    <a:ext uri="{FF2B5EF4-FFF2-40B4-BE49-F238E27FC236}">
                      <a16:creationId xmlns:a16="http://schemas.microsoft.com/office/drawing/2014/main" id="{036F222C-FB9B-7B71-D0AA-3144D610A266}"/>
                    </a:ext>
                  </a:extLst>
                </p:cNvPr>
                <p:cNvSpPr/>
                <p:nvPr/>
              </p:nvSpPr>
              <p:spPr>
                <a:xfrm rot="10800000">
                  <a:off x="4237810" y="1599600"/>
                  <a:ext cx="119713" cy="119713"/>
                </a:xfrm>
                <a:prstGeom prst="ellipse">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grpSp>
        </p:grpSp>
        <p:grpSp>
          <p:nvGrpSpPr>
            <p:cNvPr id="38" name="Group 37">
              <a:extLst>
                <a:ext uri="{FF2B5EF4-FFF2-40B4-BE49-F238E27FC236}">
                  <a16:creationId xmlns:a16="http://schemas.microsoft.com/office/drawing/2014/main" id="{18037807-0D83-7439-9AEA-D0369616F7CE}"/>
                </a:ext>
              </a:extLst>
            </p:cNvPr>
            <p:cNvGrpSpPr/>
            <p:nvPr/>
          </p:nvGrpSpPr>
          <p:grpSpPr>
            <a:xfrm>
              <a:off x="9585012" y="1968929"/>
              <a:ext cx="1970722" cy="4156303"/>
              <a:chOff x="9585012" y="1968929"/>
              <a:chExt cx="1970722" cy="4156303"/>
            </a:xfrm>
          </p:grpSpPr>
          <p:grpSp>
            <p:nvGrpSpPr>
              <p:cNvPr id="33" name="Group 32">
                <a:extLst>
                  <a:ext uri="{FF2B5EF4-FFF2-40B4-BE49-F238E27FC236}">
                    <a16:creationId xmlns:a16="http://schemas.microsoft.com/office/drawing/2014/main" id="{F4712E86-2200-C072-4BC6-F67E2E9FE370}"/>
                  </a:ext>
                </a:extLst>
              </p:cNvPr>
              <p:cNvGrpSpPr/>
              <p:nvPr/>
            </p:nvGrpSpPr>
            <p:grpSpPr>
              <a:xfrm>
                <a:off x="9585012" y="1968929"/>
                <a:ext cx="1970722" cy="2424665"/>
                <a:chOff x="9585012" y="1968929"/>
                <a:chExt cx="1970722" cy="2424665"/>
              </a:xfrm>
            </p:grpSpPr>
            <p:sp>
              <p:nvSpPr>
                <p:cNvPr id="53" name="object 12">
                  <a:extLst>
                    <a:ext uri="{FF2B5EF4-FFF2-40B4-BE49-F238E27FC236}">
                      <a16:creationId xmlns:a16="http://schemas.microsoft.com/office/drawing/2014/main" id="{8EC0D7ED-1639-6021-F1C4-14612D5DA3F0}"/>
                    </a:ext>
                  </a:extLst>
                </p:cNvPr>
                <p:cNvSpPr txBox="1"/>
                <p:nvPr/>
              </p:nvSpPr>
              <p:spPr>
                <a:xfrm>
                  <a:off x="9585012" y="1968929"/>
                  <a:ext cx="1970722" cy="679238"/>
                </a:xfrm>
                <a:prstGeom prst="rect">
                  <a:avLst/>
                </a:prstGeom>
              </p:spPr>
              <p:txBody>
                <a:bodyPr vert="horz" wrap="square" lIns="0" tIns="7316" rIns="0" bIns="0" rtlCol="0">
                  <a:spAutoFit/>
                </a:bodyPr>
                <a:lstStyle/>
                <a:p>
                  <a:pPr defTabSz="554492">
                    <a:buClrTx/>
                    <a:defRPr/>
                  </a:pPr>
                  <a:r>
                    <a:rPr lang="pt-BR" sz="2183" b="1">
                      <a:solidFill>
                        <a:prstClr val="white"/>
                      </a:solidFill>
                      <a:latin typeface="Versos" panose="020B0503020204030204" pitchFamily="34" charset="0"/>
                    </a:rPr>
                    <a:t>Ativos Diferenciados</a:t>
                  </a:r>
                  <a:endParaRPr lang="pt-BR" sz="2183">
                    <a:solidFill>
                      <a:prstClr val="white"/>
                    </a:solidFill>
                    <a:latin typeface="Versos" panose="020B0503020204030204" pitchFamily="34" charset="0"/>
                  </a:endParaRPr>
                </a:p>
              </p:txBody>
            </p:sp>
            <p:sp>
              <p:nvSpPr>
                <p:cNvPr id="54" name="object 12">
                  <a:extLst>
                    <a:ext uri="{FF2B5EF4-FFF2-40B4-BE49-F238E27FC236}">
                      <a16:creationId xmlns:a16="http://schemas.microsoft.com/office/drawing/2014/main" id="{E77E40FA-DEEF-C7B0-EEF8-99D74F17512D}"/>
                    </a:ext>
                  </a:extLst>
                </p:cNvPr>
                <p:cNvSpPr txBox="1"/>
                <p:nvPr/>
              </p:nvSpPr>
              <p:spPr>
                <a:xfrm>
                  <a:off x="9585012" y="3220457"/>
                  <a:ext cx="1970722" cy="1173137"/>
                </a:xfrm>
                <a:prstGeom prst="rect">
                  <a:avLst/>
                </a:prstGeom>
              </p:spPr>
              <p:txBody>
                <a:bodyPr vert="horz" wrap="square" lIns="0" tIns="7316" rIns="0" bIns="0" rtlCol="0">
                  <a:spAutoFit/>
                </a:bodyPr>
                <a:lstStyle/>
                <a:p>
                  <a:pPr marR="110898" defTabSz="554492">
                    <a:lnSpc>
                      <a:spcPct val="101800"/>
                    </a:lnSpc>
                    <a:spcBef>
                      <a:spcPts val="1173"/>
                    </a:spcBef>
                    <a:buClrTx/>
                    <a:defRPr/>
                  </a:pPr>
                  <a:r>
                    <a:rPr lang="pt-BR" sz="1455">
                      <a:solidFill>
                        <a:srgbClr val="FFFFFF"/>
                      </a:solidFill>
                      <a:latin typeface="Versos Light" panose="020B0403020204030204" pitchFamily="34" charset="0"/>
                    </a:rPr>
                    <a:t>Expertise na seleção de ativos </a:t>
                  </a:r>
                  <a:r>
                    <a:rPr lang="pt-BR" sz="1455" i="1">
                      <a:solidFill>
                        <a:srgbClr val="FFFFFF"/>
                      </a:solidFill>
                      <a:latin typeface="Versos Light" panose="020B0403020204030204" pitchFamily="34" charset="0"/>
                    </a:rPr>
                    <a:t>high grade </a:t>
                  </a:r>
                  <a:r>
                    <a:rPr lang="pt-BR" sz="1455">
                      <a:solidFill>
                        <a:srgbClr val="FFFFFF"/>
                      </a:solidFill>
                      <a:latin typeface="Versos Light" panose="020B0403020204030204" pitchFamily="34" charset="0"/>
                    </a:rPr>
                    <a:t>e créditos estruturados para a carteira do fundo.</a:t>
                  </a:r>
                </a:p>
              </p:txBody>
            </p:sp>
          </p:grpSp>
          <p:grpSp>
            <p:nvGrpSpPr>
              <p:cNvPr id="27" name="Group 26">
                <a:extLst>
                  <a:ext uri="{FF2B5EF4-FFF2-40B4-BE49-F238E27FC236}">
                    <a16:creationId xmlns:a16="http://schemas.microsoft.com/office/drawing/2014/main" id="{E5D3CF68-210D-E956-8F3C-4C903F446632}"/>
                  </a:ext>
                </a:extLst>
              </p:cNvPr>
              <p:cNvGrpSpPr/>
              <p:nvPr/>
            </p:nvGrpSpPr>
            <p:grpSpPr>
              <a:xfrm>
                <a:off x="9585012" y="5959210"/>
                <a:ext cx="667975" cy="166022"/>
                <a:chOff x="4237810" y="1599600"/>
                <a:chExt cx="481655" cy="119713"/>
              </a:xfrm>
              <a:solidFill>
                <a:srgbClr val="9BB7C7"/>
              </a:solidFill>
            </p:grpSpPr>
            <p:sp>
              <p:nvSpPr>
                <p:cNvPr id="28" name="Elipse 1">
                  <a:extLst>
                    <a:ext uri="{FF2B5EF4-FFF2-40B4-BE49-F238E27FC236}">
                      <a16:creationId xmlns:a16="http://schemas.microsoft.com/office/drawing/2014/main" id="{109C80D6-433D-19BE-F719-7A8AB3C070A2}"/>
                    </a:ext>
                  </a:extLst>
                </p:cNvPr>
                <p:cNvSpPr/>
                <p:nvPr/>
              </p:nvSpPr>
              <p:spPr>
                <a:xfrm rot="10800000">
                  <a:off x="4599752" y="1599600"/>
                  <a:ext cx="119713" cy="119713"/>
                </a:xfrm>
                <a:prstGeom prst="ellipse">
                  <a:avLst/>
                </a:prstGeom>
                <a:grp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
              <p:nvSpPr>
                <p:cNvPr id="30" name="Elipse 3">
                  <a:extLst>
                    <a:ext uri="{FF2B5EF4-FFF2-40B4-BE49-F238E27FC236}">
                      <a16:creationId xmlns:a16="http://schemas.microsoft.com/office/drawing/2014/main" id="{09A5FD27-E678-F69B-7D59-AE060AFB4014}"/>
                    </a:ext>
                  </a:extLst>
                </p:cNvPr>
                <p:cNvSpPr/>
                <p:nvPr/>
              </p:nvSpPr>
              <p:spPr>
                <a:xfrm rot="10800000">
                  <a:off x="4417312" y="1599600"/>
                  <a:ext cx="119713" cy="119713"/>
                </a:xfrm>
                <a:prstGeom prst="ellipse">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sp>
              <p:nvSpPr>
                <p:cNvPr id="32" name="Elipse 8">
                  <a:extLst>
                    <a:ext uri="{FF2B5EF4-FFF2-40B4-BE49-F238E27FC236}">
                      <a16:creationId xmlns:a16="http://schemas.microsoft.com/office/drawing/2014/main" id="{EF55AB4E-1FC5-4D2A-1696-D51364BE2CE0}"/>
                    </a:ext>
                  </a:extLst>
                </p:cNvPr>
                <p:cNvSpPr/>
                <p:nvPr/>
              </p:nvSpPr>
              <p:spPr>
                <a:xfrm rot="10800000">
                  <a:off x="4237810" y="1599600"/>
                  <a:ext cx="119713" cy="119713"/>
                </a:xfrm>
                <a:prstGeom prst="ellipse">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49"/>
                </a:p>
              </p:txBody>
            </p:sp>
          </p:grpSp>
        </p:grpSp>
      </p:grpSp>
      <p:sp>
        <p:nvSpPr>
          <p:cNvPr id="39" name="Slide Number Placeholder 38">
            <a:extLst>
              <a:ext uri="{FF2B5EF4-FFF2-40B4-BE49-F238E27FC236}">
                <a16:creationId xmlns:a16="http://schemas.microsoft.com/office/drawing/2014/main" id="{BE2AE2AD-C996-F655-DB81-18E5A2A75EB3}"/>
              </a:ext>
            </a:extLst>
          </p:cNvPr>
          <p:cNvSpPr>
            <a:spLocks noGrp="1"/>
          </p:cNvSpPr>
          <p:nvPr>
            <p:ph type="sldNum" sz="quarter" idx="12"/>
          </p:nvPr>
        </p:nvSpPr>
        <p:spPr/>
        <p:txBody>
          <a:bodyPr/>
          <a:lstStyle/>
          <a:p>
            <a:fld id="{77667D73-C69A-4DAA-9003-24A825D36FE9}" type="slidenum">
              <a:rPr lang="pt-BR" smtClean="0"/>
              <a:pPr/>
              <a:t>10</a:t>
            </a:fld>
            <a:endParaRPr lang="pt-BR"/>
          </a:p>
        </p:txBody>
      </p:sp>
      <p:sp>
        <p:nvSpPr>
          <p:cNvPr id="5" name="object 19">
            <a:extLst>
              <a:ext uri="{FF2B5EF4-FFF2-40B4-BE49-F238E27FC236}">
                <a16:creationId xmlns:a16="http://schemas.microsoft.com/office/drawing/2014/main" id="{09FC1FF4-C387-F6A7-D6B4-6429FBDAB54E}"/>
              </a:ext>
            </a:extLst>
          </p:cNvPr>
          <p:cNvSpPr txBox="1"/>
          <p:nvPr/>
        </p:nvSpPr>
        <p:spPr>
          <a:xfrm>
            <a:off x="587376" y="4349140"/>
            <a:ext cx="2117970" cy="408136"/>
          </a:xfrm>
          <a:prstGeom prst="rect">
            <a:avLst/>
          </a:prstGeom>
          <a:noFill/>
          <a:ln>
            <a:solidFill>
              <a:schemeClr val="tx1">
                <a:lumMod val="75000"/>
                <a:lumOff val="25000"/>
              </a:schemeClr>
            </a:solidFill>
          </a:ln>
        </p:spPr>
        <p:txBody>
          <a:bodyPr vert="horz" wrap="square" lIns="36000" tIns="36000" rIns="36000" bIns="36000" rtlCol="0" anchor="ctr" anchorCtr="0">
            <a:noAutofit/>
          </a:bodyPr>
          <a:lstStyle/>
          <a:p>
            <a:pPr marL="7620" marR="2540" algn="ctr" defTabSz="554466">
              <a:spcBef>
                <a:spcPts val="346"/>
              </a:spcBef>
              <a:buClrTx/>
              <a:defRPr/>
            </a:pPr>
            <a:r>
              <a:rPr lang="pt-BR" sz="1100">
                <a:solidFill>
                  <a:schemeClr val="bg1"/>
                </a:solidFill>
                <a:latin typeface="Versos"/>
                <a:cs typeface="Versos"/>
              </a:rPr>
              <a:t>CNPJ: </a:t>
            </a:r>
            <a:r>
              <a:rPr lang="pt-BR" sz="1100" b="1">
                <a:solidFill>
                  <a:schemeClr val="bg1"/>
                </a:solidFill>
                <a:latin typeface="Versos"/>
                <a:cs typeface="Versos"/>
              </a:rPr>
              <a:t>06.866.051/0001-87 </a:t>
            </a:r>
            <a:endParaRPr lang="pt-BR">
              <a:solidFill>
                <a:schemeClr val="bg1"/>
              </a:solidFill>
            </a:endParaRPr>
          </a:p>
        </p:txBody>
      </p:sp>
      <p:sp>
        <p:nvSpPr>
          <p:cNvPr id="46" name="object 19">
            <a:extLst>
              <a:ext uri="{FF2B5EF4-FFF2-40B4-BE49-F238E27FC236}">
                <a16:creationId xmlns:a16="http://schemas.microsoft.com/office/drawing/2014/main" id="{9DE5A851-278B-5422-25B4-18A517E24D81}"/>
              </a:ext>
            </a:extLst>
          </p:cNvPr>
          <p:cNvSpPr txBox="1"/>
          <p:nvPr/>
        </p:nvSpPr>
        <p:spPr>
          <a:xfrm>
            <a:off x="566514" y="2017048"/>
            <a:ext cx="3089502" cy="352099"/>
          </a:xfrm>
          <a:prstGeom prst="rect">
            <a:avLst/>
          </a:prstGeom>
        </p:spPr>
        <p:txBody>
          <a:bodyPr vert="horz" wrap="square" lIns="0" tIns="43894" rIns="0" bIns="0" rtlCol="0">
            <a:spAutoFit/>
          </a:bodyPr>
          <a:lstStyle/>
          <a:p>
            <a:pPr marL="7701" marR="3081" defTabSz="554466">
              <a:spcBef>
                <a:spcPts val="346"/>
              </a:spcBef>
              <a:buClrTx/>
              <a:defRPr/>
            </a:pPr>
            <a:r>
              <a:rPr lang="pt-BR" sz="2000">
                <a:solidFill>
                  <a:schemeClr val="bg1"/>
                </a:solidFill>
                <a:latin typeface="Versos"/>
                <a:cs typeface="Versos"/>
              </a:rPr>
              <a:t>Por que</a:t>
            </a:r>
          </a:p>
        </p:txBody>
      </p:sp>
      <p:sp>
        <p:nvSpPr>
          <p:cNvPr id="11" name="object 19">
            <a:extLst>
              <a:ext uri="{FF2B5EF4-FFF2-40B4-BE49-F238E27FC236}">
                <a16:creationId xmlns:a16="http://schemas.microsoft.com/office/drawing/2014/main" id="{29E95147-6A15-60E7-5D48-83883004F901}"/>
              </a:ext>
            </a:extLst>
          </p:cNvPr>
          <p:cNvSpPr txBox="1"/>
          <p:nvPr/>
        </p:nvSpPr>
        <p:spPr>
          <a:xfrm>
            <a:off x="2606274" y="3234294"/>
            <a:ext cx="479739" cy="967652"/>
          </a:xfrm>
          <a:prstGeom prst="rect">
            <a:avLst/>
          </a:prstGeom>
        </p:spPr>
        <p:txBody>
          <a:bodyPr vert="horz" wrap="square" lIns="0" tIns="43894" rIns="0" bIns="0" rtlCol="0">
            <a:spAutoFit/>
          </a:bodyPr>
          <a:lstStyle/>
          <a:p>
            <a:pPr marL="7701" marR="3081" algn="ctr" defTabSz="554466">
              <a:spcBef>
                <a:spcPts val="346"/>
              </a:spcBef>
              <a:buClrTx/>
              <a:defRPr/>
            </a:pPr>
            <a:r>
              <a:rPr lang="pt-BR" sz="6000" b="1">
                <a:solidFill>
                  <a:schemeClr val="bg1"/>
                </a:solidFill>
                <a:latin typeface="Versos"/>
                <a:cs typeface="Versos"/>
              </a:rPr>
              <a:t>?</a:t>
            </a:r>
          </a:p>
        </p:txBody>
      </p:sp>
      <p:grpSp>
        <p:nvGrpSpPr>
          <p:cNvPr id="7" name="Graphic 16">
            <a:extLst>
              <a:ext uri="{FF2B5EF4-FFF2-40B4-BE49-F238E27FC236}">
                <a16:creationId xmlns:a16="http://schemas.microsoft.com/office/drawing/2014/main" id="{9D923166-6BC1-33EE-94A2-53F015CCAC6E}"/>
              </a:ext>
            </a:extLst>
          </p:cNvPr>
          <p:cNvGrpSpPr/>
          <p:nvPr/>
        </p:nvGrpSpPr>
        <p:grpSpPr>
          <a:xfrm>
            <a:off x="608259" y="2587767"/>
            <a:ext cx="1738844" cy="418286"/>
            <a:chOff x="608259" y="2587767"/>
            <a:chExt cx="1738844" cy="418286"/>
          </a:xfrm>
          <a:solidFill>
            <a:srgbClr val="FFFFFF"/>
          </a:solidFill>
        </p:grpSpPr>
        <p:sp>
          <p:nvSpPr>
            <p:cNvPr id="10" name="Freeform: Shape 9">
              <a:extLst>
                <a:ext uri="{FF2B5EF4-FFF2-40B4-BE49-F238E27FC236}">
                  <a16:creationId xmlns:a16="http://schemas.microsoft.com/office/drawing/2014/main" id="{621D4C31-964F-F7A8-AEA8-857E723960FA}"/>
                </a:ext>
              </a:extLst>
            </p:cNvPr>
            <p:cNvSpPr/>
            <p:nvPr/>
          </p:nvSpPr>
          <p:spPr>
            <a:xfrm>
              <a:off x="608259" y="2593379"/>
              <a:ext cx="332466" cy="406788"/>
            </a:xfrm>
            <a:custGeom>
              <a:avLst/>
              <a:gdLst>
                <a:gd name="connsiteX0" fmla="*/ 140022 w 332466"/>
                <a:gd name="connsiteY0" fmla="*/ 49411 h 406788"/>
                <a:gd name="connsiteX1" fmla="*/ 0 w 332466"/>
                <a:gd name="connsiteY1" fmla="*/ 49411 h 406788"/>
                <a:gd name="connsiteX2" fmla="*/ 0 w 332466"/>
                <a:gd name="connsiteY2" fmla="*/ 0 h 406788"/>
                <a:gd name="connsiteX3" fmla="*/ 332466 w 332466"/>
                <a:gd name="connsiteY3" fmla="*/ 0 h 406788"/>
                <a:gd name="connsiteX4" fmla="*/ 332466 w 332466"/>
                <a:gd name="connsiteY4" fmla="*/ 49411 h 406788"/>
                <a:gd name="connsiteX5" fmla="*/ 192445 w 332466"/>
                <a:gd name="connsiteY5" fmla="*/ 49411 h 406788"/>
                <a:gd name="connsiteX6" fmla="*/ 192445 w 332466"/>
                <a:gd name="connsiteY6" fmla="*/ 406789 h 406788"/>
                <a:gd name="connsiteX7" fmla="*/ 140159 w 332466"/>
                <a:gd name="connsiteY7" fmla="*/ 406789 h 406788"/>
                <a:gd name="connsiteX8" fmla="*/ 140159 w 332466"/>
                <a:gd name="connsiteY8" fmla="*/ 49411 h 40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2466" h="406788">
                  <a:moveTo>
                    <a:pt x="140022" y="49411"/>
                  </a:moveTo>
                  <a:lnTo>
                    <a:pt x="0" y="49411"/>
                  </a:lnTo>
                  <a:lnTo>
                    <a:pt x="0" y="0"/>
                  </a:lnTo>
                  <a:lnTo>
                    <a:pt x="332466" y="0"/>
                  </a:lnTo>
                  <a:lnTo>
                    <a:pt x="332466" y="49411"/>
                  </a:lnTo>
                  <a:lnTo>
                    <a:pt x="192445" y="49411"/>
                  </a:lnTo>
                  <a:lnTo>
                    <a:pt x="192445" y="406789"/>
                  </a:lnTo>
                  <a:lnTo>
                    <a:pt x="140159" y="406789"/>
                  </a:lnTo>
                  <a:lnTo>
                    <a:pt x="140159" y="49411"/>
                  </a:lnTo>
                  <a:close/>
                </a:path>
              </a:pathLst>
            </a:custGeom>
            <a:solidFill>
              <a:srgbClr val="FFFFFF"/>
            </a:solidFill>
            <a:ln w="13647" cap="flat">
              <a:noFill/>
              <a:prstDash val="solid"/>
              <a:miter/>
            </a:ln>
          </p:spPr>
          <p:txBody>
            <a:bodyPr rtlCol="0" anchor="ctr"/>
            <a:lstStyle/>
            <a:p>
              <a:endParaRPr lang="pt-BR"/>
            </a:p>
          </p:txBody>
        </p:sp>
        <p:sp>
          <p:nvSpPr>
            <p:cNvPr id="12" name="Freeform: Shape 11">
              <a:extLst>
                <a:ext uri="{FF2B5EF4-FFF2-40B4-BE49-F238E27FC236}">
                  <a16:creationId xmlns:a16="http://schemas.microsoft.com/office/drawing/2014/main" id="{9C45A29A-A326-4A38-D2E1-526BD0BEA6D5}"/>
                </a:ext>
              </a:extLst>
            </p:cNvPr>
            <p:cNvSpPr/>
            <p:nvPr/>
          </p:nvSpPr>
          <p:spPr>
            <a:xfrm>
              <a:off x="990136" y="2593379"/>
              <a:ext cx="240624" cy="406788"/>
            </a:xfrm>
            <a:custGeom>
              <a:avLst/>
              <a:gdLst>
                <a:gd name="connsiteX0" fmla="*/ 0 w 240624"/>
                <a:gd name="connsiteY0" fmla="*/ 357514 h 406788"/>
                <a:gd name="connsiteX1" fmla="*/ 94169 w 240624"/>
                <a:gd name="connsiteY1" fmla="*/ 357514 h 406788"/>
                <a:gd name="connsiteX2" fmla="*/ 94169 w 240624"/>
                <a:gd name="connsiteY2" fmla="*/ 49411 h 406788"/>
                <a:gd name="connsiteX3" fmla="*/ 0 w 240624"/>
                <a:gd name="connsiteY3" fmla="*/ 49411 h 406788"/>
                <a:gd name="connsiteX4" fmla="*/ 0 w 240624"/>
                <a:gd name="connsiteY4" fmla="*/ 0 h 406788"/>
                <a:gd name="connsiteX5" fmla="*/ 240624 w 240624"/>
                <a:gd name="connsiteY5" fmla="*/ 0 h 406788"/>
                <a:gd name="connsiteX6" fmla="*/ 240624 w 240624"/>
                <a:gd name="connsiteY6" fmla="*/ 49411 h 406788"/>
                <a:gd name="connsiteX7" fmla="*/ 146455 w 240624"/>
                <a:gd name="connsiteY7" fmla="*/ 49411 h 406788"/>
                <a:gd name="connsiteX8" fmla="*/ 146455 w 240624"/>
                <a:gd name="connsiteY8" fmla="*/ 357377 h 406788"/>
                <a:gd name="connsiteX9" fmla="*/ 240624 w 240624"/>
                <a:gd name="connsiteY9" fmla="*/ 357377 h 406788"/>
                <a:gd name="connsiteX10" fmla="*/ 240624 w 240624"/>
                <a:gd name="connsiteY10" fmla="*/ 406789 h 406788"/>
                <a:gd name="connsiteX11" fmla="*/ 0 w 240624"/>
                <a:gd name="connsiteY11" fmla="*/ 406789 h 406788"/>
                <a:gd name="connsiteX12" fmla="*/ 0 w 240624"/>
                <a:gd name="connsiteY12" fmla="*/ 357377 h 40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0624" h="406788">
                  <a:moveTo>
                    <a:pt x="0" y="357514"/>
                  </a:moveTo>
                  <a:lnTo>
                    <a:pt x="94169" y="357514"/>
                  </a:lnTo>
                  <a:lnTo>
                    <a:pt x="94169" y="49411"/>
                  </a:lnTo>
                  <a:lnTo>
                    <a:pt x="0" y="49411"/>
                  </a:lnTo>
                  <a:lnTo>
                    <a:pt x="0" y="0"/>
                  </a:lnTo>
                  <a:lnTo>
                    <a:pt x="240624" y="0"/>
                  </a:lnTo>
                  <a:lnTo>
                    <a:pt x="240624" y="49411"/>
                  </a:lnTo>
                  <a:lnTo>
                    <a:pt x="146455" y="49411"/>
                  </a:lnTo>
                  <a:lnTo>
                    <a:pt x="146455" y="357377"/>
                  </a:lnTo>
                  <a:lnTo>
                    <a:pt x="240624" y="357377"/>
                  </a:lnTo>
                  <a:lnTo>
                    <a:pt x="240624" y="406789"/>
                  </a:lnTo>
                  <a:lnTo>
                    <a:pt x="0" y="406789"/>
                  </a:lnTo>
                  <a:lnTo>
                    <a:pt x="0" y="357377"/>
                  </a:lnTo>
                  <a:close/>
                </a:path>
              </a:pathLst>
            </a:custGeom>
            <a:solidFill>
              <a:srgbClr val="FFFFFF"/>
            </a:solidFill>
            <a:ln w="13647" cap="flat">
              <a:noFill/>
              <a:prstDash val="solid"/>
              <a:miter/>
            </a:ln>
          </p:spPr>
          <p:txBody>
            <a:bodyPr rtlCol="0" anchor="ctr"/>
            <a:lstStyle/>
            <a:p>
              <a:endParaRPr lang="pt-BR"/>
            </a:p>
          </p:txBody>
        </p:sp>
        <p:sp>
          <p:nvSpPr>
            <p:cNvPr id="13" name="Freeform: Shape 12">
              <a:extLst>
                <a:ext uri="{FF2B5EF4-FFF2-40B4-BE49-F238E27FC236}">
                  <a16:creationId xmlns:a16="http://schemas.microsoft.com/office/drawing/2014/main" id="{82DF0843-3675-A130-D92C-C47A67DB60AA}"/>
                </a:ext>
              </a:extLst>
            </p:cNvPr>
            <p:cNvSpPr/>
            <p:nvPr/>
          </p:nvSpPr>
          <p:spPr>
            <a:xfrm>
              <a:off x="1274286" y="2593379"/>
              <a:ext cx="369148" cy="406788"/>
            </a:xfrm>
            <a:custGeom>
              <a:avLst/>
              <a:gdLst>
                <a:gd name="connsiteX0" fmla="*/ 0 w 369148"/>
                <a:gd name="connsiteY0" fmla="*/ 0 h 406788"/>
                <a:gd name="connsiteX1" fmla="*/ 58171 w 369148"/>
                <a:gd name="connsiteY1" fmla="*/ 0 h 406788"/>
                <a:gd name="connsiteX2" fmla="*/ 177388 w 369148"/>
                <a:gd name="connsiteY2" fmla="*/ 363263 h 406788"/>
                <a:gd name="connsiteX3" fmla="*/ 192445 w 369148"/>
                <a:gd name="connsiteY3" fmla="*/ 363263 h 406788"/>
                <a:gd name="connsiteX4" fmla="*/ 310977 w 369148"/>
                <a:gd name="connsiteY4" fmla="*/ 0 h 406788"/>
                <a:gd name="connsiteX5" fmla="*/ 369149 w 369148"/>
                <a:gd name="connsiteY5" fmla="*/ 0 h 406788"/>
                <a:gd name="connsiteX6" fmla="*/ 231454 w 369148"/>
                <a:gd name="connsiteY6" fmla="*/ 406789 h 406788"/>
                <a:gd name="connsiteX7" fmla="*/ 137832 w 369148"/>
                <a:gd name="connsiteY7" fmla="*/ 406789 h 406788"/>
                <a:gd name="connsiteX8" fmla="*/ 0 w 369148"/>
                <a:gd name="connsiteY8" fmla="*/ 0 h 40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9148" h="406788">
                  <a:moveTo>
                    <a:pt x="0" y="0"/>
                  </a:moveTo>
                  <a:lnTo>
                    <a:pt x="58171" y="0"/>
                  </a:lnTo>
                  <a:lnTo>
                    <a:pt x="177388" y="363263"/>
                  </a:lnTo>
                  <a:lnTo>
                    <a:pt x="192445" y="363263"/>
                  </a:lnTo>
                  <a:lnTo>
                    <a:pt x="310977" y="0"/>
                  </a:lnTo>
                  <a:lnTo>
                    <a:pt x="369149" y="0"/>
                  </a:lnTo>
                  <a:lnTo>
                    <a:pt x="231454" y="406789"/>
                  </a:lnTo>
                  <a:lnTo>
                    <a:pt x="137832" y="406789"/>
                  </a:lnTo>
                  <a:lnTo>
                    <a:pt x="0" y="0"/>
                  </a:lnTo>
                  <a:close/>
                </a:path>
              </a:pathLst>
            </a:custGeom>
            <a:solidFill>
              <a:srgbClr val="FFFFFF"/>
            </a:solidFill>
            <a:ln w="13647" cap="flat">
              <a:noFill/>
              <a:prstDash val="solid"/>
              <a:miter/>
            </a:ln>
          </p:spPr>
          <p:txBody>
            <a:bodyPr rtlCol="0" anchor="ctr"/>
            <a:lstStyle/>
            <a:p>
              <a:endParaRPr lang="pt-BR"/>
            </a:p>
          </p:txBody>
        </p:sp>
        <p:sp>
          <p:nvSpPr>
            <p:cNvPr id="14" name="Freeform: Shape 13">
              <a:extLst>
                <a:ext uri="{FF2B5EF4-FFF2-40B4-BE49-F238E27FC236}">
                  <a16:creationId xmlns:a16="http://schemas.microsoft.com/office/drawing/2014/main" id="{176B81B6-F951-BC0D-3D81-FE00FA13B433}"/>
                </a:ext>
              </a:extLst>
            </p:cNvPr>
            <p:cNvSpPr/>
            <p:nvPr/>
          </p:nvSpPr>
          <p:spPr>
            <a:xfrm>
              <a:off x="1686961" y="2593379"/>
              <a:ext cx="240624" cy="406788"/>
            </a:xfrm>
            <a:custGeom>
              <a:avLst/>
              <a:gdLst>
                <a:gd name="connsiteX0" fmla="*/ 0 w 240624"/>
                <a:gd name="connsiteY0" fmla="*/ 357514 h 406788"/>
                <a:gd name="connsiteX1" fmla="*/ 94169 w 240624"/>
                <a:gd name="connsiteY1" fmla="*/ 357514 h 406788"/>
                <a:gd name="connsiteX2" fmla="*/ 94169 w 240624"/>
                <a:gd name="connsiteY2" fmla="*/ 49411 h 406788"/>
                <a:gd name="connsiteX3" fmla="*/ 0 w 240624"/>
                <a:gd name="connsiteY3" fmla="*/ 49411 h 406788"/>
                <a:gd name="connsiteX4" fmla="*/ 0 w 240624"/>
                <a:gd name="connsiteY4" fmla="*/ 0 h 406788"/>
                <a:gd name="connsiteX5" fmla="*/ 240624 w 240624"/>
                <a:gd name="connsiteY5" fmla="*/ 0 h 406788"/>
                <a:gd name="connsiteX6" fmla="*/ 240624 w 240624"/>
                <a:gd name="connsiteY6" fmla="*/ 49411 h 406788"/>
                <a:gd name="connsiteX7" fmla="*/ 146455 w 240624"/>
                <a:gd name="connsiteY7" fmla="*/ 49411 h 406788"/>
                <a:gd name="connsiteX8" fmla="*/ 146455 w 240624"/>
                <a:gd name="connsiteY8" fmla="*/ 357377 h 406788"/>
                <a:gd name="connsiteX9" fmla="*/ 240624 w 240624"/>
                <a:gd name="connsiteY9" fmla="*/ 357377 h 406788"/>
                <a:gd name="connsiteX10" fmla="*/ 240624 w 240624"/>
                <a:gd name="connsiteY10" fmla="*/ 406789 h 406788"/>
                <a:gd name="connsiteX11" fmla="*/ 0 w 240624"/>
                <a:gd name="connsiteY11" fmla="*/ 406789 h 406788"/>
                <a:gd name="connsiteX12" fmla="*/ 0 w 240624"/>
                <a:gd name="connsiteY12" fmla="*/ 357377 h 40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0624" h="406788">
                  <a:moveTo>
                    <a:pt x="0" y="357514"/>
                  </a:moveTo>
                  <a:lnTo>
                    <a:pt x="94169" y="357514"/>
                  </a:lnTo>
                  <a:lnTo>
                    <a:pt x="94169" y="49411"/>
                  </a:lnTo>
                  <a:lnTo>
                    <a:pt x="0" y="49411"/>
                  </a:lnTo>
                  <a:lnTo>
                    <a:pt x="0" y="0"/>
                  </a:lnTo>
                  <a:lnTo>
                    <a:pt x="240624" y="0"/>
                  </a:lnTo>
                  <a:lnTo>
                    <a:pt x="240624" y="49411"/>
                  </a:lnTo>
                  <a:lnTo>
                    <a:pt x="146455" y="49411"/>
                  </a:lnTo>
                  <a:lnTo>
                    <a:pt x="146455" y="357377"/>
                  </a:lnTo>
                  <a:lnTo>
                    <a:pt x="240624" y="357377"/>
                  </a:lnTo>
                  <a:lnTo>
                    <a:pt x="240624" y="406789"/>
                  </a:lnTo>
                  <a:lnTo>
                    <a:pt x="0" y="406789"/>
                  </a:lnTo>
                  <a:lnTo>
                    <a:pt x="0" y="357377"/>
                  </a:lnTo>
                  <a:close/>
                </a:path>
              </a:pathLst>
            </a:custGeom>
            <a:solidFill>
              <a:srgbClr val="FFFFFF"/>
            </a:solidFill>
            <a:ln w="13647" cap="flat">
              <a:noFill/>
              <a:prstDash val="solid"/>
              <a:miter/>
            </a:ln>
          </p:spPr>
          <p:txBody>
            <a:bodyPr rtlCol="0" anchor="ctr"/>
            <a:lstStyle/>
            <a:p>
              <a:endParaRPr lang="pt-BR"/>
            </a:p>
          </p:txBody>
        </p:sp>
        <p:sp>
          <p:nvSpPr>
            <p:cNvPr id="15" name="Freeform: Shape 14">
              <a:extLst>
                <a:ext uri="{FF2B5EF4-FFF2-40B4-BE49-F238E27FC236}">
                  <a16:creationId xmlns:a16="http://schemas.microsoft.com/office/drawing/2014/main" id="{EA621CBB-F9DF-463B-4716-ABEAF09E88E2}"/>
                </a:ext>
              </a:extLst>
            </p:cNvPr>
            <p:cNvSpPr/>
            <p:nvPr/>
          </p:nvSpPr>
          <p:spPr>
            <a:xfrm>
              <a:off x="1973985" y="2587767"/>
              <a:ext cx="373118" cy="418286"/>
            </a:xfrm>
            <a:custGeom>
              <a:avLst/>
              <a:gdLst>
                <a:gd name="connsiteX0" fmla="*/ 87462 w 373118"/>
                <a:gd name="connsiteY0" fmla="*/ 396523 h 418286"/>
                <a:gd name="connsiteX1" fmla="*/ 22721 w 373118"/>
                <a:gd name="connsiteY1" fmla="*/ 333425 h 418286"/>
                <a:gd name="connsiteX2" fmla="*/ 0 w 373118"/>
                <a:gd name="connsiteY2" fmla="*/ 235834 h 418286"/>
                <a:gd name="connsiteX3" fmla="*/ 0 w 373118"/>
                <a:gd name="connsiteY3" fmla="*/ 183000 h 418286"/>
                <a:gd name="connsiteX4" fmla="*/ 22721 w 373118"/>
                <a:gd name="connsiteY4" fmla="*/ 85957 h 418286"/>
                <a:gd name="connsiteX5" fmla="*/ 87462 w 373118"/>
                <a:gd name="connsiteY5" fmla="*/ 22310 h 418286"/>
                <a:gd name="connsiteX6" fmla="*/ 186559 w 373118"/>
                <a:gd name="connsiteY6" fmla="*/ 0 h 418286"/>
                <a:gd name="connsiteX7" fmla="*/ 285656 w 373118"/>
                <a:gd name="connsiteY7" fmla="*/ 21763 h 418286"/>
                <a:gd name="connsiteX8" fmla="*/ 350397 w 373118"/>
                <a:gd name="connsiteY8" fmla="*/ 84862 h 418286"/>
                <a:gd name="connsiteX9" fmla="*/ 373118 w 373118"/>
                <a:gd name="connsiteY9" fmla="*/ 182453 h 418286"/>
                <a:gd name="connsiteX10" fmla="*/ 373118 w 373118"/>
                <a:gd name="connsiteY10" fmla="*/ 235286 h 418286"/>
                <a:gd name="connsiteX11" fmla="*/ 350397 w 373118"/>
                <a:gd name="connsiteY11" fmla="*/ 332330 h 418286"/>
                <a:gd name="connsiteX12" fmla="*/ 285656 w 373118"/>
                <a:gd name="connsiteY12" fmla="*/ 395976 h 418286"/>
                <a:gd name="connsiteX13" fmla="*/ 186559 w 373118"/>
                <a:gd name="connsiteY13" fmla="*/ 418286 h 418286"/>
                <a:gd name="connsiteX14" fmla="*/ 87462 w 373118"/>
                <a:gd name="connsiteY14" fmla="*/ 396523 h 418286"/>
                <a:gd name="connsiteX15" fmla="*/ 89789 w 373118"/>
                <a:gd name="connsiteY15" fmla="*/ 332603 h 418286"/>
                <a:gd name="connsiteX16" fmla="*/ 186559 w 373118"/>
                <a:gd name="connsiteY16" fmla="*/ 367232 h 418286"/>
                <a:gd name="connsiteX17" fmla="*/ 283603 w 373118"/>
                <a:gd name="connsiteY17" fmla="*/ 333014 h 418286"/>
                <a:gd name="connsiteX18" fmla="*/ 317821 w 373118"/>
                <a:gd name="connsiteY18" fmla="*/ 235423 h 418286"/>
                <a:gd name="connsiteX19" fmla="*/ 317821 w 373118"/>
                <a:gd name="connsiteY19" fmla="*/ 182590 h 418286"/>
                <a:gd name="connsiteX20" fmla="*/ 283192 w 373118"/>
                <a:gd name="connsiteY20" fmla="*/ 85820 h 418286"/>
                <a:gd name="connsiteX21" fmla="*/ 186422 w 373118"/>
                <a:gd name="connsiteY21" fmla="*/ 51191 h 418286"/>
                <a:gd name="connsiteX22" fmla="*/ 89379 w 373118"/>
                <a:gd name="connsiteY22" fmla="*/ 85546 h 418286"/>
                <a:gd name="connsiteX23" fmla="*/ 55160 w 373118"/>
                <a:gd name="connsiteY23" fmla="*/ 183137 h 418286"/>
                <a:gd name="connsiteX24" fmla="*/ 55160 w 373118"/>
                <a:gd name="connsiteY24" fmla="*/ 235970 h 418286"/>
                <a:gd name="connsiteX25" fmla="*/ 89789 w 373118"/>
                <a:gd name="connsiteY25" fmla="*/ 332740 h 418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3118" h="418286">
                  <a:moveTo>
                    <a:pt x="87462" y="396523"/>
                  </a:moveTo>
                  <a:cubicBezTo>
                    <a:pt x="59403" y="382015"/>
                    <a:pt x="37777" y="360936"/>
                    <a:pt x="22721" y="333425"/>
                  </a:cubicBezTo>
                  <a:cubicBezTo>
                    <a:pt x="7665" y="305913"/>
                    <a:pt x="0" y="273337"/>
                    <a:pt x="0" y="235834"/>
                  </a:cubicBezTo>
                  <a:lnTo>
                    <a:pt x="0" y="183000"/>
                  </a:lnTo>
                  <a:cubicBezTo>
                    <a:pt x="0" y="145771"/>
                    <a:pt x="7528" y="113468"/>
                    <a:pt x="22721" y="85957"/>
                  </a:cubicBezTo>
                  <a:cubicBezTo>
                    <a:pt x="37777" y="58445"/>
                    <a:pt x="59403" y="37230"/>
                    <a:pt x="87462" y="22310"/>
                  </a:cubicBezTo>
                  <a:cubicBezTo>
                    <a:pt x="115522" y="7391"/>
                    <a:pt x="148508" y="0"/>
                    <a:pt x="186559" y="0"/>
                  </a:cubicBezTo>
                  <a:cubicBezTo>
                    <a:pt x="224610" y="0"/>
                    <a:pt x="257596" y="7254"/>
                    <a:pt x="285656" y="21763"/>
                  </a:cubicBezTo>
                  <a:cubicBezTo>
                    <a:pt x="313715" y="36272"/>
                    <a:pt x="335341" y="57350"/>
                    <a:pt x="350397" y="84862"/>
                  </a:cubicBezTo>
                  <a:cubicBezTo>
                    <a:pt x="365453" y="112373"/>
                    <a:pt x="373118" y="144949"/>
                    <a:pt x="373118" y="182453"/>
                  </a:cubicBezTo>
                  <a:lnTo>
                    <a:pt x="373118" y="235286"/>
                  </a:lnTo>
                  <a:cubicBezTo>
                    <a:pt x="373118" y="272516"/>
                    <a:pt x="365590" y="304818"/>
                    <a:pt x="350397" y="332330"/>
                  </a:cubicBezTo>
                  <a:cubicBezTo>
                    <a:pt x="335341" y="359841"/>
                    <a:pt x="313715" y="381057"/>
                    <a:pt x="285656" y="395976"/>
                  </a:cubicBezTo>
                  <a:cubicBezTo>
                    <a:pt x="257596" y="410895"/>
                    <a:pt x="224473" y="418286"/>
                    <a:pt x="186559" y="418286"/>
                  </a:cubicBezTo>
                  <a:cubicBezTo>
                    <a:pt x="148645" y="418286"/>
                    <a:pt x="115522" y="411032"/>
                    <a:pt x="87462" y="396523"/>
                  </a:cubicBezTo>
                  <a:close/>
                  <a:moveTo>
                    <a:pt x="89789" y="332603"/>
                  </a:moveTo>
                  <a:cubicBezTo>
                    <a:pt x="112784" y="355598"/>
                    <a:pt x="145086" y="367232"/>
                    <a:pt x="186559" y="367232"/>
                  </a:cubicBezTo>
                  <a:cubicBezTo>
                    <a:pt x="228032" y="367232"/>
                    <a:pt x="260745" y="355872"/>
                    <a:pt x="283603" y="333014"/>
                  </a:cubicBezTo>
                  <a:cubicBezTo>
                    <a:pt x="306460" y="310156"/>
                    <a:pt x="317821" y="277580"/>
                    <a:pt x="317821" y="235423"/>
                  </a:cubicBezTo>
                  <a:lnTo>
                    <a:pt x="317821" y="182590"/>
                  </a:lnTo>
                  <a:cubicBezTo>
                    <a:pt x="317821" y="141117"/>
                    <a:pt x="306324" y="108815"/>
                    <a:pt x="283192" y="85820"/>
                  </a:cubicBezTo>
                  <a:cubicBezTo>
                    <a:pt x="260197" y="62825"/>
                    <a:pt x="227895" y="51191"/>
                    <a:pt x="186422" y="51191"/>
                  </a:cubicBezTo>
                  <a:cubicBezTo>
                    <a:pt x="144949" y="51191"/>
                    <a:pt x="112237" y="62551"/>
                    <a:pt x="89379" y="85546"/>
                  </a:cubicBezTo>
                  <a:cubicBezTo>
                    <a:pt x="66521" y="108404"/>
                    <a:pt x="55160" y="140980"/>
                    <a:pt x="55160" y="183137"/>
                  </a:cubicBezTo>
                  <a:lnTo>
                    <a:pt x="55160" y="235970"/>
                  </a:lnTo>
                  <a:cubicBezTo>
                    <a:pt x="55160" y="277443"/>
                    <a:pt x="66658" y="309745"/>
                    <a:pt x="89789" y="332740"/>
                  </a:cubicBezTo>
                  <a:close/>
                </a:path>
              </a:pathLst>
            </a:custGeom>
            <a:solidFill>
              <a:srgbClr val="FFFFFF"/>
            </a:solidFill>
            <a:ln w="13647" cap="flat">
              <a:noFill/>
              <a:prstDash val="solid"/>
              <a:miter/>
            </a:ln>
          </p:spPr>
          <p:txBody>
            <a:bodyPr rtlCol="0" anchor="ctr"/>
            <a:lstStyle/>
            <a:p>
              <a:endParaRPr lang="pt-BR"/>
            </a:p>
          </p:txBody>
        </p:sp>
      </p:grpSp>
      <p:grpSp>
        <p:nvGrpSpPr>
          <p:cNvPr id="16" name="Graphic 16">
            <a:extLst>
              <a:ext uri="{FF2B5EF4-FFF2-40B4-BE49-F238E27FC236}">
                <a16:creationId xmlns:a16="http://schemas.microsoft.com/office/drawing/2014/main" id="{4983633E-5064-6A61-FBD7-5DC089B98AFA}"/>
              </a:ext>
            </a:extLst>
          </p:cNvPr>
          <p:cNvGrpSpPr/>
          <p:nvPr/>
        </p:nvGrpSpPr>
        <p:grpSpPr>
          <a:xfrm>
            <a:off x="608259" y="3207532"/>
            <a:ext cx="1910524" cy="972952"/>
            <a:chOff x="608259" y="3207532"/>
            <a:chExt cx="1552148" cy="790446"/>
          </a:xfrm>
        </p:grpSpPr>
        <p:sp>
          <p:nvSpPr>
            <p:cNvPr id="19" name="Freeform: Shape 18">
              <a:extLst>
                <a:ext uri="{FF2B5EF4-FFF2-40B4-BE49-F238E27FC236}">
                  <a16:creationId xmlns:a16="http://schemas.microsoft.com/office/drawing/2014/main" id="{FA0476BC-C98A-24FA-127C-0F572185D8AB}"/>
                </a:ext>
              </a:extLst>
            </p:cNvPr>
            <p:cNvSpPr/>
            <p:nvPr/>
          </p:nvSpPr>
          <p:spPr>
            <a:xfrm>
              <a:off x="608259" y="3207532"/>
              <a:ext cx="1552148" cy="790446"/>
            </a:xfrm>
            <a:custGeom>
              <a:avLst/>
              <a:gdLst>
                <a:gd name="connsiteX0" fmla="*/ 0 w 1552148"/>
                <a:gd name="connsiteY0" fmla="*/ 0 h 790446"/>
                <a:gd name="connsiteX1" fmla="*/ 1552149 w 1552148"/>
                <a:gd name="connsiteY1" fmla="*/ 0 h 790446"/>
                <a:gd name="connsiteX2" fmla="*/ 1552149 w 1552148"/>
                <a:gd name="connsiteY2" fmla="*/ 790446 h 790446"/>
                <a:gd name="connsiteX3" fmla="*/ 0 w 1552148"/>
                <a:gd name="connsiteY3" fmla="*/ 790446 h 790446"/>
              </a:gdLst>
              <a:ahLst/>
              <a:cxnLst>
                <a:cxn ang="0">
                  <a:pos x="connsiteX0" y="connsiteY0"/>
                </a:cxn>
                <a:cxn ang="0">
                  <a:pos x="connsiteX1" y="connsiteY1"/>
                </a:cxn>
                <a:cxn ang="0">
                  <a:pos x="connsiteX2" y="connsiteY2"/>
                </a:cxn>
                <a:cxn ang="0">
                  <a:pos x="connsiteX3" y="connsiteY3"/>
                </a:cxn>
              </a:cxnLst>
              <a:rect l="l" t="t" r="r" b="b"/>
              <a:pathLst>
                <a:path w="1552148" h="790446">
                  <a:moveTo>
                    <a:pt x="0" y="0"/>
                  </a:moveTo>
                  <a:lnTo>
                    <a:pt x="1552149" y="0"/>
                  </a:lnTo>
                  <a:lnTo>
                    <a:pt x="1552149" y="790446"/>
                  </a:lnTo>
                  <a:lnTo>
                    <a:pt x="0" y="790446"/>
                  </a:lnTo>
                  <a:close/>
                </a:path>
              </a:pathLst>
            </a:custGeom>
            <a:solidFill>
              <a:srgbClr val="79949B"/>
            </a:solidFill>
            <a:ln w="13647" cap="flat">
              <a:noFill/>
              <a:prstDash val="solid"/>
              <a:miter/>
            </a:ln>
          </p:spPr>
          <p:txBody>
            <a:bodyPr rtlCol="0" anchor="ctr"/>
            <a:lstStyle/>
            <a:p>
              <a:endParaRPr lang="pt-BR"/>
            </a:p>
          </p:txBody>
        </p:sp>
        <p:sp>
          <p:nvSpPr>
            <p:cNvPr id="20" name="Freeform: Shape 19">
              <a:extLst>
                <a:ext uri="{FF2B5EF4-FFF2-40B4-BE49-F238E27FC236}">
                  <a16:creationId xmlns:a16="http://schemas.microsoft.com/office/drawing/2014/main" id="{EBFDC2F2-095A-85B0-6C7F-05CBBC731272}"/>
                </a:ext>
              </a:extLst>
            </p:cNvPr>
            <p:cNvSpPr/>
            <p:nvPr/>
          </p:nvSpPr>
          <p:spPr>
            <a:xfrm>
              <a:off x="740068" y="3414211"/>
              <a:ext cx="233096" cy="368190"/>
            </a:xfrm>
            <a:custGeom>
              <a:avLst/>
              <a:gdLst>
                <a:gd name="connsiteX0" fmla="*/ 0 w 233096"/>
                <a:gd name="connsiteY0" fmla="*/ 301396 h 368190"/>
                <a:gd name="connsiteX1" fmla="*/ 80482 w 233096"/>
                <a:gd name="connsiteY1" fmla="*/ 301396 h 368190"/>
                <a:gd name="connsiteX2" fmla="*/ 80482 w 233096"/>
                <a:gd name="connsiteY2" fmla="*/ 66794 h 368190"/>
                <a:gd name="connsiteX3" fmla="*/ 0 w 233096"/>
                <a:gd name="connsiteY3" fmla="*/ 66794 h 368190"/>
                <a:gd name="connsiteX4" fmla="*/ 0 w 233096"/>
                <a:gd name="connsiteY4" fmla="*/ 0 h 368190"/>
                <a:gd name="connsiteX5" fmla="*/ 233096 w 233096"/>
                <a:gd name="connsiteY5" fmla="*/ 0 h 368190"/>
                <a:gd name="connsiteX6" fmla="*/ 233096 w 233096"/>
                <a:gd name="connsiteY6" fmla="*/ 66794 h 368190"/>
                <a:gd name="connsiteX7" fmla="*/ 153162 w 233096"/>
                <a:gd name="connsiteY7" fmla="*/ 66794 h 368190"/>
                <a:gd name="connsiteX8" fmla="*/ 153162 w 233096"/>
                <a:gd name="connsiteY8" fmla="*/ 301396 h 368190"/>
                <a:gd name="connsiteX9" fmla="*/ 233096 w 233096"/>
                <a:gd name="connsiteY9" fmla="*/ 301396 h 368190"/>
                <a:gd name="connsiteX10" fmla="*/ 233096 w 233096"/>
                <a:gd name="connsiteY10" fmla="*/ 368191 h 368190"/>
                <a:gd name="connsiteX11" fmla="*/ 0 w 233096"/>
                <a:gd name="connsiteY11" fmla="*/ 368191 h 368190"/>
                <a:gd name="connsiteX12" fmla="*/ 0 w 233096"/>
                <a:gd name="connsiteY12" fmla="*/ 301396 h 368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096" h="368190">
                  <a:moveTo>
                    <a:pt x="0" y="301396"/>
                  </a:moveTo>
                  <a:lnTo>
                    <a:pt x="80482" y="301396"/>
                  </a:lnTo>
                  <a:lnTo>
                    <a:pt x="80482" y="66794"/>
                  </a:lnTo>
                  <a:lnTo>
                    <a:pt x="0" y="66794"/>
                  </a:lnTo>
                  <a:lnTo>
                    <a:pt x="0" y="0"/>
                  </a:lnTo>
                  <a:lnTo>
                    <a:pt x="233096" y="0"/>
                  </a:lnTo>
                  <a:lnTo>
                    <a:pt x="233096" y="66794"/>
                  </a:lnTo>
                  <a:lnTo>
                    <a:pt x="153162" y="66794"/>
                  </a:lnTo>
                  <a:lnTo>
                    <a:pt x="153162" y="301396"/>
                  </a:lnTo>
                  <a:lnTo>
                    <a:pt x="233096" y="301396"/>
                  </a:lnTo>
                  <a:lnTo>
                    <a:pt x="233096" y="368191"/>
                  </a:lnTo>
                  <a:lnTo>
                    <a:pt x="0" y="368191"/>
                  </a:lnTo>
                  <a:lnTo>
                    <a:pt x="0" y="301396"/>
                  </a:lnTo>
                  <a:close/>
                </a:path>
              </a:pathLst>
            </a:custGeom>
            <a:solidFill>
              <a:srgbClr val="FFFFFF"/>
            </a:solidFill>
            <a:ln w="13647" cap="flat">
              <a:noFill/>
              <a:prstDash val="solid"/>
              <a:miter/>
            </a:ln>
          </p:spPr>
          <p:txBody>
            <a:bodyPr rtlCol="0" anchor="ctr"/>
            <a:lstStyle/>
            <a:p>
              <a:endParaRPr lang="pt-BR"/>
            </a:p>
          </p:txBody>
        </p:sp>
        <p:sp>
          <p:nvSpPr>
            <p:cNvPr id="23" name="Freeform: Shape 22">
              <a:extLst>
                <a:ext uri="{FF2B5EF4-FFF2-40B4-BE49-F238E27FC236}">
                  <a16:creationId xmlns:a16="http://schemas.microsoft.com/office/drawing/2014/main" id="{3AA688E7-478F-66F8-5420-D04BF451B9FC}"/>
                </a:ext>
              </a:extLst>
            </p:cNvPr>
            <p:cNvSpPr/>
            <p:nvPr/>
          </p:nvSpPr>
          <p:spPr>
            <a:xfrm>
              <a:off x="1027366" y="3414211"/>
              <a:ext cx="331918" cy="368327"/>
            </a:xfrm>
            <a:custGeom>
              <a:avLst/>
              <a:gdLst>
                <a:gd name="connsiteX0" fmla="*/ 0 w 331918"/>
                <a:gd name="connsiteY0" fmla="*/ 0 h 368327"/>
                <a:gd name="connsiteX1" fmla="*/ 133589 w 331918"/>
                <a:gd name="connsiteY1" fmla="*/ 0 h 368327"/>
                <a:gd name="connsiteX2" fmla="*/ 245688 w 331918"/>
                <a:gd name="connsiteY2" fmla="*/ 304681 h 368327"/>
                <a:gd name="connsiteX3" fmla="*/ 259376 w 331918"/>
                <a:gd name="connsiteY3" fmla="*/ 304681 h 368327"/>
                <a:gd name="connsiteX4" fmla="*/ 259376 w 331918"/>
                <a:gd name="connsiteY4" fmla="*/ 0 h 368327"/>
                <a:gd name="connsiteX5" fmla="*/ 331919 w 331918"/>
                <a:gd name="connsiteY5" fmla="*/ 0 h 368327"/>
                <a:gd name="connsiteX6" fmla="*/ 331919 w 331918"/>
                <a:gd name="connsiteY6" fmla="*/ 368327 h 368327"/>
                <a:gd name="connsiteX7" fmla="*/ 198330 w 331918"/>
                <a:gd name="connsiteY7" fmla="*/ 368327 h 368327"/>
                <a:gd name="connsiteX8" fmla="*/ 86230 w 331918"/>
                <a:gd name="connsiteY8" fmla="*/ 63646 h 368327"/>
                <a:gd name="connsiteX9" fmla="*/ 72543 w 331918"/>
                <a:gd name="connsiteY9" fmla="*/ 63646 h 368327"/>
                <a:gd name="connsiteX10" fmla="*/ 72543 w 331918"/>
                <a:gd name="connsiteY10" fmla="*/ 368327 h 368327"/>
                <a:gd name="connsiteX11" fmla="*/ 0 w 331918"/>
                <a:gd name="connsiteY11" fmla="*/ 368327 h 368327"/>
                <a:gd name="connsiteX12" fmla="*/ 0 w 331918"/>
                <a:gd name="connsiteY12" fmla="*/ 0 h 36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1918" h="368327">
                  <a:moveTo>
                    <a:pt x="0" y="0"/>
                  </a:moveTo>
                  <a:lnTo>
                    <a:pt x="133589" y="0"/>
                  </a:lnTo>
                  <a:lnTo>
                    <a:pt x="245688" y="304681"/>
                  </a:lnTo>
                  <a:lnTo>
                    <a:pt x="259376" y="304681"/>
                  </a:lnTo>
                  <a:lnTo>
                    <a:pt x="259376" y="0"/>
                  </a:lnTo>
                  <a:lnTo>
                    <a:pt x="331919" y="0"/>
                  </a:lnTo>
                  <a:lnTo>
                    <a:pt x="331919" y="368327"/>
                  </a:lnTo>
                  <a:lnTo>
                    <a:pt x="198330" y="368327"/>
                  </a:lnTo>
                  <a:lnTo>
                    <a:pt x="86230" y="63646"/>
                  </a:lnTo>
                  <a:lnTo>
                    <a:pt x="72543" y="63646"/>
                  </a:lnTo>
                  <a:lnTo>
                    <a:pt x="72543" y="368327"/>
                  </a:lnTo>
                  <a:lnTo>
                    <a:pt x="0" y="368327"/>
                  </a:lnTo>
                  <a:lnTo>
                    <a:pt x="0" y="0"/>
                  </a:lnTo>
                  <a:close/>
                </a:path>
              </a:pathLst>
            </a:custGeom>
            <a:solidFill>
              <a:srgbClr val="FFFFFF"/>
            </a:solidFill>
            <a:ln w="13647" cap="flat">
              <a:noFill/>
              <a:prstDash val="solid"/>
              <a:miter/>
            </a:ln>
          </p:spPr>
          <p:txBody>
            <a:bodyPr rtlCol="0" anchor="ctr"/>
            <a:lstStyle/>
            <a:p>
              <a:endParaRPr lang="pt-BR"/>
            </a:p>
          </p:txBody>
        </p:sp>
        <p:sp>
          <p:nvSpPr>
            <p:cNvPr id="25" name="Freeform: Shape 24">
              <a:extLst>
                <a:ext uri="{FF2B5EF4-FFF2-40B4-BE49-F238E27FC236}">
                  <a16:creationId xmlns:a16="http://schemas.microsoft.com/office/drawing/2014/main" id="{1D96C93F-A240-3286-9153-EB1C8D8DCF6A}"/>
                </a:ext>
              </a:extLst>
            </p:cNvPr>
            <p:cNvSpPr/>
            <p:nvPr/>
          </p:nvSpPr>
          <p:spPr>
            <a:xfrm>
              <a:off x="1415677" y="3407778"/>
              <a:ext cx="299206" cy="380919"/>
            </a:xfrm>
            <a:custGeom>
              <a:avLst/>
              <a:gdLst>
                <a:gd name="connsiteX0" fmla="*/ 39693 w 299206"/>
                <a:gd name="connsiteY0" fmla="*/ 345743 h 380919"/>
                <a:gd name="connsiteX1" fmla="*/ 0 w 299206"/>
                <a:gd name="connsiteY1" fmla="*/ 243635 h 380919"/>
                <a:gd name="connsiteX2" fmla="*/ 72543 w 299206"/>
                <a:gd name="connsiteY2" fmla="*/ 243635 h 380919"/>
                <a:gd name="connsiteX3" fmla="*/ 93348 w 299206"/>
                <a:gd name="connsiteY3" fmla="*/ 297837 h 380919"/>
                <a:gd name="connsiteX4" fmla="*/ 154667 w 299206"/>
                <a:gd name="connsiteY4" fmla="*/ 316315 h 380919"/>
                <a:gd name="connsiteX5" fmla="*/ 205721 w 299206"/>
                <a:gd name="connsiteY5" fmla="*/ 303997 h 380919"/>
                <a:gd name="connsiteX6" fmla="*/ 224199 w 299206"/>
                <a:gd name="connsiteY6" fmla="*/ 268957 h 380919"/>
                <a:gd name="connsiteX7" fmla="*/ 211607 w 299206"/>
                <a:gd name="connsiteY7" fmla="*/ 243498 h 380919"/>
                <a:gd name="connsiteX8" fmla="*/ 166302 w 299206"/>
                <a:gd name="connsiteY8" fmla="*/ 225294 h 380919"/>
                <a:gd name="connsiteX9" fmla="*/ 102655 w 299206"/>
                <a:gd name="connsiteY9" fmla="*/ 208459 h 380919"/>
                <a:gd name="connsiteX10" fmla="*/ 31344 w 299206"/>
                <a:gd name="connsiteY10" fmla="*/ 173419 h 380919"/>
                <a:gd name="connsiteX11" fmla="*/ 6844 w 299206"/>
                <a:gd name="connsiteY11" fmla="*/ 108952 h 380919"/>
                <a:gd name="connsiteX12" fmla="*/ 23953 w 299206"/>
                <a:gd name="connsiteY12" fmla="*/ 51875 h 380919"/>
                <a:gd name="connsiteX13" fmla="*/ 72954 w 299206"/>
                <a:gd name="connsiteY13" fmla="*/ 13687 h 380919"/>
                <a:gd name="connsiteX14" fmla="*/ 146866 w 299206"/>
                <a:gd name="connsiteY14" fmla="*/ 0 h 380919"/>
                <a:gd name="connsiteX15" fmla="*/ 256365 w 299206"/>
                <a:gd name="connsiteY15" fmla="*/ 32302 h 380919"/>
                <a:gd name="connsiteX16" fmla="*/ 293731 w 299206"/>
                <a:gd name="connsiteY16" fmla="*/ 125103 h 380919"/>
                <a:gd name="connsiteX17" fmla="*/ 221188 w 299206"/>
                <a:gd name="connsiteY17" fmla="*/ 125103 h 380919"/>
                <a:gd name="connsiteX18" fmla="*/ 202573 w 299206"/>
                <a:gd name="connsiteY18" fmla="*/ 79797 h 380919"/>
                <a:gd name="connsiteX19" fmla="*/ 146592 w 299206"/>
                <a:gd name="connsiteY19" fmla="*/ 64604 h 380919"/>
                <a:gd name="connsiteX20" fmla="*/ 98002 w 299206"/>
                <a:gd name="connsiteY20" fmla="*/ 75144 h 380919"/>
                <a:gd name="connsiteX21" fmla="*/ 80345 w 299206"/>
                <a:gd name="connsiteY21" fmla="*/ 104572 h 380919"/>
                <a:gd name="connsiteX22" fmla="*/ 93758 w 299206"/>
                <a:gd name="connsiteY22" fmla="*/ 130304 h 380919"/>
                <a:gd name="connsiteX23" fmla="*/ 134547 w 299206"/>
                <a:gd name="connsiteY23" fmla="*/ 147139 h 380919"/>
                <a:gd name="connsiteX24" fmla="*/ 197646 w 299206"/>
                <a:gd name="connsiteY24" fmla="*/ 162880 h 380919"/>
                <a:gd name="connsiteX25" fmla="*/ 273474 w 299206"/>
                <a:gd name="connsiteY25" fmla="*/ 197646 h 380919"/>
                <a:gd name="connsiteX26" fmla="*/ 299206 w 299206"/>
                <a:gd name="connsiteY26" fmla="*/ 266630 h 380919"/>
                <a:gd name="connsiteX27" fmla="*/ 281549 w 299206"/>
                <a:gd name="connsiteY27" fmla="*/ 325623 h 380919"/>
                <a:gd name="connsiteX28" fmla="*/ 231043 w 299206"/>
                <a:gd name="connsiteY28" fmla="*/ 366137 h 380919"/>
                <a:gd name="connsiteX29" fmla="*/ 154530 w 299206"/>
                <a:gd name="connsiteY29" fmla="*/ 380920 h 380919"/>
                <a:gd name="connsiteX30" fmla="*/ 40104 w 299206"/>
                <a:gd name="connsiteY30" fmla="*/ 345606 h 380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99206" h="380919">
                  <a:moveTo>
                    <a:pt x="39693" y="345743"/>
                  </a:moveTo>
                  <a:cubicBezTo>
                    <a:pt x="13277" y="322201"/>
                    <a:pt x="0" y="288256"/>
                    <a:pt x="0" y="243635"/>
                  </a:cubicBezTo>
                  <a:lnTo>
                    <a:pt x="72543" y="243635"/>
                  </a:lnTo>
                  <a:cubicBezTo>
                    <a:pt x="72543" y="267451"/>
                    <a:pt x="79524" y="285519"/>
                    <a:pt x="93348" y="297837"/>
                  </a:cubicBezTo>
                  <a:cubicBezTo>
                    <a:pt x="107172" y="310156"/>
                    <a:pt x="127566" y="316315"/>
                    <a:pt x="154667" y="316315"/>
                  </a:cubicBezTo>
                  <a:cubicBezTo>
                    <a:pt x="176430" y="316315"/>
                    <a:pt x="193403" y="312209"/>
                    <a:pt x="205721" y="303997"/>
                  </a:cubicBezTo>
                  <a:cubicBezTo>
                    <a:pt x="218040" y="295784"/>
                    <a:pt x="224199" y="284150"/>
                    <a:pt x="224199" y="268957"/>
                  </a:cubicBezTo>
                  <a:cubicBezTo>
                    <a:pt x="224199" y="258144"/>
                    <a:pt x="219956" y="249521"/>
                    <a:pt x="211607" y="243498"/>
                  </a:cubicBezTo>
                  <a:cubicBezTo>
                    <a:pt x="203121" y="237339"/>
                    <a:pt x="188065" y="231317"/>
                    <a:pt x="166302" y="225294"/>
                  </a:cubicBezTo>
                  <a:lnTo>
                    <a:pt x="102655" y="208459"/>
                  </a:lnTo>
                  <a:cubicBezTo>
                    <a:pt x="71448" y="200383"/>
                    <a:pt x="47632" y="188749"/>
                    <a:pt x="31344" y="173419"/>
                  </a:cubicBezTo>
                  <a:cubicBezTo>
                    <a:pt x="15056" y="158226"/>
                    <a:pt x="6844" y="136737"/>
                    <a:pt x="6844" y="108952"/>
                  </a:cubicBezTo>
                  <a:cubicBezTo>
                    <a:pt x="6844" y="87189"/>
                    <a:pt x="12592" y="68163"/>
                    <a:pt x="23953" y="51875"/>
                  </a:cubicBezTo>
                  <a:cubicBezTo>
                    <a:pt x="35313" y="35587"/>
                    <a:pt x="51601" y="22858"/>
                    <a:pt x="72954" y="13687"/>
                  </a:cubicBezTo>
                  <a:cubicBezTo>
                    <a:pt x="94169" y="4517"/>
                    <a:pt x="118806" y="0"/>
                    <a:pt x="146866" y="0"/>
                  </a:cubicBezTo>
                  <a:cubicBezTo>
                    <a:pt x="194908" y="0"/>
                    <a:pt x="231454" y="10813"/>
                    <a:pt x="256365" y="32302"/>
                  </a:cubicBezTo>
                  <a:cubicBezTo>
                    <a:pt x="281276" y="53928"/>
                    <a:pt x="293731" y="84862"/>
                    <a:pt x="293731" y="125103"/>
                  </a:cubicBezTo>
                  <a:lnTo>
                    <a:pt x="221188" y="125103"/>
                  </a:lnTo>
                  <a:cubicBezTo>
                    <a:pt x="221188" y="105119"/>
                    <a:pt x="215029" y="90063"/>
                    <a:pt x="202573" y="79797"/>
                  </a:cubicBezTo>
                  <a:cubicBezTo>
                    <a:pt x="190118" y="69669"/>
                    <a:pt x="171503" y="64604"/>
                    <a:pt x="146592" y="64604"/>
                  </a:cubicBezTo>
                  <a:cubicBezTo>
                    <a:pt x="125924" y="64604"/>
                    <a:pt x="109636" y="68163"/>
                    <a:pt x="98002" y="75144"/>
                  </a:cubicBezTo>
                  <a:cubicBezTo>
                    <a:pt x="86230" y="82124"/>
                    <a:pt x="80345" y="91979"/>
                    <a:pt x="80345" y="104572"/>
                  </a:cubicBezTo>
                  <a:cubicBezTo>
                    <a:pt x="80345" y="115111"/>
                    <a:pt x="84862" y="123734"/>
                    <a:pt x="93758" y="130304"/>
                  </a:cubicBezTo>
                  <a:cubicBezTo>
                    <a:pt x="102655" y="137011"/>
                    <a:pt x="116343" y="142622"/>
                    <a:pt x="134547" y="147139"/>
                  </a:cubicBezTo>
                  <a:lnTo>
                    <a:pt x="197646" y="162880"/>
                  </a:lnTo>
                  <a:cubicBezTo>
                    <a:pt x="230906" y="170545"/>
                    <a:pt x="256228" y="182179"/>
                    <a:pt x="273474" y="197646"/>
                  </a:cubicBezTo>
                  <a:cubicBezTo>
                    <a:pt x="290583" y="213112"/>
                    <a:pt x="299206" y="236107"/>
                    <a:pt x="299206" y="266630"/>
                  </a:cubicBezTo>
                  <a:cubicBezTo>
                    <a:pt x="299206" y="288667"/>
                    <a:pt x="293321" y="308377"/>
                    <a:pt x="281549" y="325623"/>
                  </a:cubicBezTo>
                  <a:cubicBezTo>
                    <a:pt x="269778" y="342869"/>
                    <a:pt x="252943" y="356282"/>
                    <a:pt x="231043" y="366137"/>
                  </a:cubicBezTo>
                  <a:cubicBezTo>
                    <a:pt x="209143" y="375992"/>
                    <a:pt x="183548" y="380920"/>
                    <a:pt x="154530" y="380920"/>
                  </a:cubicBezTo>
                  <a:cubicBezTo>
                    <a:pt x="104708" y="380920"/>
                    <a:pt x="66521" y="369149"/>
                    <a:pt x="40104" y="345606"/>
                  </a:cubicBezTo>
                  <a:close/>
                </a:path>
              </a:pathLst>
            </a:custGeom>
            <a:solidFill>
              <a:srgbClr val="FFFFFF"/>
            </a:solidFill>
            <a:ln w="13647" cap="flat">
              <a:noFill/>
              <a:prstDash val="solid"/>
              <a:miter/>
            </a:ln>
          </p:spPr>
          <p:txBody>
            <a:bodyPr rtlCol="0" anchor="ctr"/>
            <a:lstStyle/>
            <a:p>
              <a:endParaRPr lang="pt-BR"/>
            </a:p>
          </p:txBody>
        </p:sp>
        <p:sp>
          <p:nvSpPr>
            <p:cNvPr id="29" name="Freeform: Shape 28">
              <a:extLst>
                <a:ext uri="{FF2B5EF4-FFF2-40B4-BE49-F238E27FC236}">
                  <a16:creationId xmlns:a16="http://schemas.microsoft.com/office/drawing/2014/main" id="{4B88A82A-58B8-BE5F-A846-600D68EF1995}"/>
                </a:ext>
              </a:extLst>
            </p:cNvPr>
            <p:cNvSpPr/>
            <p:nvPr/>
          </p:nvSpPr>
          <p:spPr>
            <a:xfrm>
              <a:off x="1749102" y="3414211"/>
              <a:ext cx="312482" cy="368327"/>
            </a:xfrm>
            <a:custGeom>
              <a:avLst/>
              <a:gdLst>
                <a:gd name="connsiteX0" fmla="*/ 119491 w 312482"/>
                <a:gd name="connsiteY0" fmla="*/ 66794 h 368327"/>
                <a:gd name="connsiteX1" fmla="*/ 0 w 312482"/>
                <a:gd name="connsiteY1" fmla="*/ 66794 h 368327"/>
                <a:gd name="connsiteX2" fmla="*/ 0 w 312482"/>
                <a:gd name="connsiteY2" fmla="*/ 0 h 368327"/>
                <a:gd name="connsiteX3" fmla="*/ 312483 w 312482"/>
                <a:gd name="connsiteY3" fmla="*/ 0 h 368327"/>
                <a:gd name="connsiteX4" fmla="*/ 312483 w 312482"/>
                <a:gd name="connsiteY4" fmla="*/ 66794 h 368327"/>
                <a:gd name="connsiteX5" fmla="*/ 192992 w 312482"/>
                <a:gd name="connsiteY5" fmla="*/ 66794 h 368327"/>
                <a:gd name="connsiteX6" fmla="*/ 192992 w 312482"/>
                <a:gd name="connsiteY6" fmla="*/ 368327 h 368327"/>
                <a:gd name="connsiteX7" fmla="*/ 119354 w 312482"/>
                <a:gd name="connsiteY7" fmla="*/ 368327 h 368327"/>
                <a:gd name="connsiteX8" fmla="*/ 119354 w 312482"/>
                <a:gd name="connsiteY8" fmla="*/ 66794 h 36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482" h="368327">
                  <a:moveTo>
                    <a:pt x="119491" y="66794"/>
                  </a:moveTo>
                  <a:lnTo>
                    <a:pt x="0" y="66794"/>
                  </a:lnTo>
                  <a:lnTo>
                    <a:pt x="0" y="0"/>
                  </a:lnTo>
                  <a:lnTo>
                    <a:pt x="312483" y="0"/>
                  </a:lnTo>
                  <a:lnTo>
                    <a:pt x="312483" y="66794"/>
                  </a:lnTo>
                  <a:lnTo>
                    <a:pt x="192992" y="66794"/>
                  </a:lnTo>
                  <a:lnTo>
                    <a:pt x="192992" y="368327"/>
                  </a:lnTo>
                  <a:lnTo>
                    <a:pt x="119354" y="368327"/>
                  </a:lnTo>
                  <a:lnTo>
                    <a:pt x="119354" y="66794"/>
                  </a:lnTo>
                  <a:close/>
                </a:path>
              </a:pathLst>
            </a:custGeom>
            <a:solidFill>
              <a:srgbClr val="FFFFFF"/>
            </a:solidFill>
            <a:ln w="13647" cap="flat">
              <a:noFill/>
              <a:prstDash val="solid"/>
              <a:miter/>
            </a:ln>
          </p:spPr>
          <p:txBody>
            <a:bodyPr rtlCol="0" anchor="ctr"/>
            <a:lstStyle/>
            <a:p>
              <a:endParaRPr lang="pt-BR"/>
            </a:p>
          </p:txBody>
        </p:sp>
      </p:grpSp>
    </p:spTree>
    <p:extLst>
      <p:ext uri="{BB962C8B-B14F-4D97-AF65-F5344CB8AC3E}">
        <p14:creationId xmlns:p14="http://schemas.microsoft.com/office/powerpoint/2010/main" val="3630119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a:extLst>
            <a:ext uri="{FF2B5EF4-FFF2-40B4-BE49-F238E27FC236}">
              <a16:creationId xmlns:a16="http://schemas.microsoft.com/office/drawing/2014/main" id="{282E49EF-8026-BD5C-B7A1-7E6072C25AFC}"/>
            </a:ext>
          </a:extLst>
        </p:cNvPr>
        <p:cNvGrpSpPr/>
        <p:nvPr/>
      </p:nvGrpSpPr>
      <p:grpSpPr>
        <a:xfrm>
          <a:off x="0" y="0"/>
          <a:ext cx="0" cy="0"/>
          <a:chOff x="0" y="0"/>
          <a:chExt cx="0" cy="0"/>
        </a:xfrm>
      </p:grpSpPr>
      <p:sp>
        <p:nvSpPr>
          <p:cNvPr id="6" name="object 4">
            <a:extLst>
              <a:ext uri="{FF2B5EF4-FFF2-40B4-BE49-F238E27FC236}">
                <a16:creationId xmlns:a16="http://schemas.microsoft.com/office/drawing/2014/main" id="{B9D07D89-8A1A-4FC8-5B43-6284A55471BC}"/>
              </a:ext>
            </a:extLst>
          </p:cNvPr>
          <p:cNvSpPr txBox="1">
            <a:spLocks/>
          </p:cNvSpPr>
          <p:nvPr/>
        </p:nvSpPr>
        <p:spPr>
          <a:xfrm>
            <a:off x="334963" y="723659"/>
            <a:ext cx="3776528" cy="570669"/>
          </a:xfrm>
          <a:prstGeom prst="rect">
            <a:avLst/>
          </a:prstGeom>
        </p:spPr>
        <p:txBody>
          <a:bodyPr vert="horz" wrap="square" lIns="0" tIns="16510" rIns="0" bIns="0" rtlCol="0">
            <a:spAutoFit/>
          </a:bodyPr>
          <a:lstStyle>
            <a:lvl1pPr>
              <a:defRPr sz="4050" b="0" i="0">
                <a:solidFill>
                  <a:schemeClr val="bg1"/>
                </a:solidFill>
                <a:latin typeface="Arial"/>
                <a:ea typeface="+mj-ea"/>
                <a:cs typeface="Arial"/>
              </a:defRPr>
            </a:lvl1pPr>
          </a:lstStyle>
          <a:p>
            <a:r>
              <a:rPr lang="pt-BR" sz="1800">
                <a:latin typeface="Versos" panose="020B0503020204030204" pitchFamily="34" charset="0"/>
              </a:rPr>
              <a:t>Processo de</a:t>
            </a:r>
          </a:p>
          <a:p>
            <a:r>
              <a:rPr lang="pt-BR" sz="1800" b="1">
                <a:latin typeface="Versos" panose="020B0503020204030204" pitchFamily="34" charset="0"/>
              </a:rPr>
              <a:t>Investimento</a:t>
            </a:r>
          </a:p>
        </p:txBody>
      </p:sp>
      <p:sp>
        <p:nvSpPr>
          <p:cNvPr id="7" name="object 5">
            <a:extLst>
              <a:ext uri="{FF2B5EF4-FFF2-40B4-BE49-F238E27FC236}">
                <a16:creationId xmlns:a16="http://schemas.microsoft.com/office/drawing/2014/main" id="{C2EF856B-0F57-BEF3-F22C-A87160386869}"/>
              </a:ext>
            </a:extLst>
          </p:cNvPr>
          <p:cNvSpPr txBox="1"/>
          <p:nvPr/>
        </p:nvSpPr>
        <p:spPr>
          <a:xfrm>
            <a:off x="2396599" y="725262"/>
            <a:ext cx="6494968" cy="567463"/>
          </a:xfrm>
          <a:prstGeom prst="rect">
            <a:avLst/>
          </a:prstGeom>
        </p:spPr>
        <p:txBody>
          <a:bodyPr vert="horz" wrap="square" lIns="0" tIns="13335" rIns="0" bIns="0" rtlCol="0">
            <a:spAutoFit/>
          </a:bodyPr>
          <a:lstStyle/>
          <a:p>
            <a:pPr>
              <a:lnSpc>
                <a:spcPct val="100000"/>
              </a:lnSpc>
            </a:pPr>
            <a:r>
              <a:rPr lang="pt-BR" sz="1800">
                <a:solidFill>
                  <a:srgbClr val="FFFFFF"/>
                </a:solidFill>
                <a:latin typeface="Versos" panose="020B0503020204030204" pitchFamily="34" charset="0"/>
                <a:cs typeface="Arial"/>
              </a:rPr>
              <a:t>Prezamos pela análise diligente e </a:t>
            </a:r>
            <a:br>
              <a:rPr lang="pt-BR" sz="1800">
                <a:solidFill>
                  <a:srgbClr val="FFFFFF"/>
                </a:solidFill>
                <a:latin typeface="Versos" panose="020B0503020204030204" pitchFamily="34" charset="0"/>
                <a:cs typeface="Arial"/>
              </a:rPr>
            </a:br>
            <a:r>
              <a:rPr lang="pt-BR" sz="1800">
                <a:solidFill>
                  <a:srgbClr val="FFFFFF"/>
                </a:solidFill>
                <a:latin typeface="Versos" panose="020B0503020204030204" pitchFamily="34" charset="0"/>
                <a:cs typeface="Arial"/>
              </a:rPr>
              <a:t>criteriosa de todas operações e contrapartes.</a:t>
            </a:r>
          </a:p>
        </p:txBody>
      </p:sp>
      <p:cxnSp>
        <p:nvCxnSpPr>
          <p:cNvPr id="13" name="Straight Connector 12">
            <a:extLst>
              <a:ext uri="{FF2B5EF4-FFF2-40B4-BE49-F238E27FC236}">
                <a16:creationId xmlns:a16="http://schemas.microsoft.com/office/drawing/2014/main" id="{3254593D-E5E3-3234-699D-42491B79EE06}"/>
              </a:ext>
            </a:extLst>
          </p:cNvPr>
          <p:cNvCxnSpPr>
            <a:cxnSpLocks/>
          </p:cNvCxnSpPr>
          <p:nvPr/>
        </p:nvCxnSpPr>
        <p:spPr>
          <a:xfrm>
            <a:off x="2123090" y="557048"/>
            <a:ext cx="0" cy="90389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0" name="Slide Number Placeholder 69">
            <a:extLst>
              <a:ext uri="{FF2B5EF4-FFF2-40B4-BE49-F238E27FC236}">
                <a16:creationId xmlns:a16="http://schemas.microsoft.com/office/drawing/2014/main" id="{42DB5966-CB20-EA9D-C38C-39E580F793F0}"/>
              </a:ext>
            </a:extLst>
          </p:cNvPr>
          <p:cNvSpPr>
            <a:spLocks noGrp="1"/>
          </p:cNvSpPr>
          <p:nvPr>
            <p:ph type="sldNum" sz="quarter" idx="12"/>
          </p:nvPr>
        </p:nvSpPr>
        <p:spPr/>
        <p:txBody>
          <a:bodyPr/>
          <a:lstStyle/>
          <a:p>
            <a:fld id="{77667D73-C69A-4DAA-9003-24A825D36FE9}" type="slidenum">
              <a:rPr lang="pt-BR" smtClean="0"/>
              <a:pPr/>
              <a:t>11</a:t>
            </a:fld>
            <a:endParaRPr lang="pt-BR"/>
          </a:p>
        </p:txBody>
      </p:sp>
      <p:pic>
        <p:nvPicPr>
          <p:cNvPr id="181" name="Graphic 180">
            <a:extLst>
              <a:ext uri="{FF2B5EF4-FFF2-40B4-BE49-F238E27FC236}">
                <a16:creationId xmlns:a16="http://schemas.microsoft.com/office/drawing/2014/main" id="{05EF24A1-6E5E-6695-174E-2AF41C0420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661416"/>
            <a:ext cx="12192000" cy="5535168"/>
          </a:xfrm>
          <a:prstGeom prst="rect">
            <a:avLst/>
          </a:prstGeom>
        </p:spPr>
      </p:pic>
      <p:grpSp>
        <p:nvGrpSpPr>
          <p:cNvPr id="9" name="Group 8">
            <a:extLst>
              <a:ext uri="{FF2B5EF4-FFF2-40B4-BE49-F238E27FC236}">
                <a16:creationId xmlns:a16="http://schemas.microsoft.com/office/drawing/2014/main" id="{911D78DE-9E2C-5280-1776-6E4172863C97}"/>
              </a:ext>
            </a:extLst>
          </p:cNvPr>
          <p:cNvGrpSpPr/>
          <p:nvPr/>
        </p:nvGrpSpPr>
        <p:grpSpPr>
          <a:xfrm>
            <a:off x="2576659" y="3164564"/>
            <a:ext cx="2221987" cy="968533"/>
            <a:chOff x="2432143" y="3295201"/>
            <a:chExt cx="2221987" cy="968533"/>
          </a:xfrm>
        </p:grpSpPr>
        <p:sp>
          <p:nvSpPr>
            <p:cNvPr id="19" name="CaixaDeTexto 24">
              <a:extLst>
                <a:ext uri="{FF2B5EF4-FFF2-40B4-BE49-F238E27FC236}">
                  <a16:creationId xmlns:a16="http://schemas.microsoft.com/office/drawing/2014/main" id="{30540251-89A8-E366-5BF9-91243D6B2771}"/>
                </a:ext>
              </a:extLst>
            </p:cNvPr>
            <p:cNvSpPr txBox="1"/>
            <p:nvPr/>
          </p:nvSpPr>
          <p:spPr>
            <a:xfrm>
              <a:off x="2432144" y="3894402"/>
              <a:ext cx="2221986" cy="369332"/>
            </a:xfrm>
            <a:prstGeom prst="rect">
              <a:avLst/>
            </a:prstGeom>
            <a:noFill/>
          </p:spPr>
          <p:txBody>
            <a:bodyPr wrap="square" lIns="0" tIns="0" rIns="0" bIns="0" rtlCol="0" anchor="ctr">
              <a:spAutoFit/>
            </a:bodyPr>
            <a:lstStyle/>
            <a:p>
              <a:pPr>
                <a:defRPr/>
              </a:pPr>
              <a:r>
                <a:rPr kumimoji="0" lang="pt-BR" sz="1200" b="1" i="0" u="none" strike="noStrike" kern="0" cap="none" spc="0" normalizeH="0" baseline="0" noProof="0">
                  <a:ln>
                    <a:noFill/>
                  </a:ln>
                  <a:solidFill>
                    <a:schemeClr val="bg1"/>
                  </a:solidFill>
                  <a:effectLst/>
                  <a:uLnTx/>
                  <a:uFillTx/>
                  <a:latin typeface="Versos"/>
                </a:rPr>
                <a:t>Avaliação da Oportunidade</a:t>
              </a:r>
            </a:p>
            <a:p>
              <a:pPr>
                <a:defRPr/>
              </a:pPr>
              <a:r>
                <a:rPr lang="pt-BR" sz="1200" b="1">
                  <a:solidFill>
                    <a:schemeClr val="bg1"/>
                  </a:solidFill>
                  <a:latin typeface="Versos"/>
                </a:rPr>
                <a:t> (Primário e Secundário)</a:t>
              </a:r>
              <a:endParaRPr kumimoji="0" lang="pt-BR" sz="1200" b="1" i="0" u="none" strike="noStrike" kern="0" cap="none" spc="0" normalizeH="0" baseline="0" noProof="0">
                <a:ln>
                  <a:noFill/>
                </a:ln>
                <a:solidFill>
                  <a:schemeClr val="bg1"/>
                </a:solidFill>
                <a:effectLst/>
                <a:uLnTx/>
                <a:uFillTx/>
                <a:latin typeface="Versos" panose="020B0503020204030204" pitchFamily="34" charset="77"/>
              </a:endParaRPr>
            </a:p>
          </p:txBody>
        </p:sp>
        <p:sp>
          <p:nvSpPr>
            <p:cNvPr id="43" name="object 133">
              <a:extLst>
                <a:ext uri="{FF2B5EF4-FFF2-40B4-BE49-F238E27FC236}">
                  <a16:creationId xmlns:a16="http://schemas.microsoft.com/office/drawing/2014/main" id="{5849CD23-C4A9-B4EC-A266-CF579D4624E0}"/>
                </a:ext>
              </a:extLst>
            </p:cNvPr>
            <p:cNvSpPr txBox="1"/>
            <p:nvPr/>
          </p:nvSpPr>
          <p:spPr>
            <a:xfrm>
              <a:off x="2432143" y="3295201"/>
              <a:ext cx="644898" cy="476411"/>
            </a:xfrm>
            <a:prstGeom prst="rect">
              <a:avLst/>
            </a:prstGeom>
          </p:spPr>
          <p:txBody>
            <a:bodyPr vert="horz" wrap="square" lIns="0" tIns="14604" rIns="0" bIns="0" rtlCol="0">
              <a:spAutoFit/>
            </a:bodyPr>
            <a:lstStyle/>
            <a:p>
              <a:pPr marL="12700">
                <a:lnSpc>
                  <a:spcPct val="100000"/>
                </a:lnSpc>
                <a:spcBef>
                  <a:spcPts val="114"/>
                </a:spcBef>
              </a:pPr>
              <a:r>
                <a:rPr lang="pt-BR" sz="3000" b="1" spc="45">
                  <a:solidFill>
                    <a:schemeClr val="bg2">
                      <a:lumMod val="90000"/>
                    </a:schemeClr>
                  </a:solidFill>
                  <a:latin typeface="Versos" panose="020B0503020204030204" pitchFamily="34" charset="0"/>
                  <a:cs typeface="Arial"/>
                </a:rPr>
                <a:t>02</a:t>
              </a:r>
              <a:endParaRPr sz="3000">
                <a:solidFill>
                  <a:schemeClr val="bg2">
                    <a:lumMod val="90000"/>
                  </a:schemeClr>
                </a:solidFill>
                <a:latin typeface="Versos" panose="020B0503020204030204" pitchFamily="34" charset="0"/>
                <a:cs typeface="Arial"/>
              </a:endParaRPr>
            </a:p>
          </p:txBody>
        </p:sp>
      </p:grpSp>
      <p:grpSp>
        <p:nvGrpSpPr>
          <p:cNvPr id="3" name="Group 2">
            <a:extLst>
              <a:ext uri="{FF2B5EF4-FFF2-40B4-BE49-F238E27FC236}">
                <a16:creationId xmlns:a16="http://schemas.microsoft.com/office/drawing/2014/main" id="{5D0AEF04-C996-AF21-71CE-7B0A86C40FB1}"/>
              </a:ext>
            </a:extLst>
          </p:cNvPr>
          <p:cNvGrpSpPr/>
          <p:nvPr/>
        </p:nvGrpSpPr>
        <p:grpSpPr>
          <a:xfrm>
            <a:off x="7951599" y="2245737"/>
            <a:ext cx="1526539" cy="918827"/>
            <a:chOff x="7976786" y="5047242"/>
            <a:chExt cx="1526539" cy="918827"/>
          </a:xfrm>
        </p:grpSpPr>
        <p:sp>
          <p:nvSpPr>
            <p:cNvPr id="31" name="CaixaDeTexto 26">
              <a:extLst>
                <a:ext uri="{FF2B5EF4-FFF2-40B4-BE49-F238E27FC236}">
                  <a16:creationId xmlns:a16="http://schemas.microsoft.com/office/drawing/2014/main" id="{5257EC24-8108-344E-31A4-4B150C7BBD2C}"/>
                </a:ext>
              </a:extLst>
            </p:cNvPr>
            <p:cNvSpPr txBox="1"/>
            <p:nvPr/>
          </p:nvSpPr>
          <p:spPr>
            <a:xfrm>
              <a:off x="7976787" y="5596737"/>
              <a:ext cx="1526538" cy="369332"/>
            </a:xfrm>
            <a:prstGeom prst="rect">
              <a:avLst/>
            </a:prstGeom>
            <a:noFill/>
          </p:spPr>
          <p:txBody>
            <a:bodyPr wrap="square" lIns="0" tIns="0" rIns="0" bIns="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200" b="1" i="1" u="none" strike="noStrike" kern="0" cap="none" spc="0" normalizeH="0" baseline="0" noProof="0" err="1">
                  <a:ln>
                    <a:noFill/>
                  </a:ln>
                  <a:solidFill>
                    <a:schemeClr val="bg1"/>
                  </a:solidFill>
                  <a:effectLst/>
                  <a:uLnTx/>
                  <a:uFillTx/>
                  <a:latin typeface="Versos" panose="020B0503020204030204" pitchFamily="34" charset="77"/>
                </a:rPr>
                <a:t>Due</a:t>
              </a:r>
              <a:r>
                <a:rPr kumimoji="0" lang="pt-BR" sz="1200" b="1" i="1" u="none" strike="noStrike" kern="0" cap="none" spc="0" normalizeH="0" baseline="0" noProof="0">
                  <a:ln>
                    <a:noFill/>
                  </a:ln>
                  <a:solidFill>
                    <a:schemeClr val="bg1"/>
                  </a:solidFill>
                  <a:effectLst/>
                  <a:uLnTx/>
                  <a:uFillTx/>
                  <a:latin typeface="Versos" panose="020B0503020204030204" pitchFamily="34" charset="77"/>
                </a:rPr>
                <a:t> </a:t>
              </a:r>
              <a:r>
                <a:rPr kumimoji="0" lang="pt-BR" sz="1200" b="1" i="1" u="none" strike="noStrike" kern="0" cap="none" spc="0" normalizeH="0" baseline="0" noProof="0" err="1">
                  <a:ln>
                    <a:noFill/>
                  </a:ln>
                  <a:solidFill>
                    <a:schemeClr val="bg1"/>
                  </a:solidFill>
                  <a:effectLst/>
                  <a:uLnTx/>
                  <a:uFillTx/>
                  <a:latin typeface="Versos" panose="020B0503020204030204" pitchFamily="34" charset="77"/>
                </a:rPr>
                <a:t>Dilligence</a:t>
              </a:r>
              <a:endParaRPr kumimoji="0" lang="pt-BR" sz="1200" b="1" i="1" u="none" strike="noStrike" kern="0" cap="none" spc="0" normalizeH="0" baseline="0" noProof="0">
                <a:ln>
                  <a:noFill/>
                </a:ln>
                <a:solidFill>
                  <a:schemeClr val="bg1"/>
                </a:solidFill>
                <a:effectLst/>
                <a:uLnTx/>
                <a:uFillTx/>
                <a:latin typeface="Versos" panose="020B0503020204030204" pitchFamily="34" charset="77"/>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sz="1200" b="1" i="0" u="none" strike="noStrike" kern="0" cap="none" spc="0" normalizeH="0" baseline="0" noProof="0">
                  <a:ln>
                    <a:noFill/>
                  </a:ln>
                  <a:solidFill>
                    <a:schemeClr val="bg1"/>
                  </a:solidFill>
                  <a:effectLst/>
                  <a:uLnTx/>
                  <a:uFillTx/>
                  <a:latin typeface="Versos" panose="020B0503020204030204" pitchFamily="34" charset="77"/>
                </a:rPr>
                <a:t>e Execução</a:t>
              </a:r>
              <a:r>
                <a:rPr kumimoji="0" lang="pt-BR" sz="1200" b="0" i="0" u="none" strike="noStrike" kern="0" cap="none" spc="0" normalizeH="0" baseline="0" noProof="0">
                  <a:ln>
                    <a:noFill/>
                  </a:ln>
                  <a:solidFill>
                    <a:srgbClr val="ABC6CD"/>
                  </a:solidFill>
                  <a:effectLst/>
                  <a:uLnTx/>
                  <a:uFillTx/>
                  <a:latin typeface="Versos" panose="020B0503020204030204" pitchFamily="34" charset="77"/>
                </a:rPr>
                <a:t>​</a:t>
              </a:r>
            </a:p>
          </p:txBody>
        </p:sp>
        <p:sp>
          <p:nvSpPr>
            <p:cNvPr id="46" name="object 133">
              <a:extLst>
                <a:ext uri="{FF2B5EF4-FFF2-40B4-BE49-F238E27FC236}">
                  <a16:creationId xmlns:a16="http://schemas.microsoft.com/office/drawing/2014/main" id="{9DB39EAE-2B38-A75F-EB14-AE2A993C28BF}"/>
                </a:ext>
              </a:extLst>
            </p:cNvPr>
            <p:cNvSpPr txBox="1"/>
            <p:nvPr/>
          </p:nvSpPr>
          <p:spPr>
            <a:xfrm>
              <a:off x="7976786" y="5047242"/>
              <a:ext cx="1079936" cy="476411"/>
            </a:xfrm>
            <a:prstGeom prst="rect">
              <a:avLst/>
            </a:prstGeom>
          </p:spPr>
          <p:txBody>
            <a:bodyPr vert="horz" wrap="square" lIns="0" tIns="14604" rIns="0" bIns="0" rtlCol="0">
              <a:spAutoFit/>
            </a:bodyPr>
            <a:lstStyle/>
            <a:p>
              <a:pPr marL="12700">
                <a:lnSpc>
                  <a:spcPct val="100000"/>
                </a:lnSpc>
                <a:spcBef>
                  <a:spcPts val="114"/>
                </a:spcBef>
              </a:pPr>
              <a:r>
                <a:rPr lang="pt-BR" sz="3000" b="1" spc="45">
                  <a:solidFill>
                    <a:schemeClr val="bg2">
                      <a:lumMod val="90000"/>
                    </a:schemeClr>
                  </a:solidFill>
                  <a:latin typeface="Versos" panose="020B0503020204030204" pitchFamily="34" charset="0"/>
                  <a:cs typeface="Arial"/>
                </a:rPr>
                <a:t>04</a:t>
              </a:r>
              <a:endParaRPr sz="3000">
                <a:solidFill>
                  <a:schemeClr val="bg2">
                    <a:lumMod val="90000"/>
                  </a:schemeClr>
                </a:solidFill>
                <a:latin typeface="Versos" panose="020B0503020204030204" pitchFamily="34" charset="0"/>
                <a:cs typeface="Arial"/>
              </a:endParaRPr>
            </a:p>
          </p:txBody>
        </p:sp>
      </p:grpSp>
      <p:grpSp>
        <p:nvGrpSpPr>
          <p:cNvPr id="8" name="Group 7">
            <a:extLst>
              <a:ext uri="{FF2B5EF4-FFF2-40B4-BE49-F238E27FC236}">
                <a16:creationId xmlns:a16="http://schemas.microsoft.com/office/drawing/2014/main" id="{1E1D9E34-8DAD-459D-4F42-ED1ECD3568F2}"/>
              </a:ext>
            </a:extLst>
          </p:cNvPr>
          <p:cNvGrpSpPr/>
          <p:nvPr/>
        </p:nvGrpSpPr>
        <p:grpSpPr>
          <a:xfrm>
            <a:off x="9992948" y="2245737"/>
            <a:ext cx="1560724" cy="1552379"/>
            <a:chOff x="9992948" y="2245737"/>
            <a:chExt cx="1560724" cy="1552379"/>
          </a:xfrm>
        </p:grpSpPr>
        <p:sp>
          <p:nvSpPr>
            <p:cNvPr id="2" name="object 133">
              <a:extLst>
                <a:ext uri="{FF2B5EF4-FFF2-40B4-BE49-F238E27FC236}">
                  <a16:creationId xmlns:a16="http://schemas.microsoft.com/office/drawing/2014/main" id="{AC99FCE8-26AC-CF52-B1A9-47DBB6EA4241}"/>
                </a:ext>
              </a:extLst>
            </p:cNvPr>
            <p:cNvSpPr txBox="1"/>
            <p:nvPr/>
          </p:nvSpPr>
          <p:spPr>
            <a:xfrm>
              <a:off x="9992948" y="2245737"/>
              <a:ext cx="1079936" cy="476411"/>
            </a:xfrm>
            <a:prstGeom prst="rect">
              <a:avLst/>
            </a:prstGeom>
          </p:spPr>
          <p:txBody>
            <a:bodyPr vert="horz" wrap="square" lIns="0" tIns="14604" rIns="0" bIns="0" rtlCol="0">
              <a:spAutoFit/>
            </a:bodyPr>
            <a:lstStyle/>
            <a:p>
              <a:pPr marL="12700">
                <a:lnSpc>
                  <a:spcPct val="100000"/>
                </a:lnSpc>
                <a:spcBef>
                  <a:spcPts val="114"/>
                </a:spcBef>
              </a:pPr>
              <a:r>
                <a:rPr lang="pt-BR" sz="3000" b="1" spc="45">
                  <a:solidFill>
                    <a:schemeClr val="bg2">
                      <a:lumMod val="90000"/>
                    </a:schemeClr>
                  </a:solidFill>
                  <a:latin typeface="Versos" panose="020B0503020204030204" pitchFamily="34" charset="0"/>
                  <a:cs typeface="Arial"/>
                </a:rPr>
                <a:t>05</a:t>
              </a:r>
              <a:endParaRPr sz="3000">
                <a:solidFill>
                  <a:schemeClr val="bg2">
                    <a:lumMod val="90000"/>
                  </a:schemeClr>
                </a:solidFill>
                <a:latin typeface="Versos" panose="020B0503020204030204" pitchFamily="34" charset="0"/>
                <a:cs typeface="Arial"/>
              </a:endParaRPr>
            </a:p>
          </p:txBody>
        </p:sp>
        <p:sp>
          <p:nvSpPr>
            <p:cNvPr id="4" name="CaixaDeTexto 26">
              <a:extLst>
                <a:ext uri="{FF2B5EF4-FFF2-40B4-BE49-F238E27FC236}">
                  <a16:creationId xmlns:a16="http://schemas.microsoft.com/office/drawing/2014/main" id="{27E74336-5474-5BB5-528B-FDBF9847E607}"/>
                </a:ext>
              </a:extLst>
            </p:cNvPr>
            <p:cNvSpPr txBox="1"/>
            <p:nvPr/>
          </p:nvSpPr>
          <p:spPr>
            <a:xfrm>
              <a:off x="9992948" y="2736906"/>
              <a:ext cx="1560723" cy="184666"/>
            </a:xfrm>
            <a:prstGeom prst="rect">
              <a:avLst/>
            </a:prstGeom>
            <a:noFill/>
          </p:spPr>
          <p:txBody>
            <a:bodyPr wrap="square" lIns="0" tIns="0" rIns="0" bIns="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200" b="1" i="1" u="none" strike="noStrike" kern="0" cap="none" spc="0" normalizeH="0" baseline="0" noProof="0">
                  <a:ln>
                    <a:noFill/>
                  </a:ln>
                  <a:solidFill>
                    <a:schemeClr val="bg1"/>
                  </a:solidFill>
                  <a:effectLst/>
                  <a:uLnTx/>
                  <a:uFillTx/>
                  <a:latin typeface="Versos" panose="020B0503020204030204" pitchFamily="34" charset="77"/>
                </a:rPr>
                <a:t>Monitoramento</a:t>
              </a:r>
            </a:p>
          </p:txBody>
        </p:sp>
        <p:sp>
          <p:nvSpPr>
            <p:cNvPr id="178" name="CaixaDeTexto 26">
              <a:extLst>
                <a:ext uri="{FF2B5EF4-FFF2-40B4-BE49-F238E27FC236}">
                  <a16:creationId xmlns:a16="http://schemas.microsoft.com/office/drawing/2014/main" id="{10C1DDE0-26EC-4B60-0F82-CB958349384E}"/>
                </a:ext>
              </a:extLst>
            </p:cNvPr>
            <p:cNvSpPr txBox="1"/>
            <p:nvPr/>
          </p:nvSpPr>
          <p:spPr>
            <a:xfrm>
              <a:off x="9992949" y="3008156"/>
              <a:ext cx="1560723" cy="789960"/>
            </a:xfrm>
            <a:prstGeom prst="rect">
              <a:avLst/>
            </a:prstGeom>
            <a:noFill/>
          </p:spPr>
          <p:txBody>
            <a:bodyPr wrap="square" lIns="0" tIns="0" rIns="0" bIns="0" rtlCol="0" anchor="ctr">
              <a:spAutoFit/>
            </a:bodyPr>
            <a:lstStyle/>
            <a:p>
              <a:pPr marL="108000" marR="0" lvl="0" indent="-108000" defTabSz="914400" eaLnBrk="1" fontAlgn="auto" latinLnBrk="0" hangingPunct="1">
                <a:lnSpc>
                  <a:spcPct val="100000"/>
                </a:lnSpc>
                <a:spcBef>
                  <a:spcPts val="200"/>
                </a:spcBef>
                <a:spcAft>
                  <a:spcPts val="200"/>
                </a:spcAft>
                <a:buClrTx/>
                <a:buSzTx/>
                <a:buFont typeface="Wingdings" panose="05000000000000000000" pitchFamily="2" charset="2"/>
                <a:buChar char="§"/>
                <a:tabLst/>
                <a:defRPr/>
              </a:pPr>
              <a:r>
                <a:rPr kumimoji="0" lang="pt-BR" sz="1200" b="0" u="none" strike="noStrike" kern="0" cap="none" spc="0" normalizeH="0" baseline="0" noProof="0">
                  <a:ln>
                    <a:noFill/>
                  </a:ln>
                  <a:solidFill>
                    <a:schemeClr val="bg1"/>
                  </a:solidFill>
                  <a:effectLst/>
                  <a:uLnTx/>
                  <a:uFillTx/>
                  <a:latin typeface="Versos" panose="020B0503020204030204" pitchFamily="34" charset="77"/>
                </a:rPr>
                <a:t>Acompanhamento Emissores</a:t>
              </a:r>
              <a:endParaRPr lang="pt-BR" sz="1200">
                <a:solidFill>
                  <a:schemeClr val="bg1"/>
                </a:solidFill>
                <a:latin typeface="Versos" panose="020B0503020204030204" pitchFamily="34" charset="77"/>
              </a:endParaRPr>
            </a:p>
            <a:p>
              <a:pPr marL="108000" marR="0" lvl="0" indent="-108000" defTabSz="914400" eaLnBrk="1" fontAlgn="auto" latinLnBrk="0" hangingPunct="1">
                <a:lnSpc>
                  <a:spcPct val="100000"/>
                </a:lnSpc>
                <a:spcBef>
                  <a:spcPts val="200"/>
                </a:spcBef>
                <a:spcAft>
                  <a:spcPts val="200"/>
                </a:spcAft>
                <a:buClrTx/>
                <a:buSzTx/>
                <a:buFont typeface="Wingdings" panose="05000000000000000000" pitchFamily="2" charset="2"/>
                <a:buChar char="§"/>
                <a:tabLst/>
                <a:defRPr/>
              </a:pPr>
              <a:r>
                <a:rPr kumimoji="0" lang="pt-BR" sz="1200" b="0" u="none" strike="noStrike" kern="0" cap="none" spc="0" normalizeH="0" baseline="0" noProof="0">
                  <a:ln>
                    <a:noFill/>
                  </a:ln>
                  <a:solidFill>
                    <a:schemeClr val="bg1"/>
                  </a:solidFill>
                  <a:effectLst/>
                  <a:uLnTx/>
                  <a:uFillTx/>
                  <a:latin typeface="Versos" panose="020B0503020204030204" pitchFamily="34" charset="77"/>
                </a:rPr>
                <a:t>Acompanhamento </a:t>
              </a:r>
              <a:br>
                <a:rPr kumimoji="0" lang="pt-BR" sz="1200" b="0" u="none" strike="noStrike" kern="0" cap="none" spc="0" normalizeH="0" baseline="0" noProof="0">
                  <a:ln>
                    <a:noFill/>
                  </a:ln>
                  <a:solidFill>
                    <a:schemeClr val="bg1"/>
                  </a:solidFill>
                  <a:effectLst/>
                  <a:uLnTx/>
                  <a:uFillTx/>
                  <a:latin typeface="Versos" panose="020B0503020204030204" pitchFamily="34" charset="77"/>
                </a:rPr>
              </a:br>
              <a:r>
                <a:rPr kumimoji="0" lang="pt-BR" sz="1200" b="0" u="none" strike="noStrike" kern="0" cap="none" spc="0" normalizeH="0" baseline="0" noProof="0">
                  <a:ln>
                    <a:noFill/>
                  </a:ln>
                  <a:solidFill>
                    <a:schemeClr val="bg1"/>
                  </a:solidFill>
                  <a:effectLst/>
                  <a:uLnTx/>
                  <a:uFillTx/>
                  <a:latin typeface="Versos" panose="020B0503020204030204" pitchFamily="34" charset="77"/>
                </a:rPr>
                <a:t>do Mercado</a:t>
              </a:r>
            </a:p>
          </p:txBody>
        </p:sp>
      </p:grpSp>
      <p:grpSp>
        <p:nvGrpSpPr>
          <p:cNvPr id="5" name="Group 4">
            <a:extLst>
              <a:ext uri="{FF2B5EF4-FFF2-40B4-BE49-F238E27FC236}">
                <a16:creationId xmlns:a16="http://schemas.microsoft.com/office/drawing/2014/main" id="{426CF461-C85D-9A56-158D-164E4EA19B7A}"/>
              </a:ext>
            </a:extLst>
          </p:cNvPr>
          <p:cNvGrpSpPr/>
          <p:nvPr/>
        </p:nvGrpSpPr>
        <p:grpSpPr>
          <a:xfrm>
            <a:off x="5313454" y="2491064"/>
            <a:ext cx="2123337" cy="1541683"/>
            <a:chOff x="5797600" y="2882611"/>
            <a:chExt cx="2123337" cy="1541683"/>
          </a:xfrm>
        </p:grpSpPr>
        <p:sp>
          <p:nvSpPr>
            <p:cNvPr id="23" name="CaixaDeTexto 25">
              <a:extLst>
                <a:ext uri="{FF2B5EF4-FFF2-40B4-BE49-F238E27FC236}">
                  <a16:creationId xmlns:a16="http://schemas.microsoft.com/office/drawing/2014/main" id="{831901FC-9E17-2EAD-7EE3-C5A25B07B967}"/>
                </a:ext>
              </a:extLst>
            </p:cNvPr>
            <p:cNvSpPr txBox="1"/>
            <p:nvPr/>
          </p:nvSpPr>
          <p:spPr>
            <a:xfrm>
              <a:off x="5797600" y="3404345"/>
              <a:ext cx="2123337" cy="184666"/>
            </a:xfrm>
            <a:prstGeom prst="rect">
              <a:avLst/>
            </a:prstGeom>
            <a:noFill/>
          </p:spPr>
          <p:txBody>
            <a:bodyPr wrap="square" lIns="0" tIns="0" rIns="0" bIns="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200" b="1" i="0" u="none" strike="noStrike" kern="0" cap="none" spc="0" normalizeH="0" baseline="0" noProof="0">
                  <a:ln>
                    <a:noFill/>
                  </a:ln>
                  <a:solidFill>
                    <a:schemeClr val="bg1"/>
                  </a:solidFill>
                  <a:effectLst/>
                  <a:uLnTx/>
                  <a:uFillTx/>
                  <a:latin typeface="Versos" panose="020B0503020204030204" pitchFamily="34" charset="77"/>
                </a:rPr>
                <a:t>Comitê de Investimento</a:t>
              </a:r>
            </a:p>
          </p:txBody>
        </p:sp>
        <p:sp>
          <p:nvSpPr>
            <p:cNvPr id="45" name="object 133">
              <a:extLst>
                <a:ext uri="{FF2B5EF4-FFF2-40B4-BE49-F238E27FC236}">
                  <a16:creationId xmlns:a16="http://schemas.microsoft.com/office/drawing/2014/main" id="{15CAE2A1-A375-2448-C0C5-22CDBC528786}"/>
                </a:ext>
              </a:extLst>
            </p:cNvPr>
            <p:cNvSpPr txBox="1"/>
            <p:nvPr/>
          </p:nvSpPr>
          <p:spPr>
            <a:xfrm>
              <a:off x="5797600" y="2882611"/>
              <a:ext cx="663907" cy="476411"/>
            </a:xfrm>
            <a:prstGeom prst="rect">
              <a:avLst/>
            </a:prstGeom>
          </p:spPr>
          <p:txBody>
            <a:bodyPr vert="horz" wrap="square" lIns="0" tIns="14604" rIns="0" bIns="0" rtlCol="0">
              <a:spAutoFit/>
            </a:bodyPr>
            <a:lstStyle/>
            <a:p>
              <a:pPr marL="12700">
                <a:lnSpc>
                  <a:spcPct val="100000"/>
                </a:lnSpc>
                <a:spcBef>
                  <a:spcPts val="114"/>
                </a:spcBef>
              </a:pPr>
              <a:r>
                <a:rPr lang="pt-BR" sz="3000" b="1" spc="45">
                  <a:solidFill>
                    <a:schemeClr val="bg2">
                      <a:lumMod val="90000"/>
                    </a:schemeClr>
                  </a:solidFill>
                  <a:latin typeface="Versos" panose="020B0503020204030204" pitchFamily="34" charset="0"/>
                  <a:cs typeface="Arial"/>
                </a:rPr>
                <a:t>03</a:t>
              </a:r>
              <a:endParaRPr sz="3000">
                <a:solidFill>
                  <a:schemeClr val="bg2">
                    <a:lumMod val="90000"/>
                  </a:schemeClr>
                </a:solidFill>
                <a:latin typeface="Versos" panose="020B0503020204030204" pitchFamily="34" charset="0"/>
                <a:cs typeface="Arial"/>
              </a:endParaRPr>
            </a:p>
          </p:txBody>
        </p:sp>
        <p:sp>
          <p:nvSpPr>
            <p:cNvPr id="179" name="CaixaDeTexto 26">
              <a:extLst>
                <a:ext uri="{FF2B5EF4-FFF2-40B4-BE49-F238E27FC236}">
                  <a16:creationId xmlns:a16="http://schemas.microsoft.com/office/drawing/2014/main" id="{FC4E297F-4136-EDDF-C836-EEDA40EA028F}"/>
                </a:ext>
              </a:extLst>
            </p:cNvPr>
            <p:cNvSpPr txBox="1"/>
            <p:nvPr/>
          </p:nvSpPr>
          <p:spPr>
            <a:xfrm>
              <a:off x="5797600" y="3634334"/>
              <a:ext cx="2017797" cy="789960"/>
            </a:xfrm>
            <a:prstGeom prst="rect">
              <a:avLst/>
            </a:prstGeom>
            <a:noFill/>
          </p:spPr>
          <p:txBody>
            <a:bodyPr wrap="square" lIns="0" tIns="0" rIns="0" bIns="0" rtlCol="0" anchor="ctr">
              <a:spAutoFit/>
            </a:bodyPr>
            <a:lstStyle/>
            <a:p>
              <a:pPr marL="108000" marR="0" lvl="0" indent="-108000" defTabSz="914400" eaLnBrk="1" fontAlgn="auto" latinLnBrk="0" hangingPunct="1">
                <a:lnSpc>
                  <a:spcPct val="100000"/>
                </a:lnSpc>
                <a:spcBef>
                  <a:spcPts val="200"/>
                </a:spcBef>
                <a:spcAft>
                  <a:spcPts val="200"/>
                </a:spcAft>
                <a:buClrTx/>
                <a:buSzTx/>
                <a:buFont typeface="Wingdings" panose="05000000000000000000" pitchFamily="2" charset="2"/>
                <a:buChar char="§"/>
                <a:tabLst/>
                <a:defRPr/>
              </a:pPr>
              <a:r>
                <a:rPr kumimoji="0" lang="pt-BR" sz="1200" b="0" u="none" strike="noStrike" kern="0" cap="none" spc="0" normalizeH="0" baseline="0" noProof="0">
                  <a:ln>
                    <a:noFill/>
                  </a:ln>
                  <a:solidFill>
                    <a:schemeClr val="bg1"/>
                  </a:solidFill>
                  <a:effectLst/>
                  <a:uLnTx/>
                  <a:uFillTx/>
                  <a:latin typeface="Versos" panose="020B0503020204030204" pitchFamily="34" charset="77"/>
                </a:rPr>
                <a:t>Apresentação dos cases </a:t>
              </a:r>
            </a:p>
            <a:p>
              <a:pPr marL="108000" marR="0" lvl="0" indent="-108000" defTabSz="914400" eaLnBrk="1" fontAlgn="auto" latinLnBrk="0" hangingPunct="1">
                <a:lnSpc>
                  <a:spcPct val="100000"/>
                </a:lnSpc>
                <a:spcBef>
                  <a:spcPts val="200"/>
                </a:spcBef>
                <a:spcAft>
                  <a:spcPts val="200"/>
                </a:spcAft>
                <a:buClrTx/>
                <a:buSzTx/>
                <a:buFont typeface="Wingdings" panose="05000000000000000000" pitchFamily="2" charset="2"/>
                <a:buChar char="§"/>
                <a:tabLst/>
                <a:defRPr/>
              </a:pPr>
              <a:r>
                <a:rPr kumimoji="0" lang="pt-BR" sz="1200" b="0" u="none" strike="noStrike" kern="0" cap="none" spc="0" normalizeH="0" baseline="0" noProof="0">
                  <a:ln>
                    <a:noFill/>
                  </a:ln>
                  <a:solidFill>
                    <a:schemeClr val="bg1"/>
                  </a:solidFill>
                  <a:effectLst/>
                  <a:uLnTx/>
                  <a:uFillTx/>
                  <a:latin typeface="Versos" panose="020B0503020204030204" pitchFamily="34" charset="77"/>
                </a:rPr>
                <a:t>Aprovação da aquisição </a:t>
              </a:r>
              <a:br>
                <a:rPr kumimoji="0" lang="pt-BR" sz="1200" b="0" u="none" strike="noStrike" kern="0" cap="none" spc="0" normalizeH="0" baseline="0" noProof="0">
                  <a:ln>
                    <a:noFill/>
                  </a:ln>
                  <a:solidFill>
                    <a:schemeClr val="bg1"/>
                  </a:solidFill>
                  <a:effectLst/>
                  <a:uLnTx/>
                  <a:uFillTx/>
                  <a:latin typeface="Versos" panose="020B0503020204030204" pitchFamily="34" charset="77"/>
                </a:rPr>
              </a:br>
              <a:r>
                <a:rPr kumimoji="0" lang="pt-BR" sz="1200" b="0" u="none" strike="noStrike" kern="0" cap="none" spc="0" normalizeH="0" baseline="0" noProof="0">
                  <a:ln>
                    <a:noFill/>
                  </a:ln>
                  <a:solidFill>
                    <a:schemeClr val="bg1"/>
                  </a:solidFill>
                  <a:effectLst/>
                  <a:uLnTx/>
                  <a:uFillTx/>
                  <a:latin typeface="Versos" panose="020B0503020204030204" pitchFamily="34" charset="77"/>
                </a:rPr>
                <a:t>dos ativos e/ou </a:t>
              </a:r>
              <a:br>
                <a:rPr kumimoji="0" lang="pt-BR" sz="1200" b="0" u="none" strike="noStrike" kern="0" cap="none" spc="0" normalizeH="0" baseline="0" noProof="0">
                  <a:ln>
                    <a:noFill/>
                  </a:ln>
                  <a:solidFill>
                    <a:schemeClr val="bg1"/>
                  </a:solidFill>
                  <a:effectLst/>
                  <a:uLnTx/>
                  <a:uFillTx/>
                  <a:latin typeface="Versos" panose="020B0503020204030204" pitchFamily="34" charset="77"/>
                </a:rPr>
              </a:br>
              <a:r>
                <a:rPr kumimoji="0" lang="pt-BR" sz="1200" b="0" u="none" strike="noStrike" kern="0" cap="none" spc="0" normalizeH="0" baseline="0" noProof="0">
                  <a:ln>
                    <a:noFill/>
                  </a:ln>
                  <a:solidFill>
                    <a:schemeClr val="bg1"/>
                  </a:solidFill>
                  <a:effectLst/>
                  <a:uLnTx/>
                  <a:uFillTx/>
                  <a:latin typeface="Versos" panose="020B0503020204030204" pitchFamily="34" charset="77"/>
                </a:rPr>
                <a:t>desinvestimentos</a:t>
              </a:r>
            </a:p>
          </p:txBody>
        </p:sp>
      </p:grpSp>
      <p:grpSp>
        <p:nvGrpSpPr>
          <p:cNvPr id="49" name="Group 48">
            <a:extLst>
              <a:ext uri="{FF2B5EF4-FFF2-40B4-BE49-F238E27FC236}">
                <a16:creationId xmlns:a16="http://schemas.microsoft.com/office/drawing/2014/main" id="{56A7EDF4-0604-7F63-0EDA-8915F1FA9246}"/>
              </a:ext>
            </a:extLst>
          </p:cNvPr>
          <p:cNvGrpSpPr/>
          <p:nvPr/>
        </p:nvGrpSpPr>
        <p:grpSpPr>
          <a:xfrm>
            <a:off x="369705" y="4342166"/>
            <a:ext cx="1692146" cy="932018"/>
            <a:chOff x="369705" y="5403383"/>
            <a:chExt cx="1692146" cy="932018"/>
          </a:xfrm>
        </p:grpSpPr>
        <p:sp>
          <p:nvSpPr>
            <p:cNvPr id="15" name="object 133">
              <a:extLst>
                <a:ext uri="{FF2B5EF4-FFF2-40B4-BE49-F238E27FC236}">
                  <a16:creationId xmlns:a16="http://schemas.microsoft.com/office/drawing/2014/main" id="{93C64CBA-2550-B511-7FF4-6B39A0665A69}"/>
                </a:ext>
              </a:extLst>
            </p:cNvPr>
            <p:cNvSpPr txBox="1"/>
            <p:nvPr/>
          </p:nvSpPr>
          <p:spPr>
            <a:xfrm>
              <a:off x="369705" y="5403383"/>
              <a:ext cx="1079936" cy="476411"/>
            </a:xfrm>
            <a:prstGeom prst="rect">
              <a:avLst/>
            </a:prstGeom>
          </p:spPr>
          <p:txBody>
            <a:bodyPr vert="horz" wrap="square" lIns="0" tIns="14604" rIns="0" bIns="0" rtlCol="0">
              <a:spAutoFit/>
            </a:bodyPr>
            <a:lstStyle/>
            <a:p>
              <a:pPr marL="12700">
                <a:lnSpc>
                  <a:spcPct val="100000"/>
                </a:lnSpc>
                <a:spcBef>
                  <a:spcPts val="114"/>
                </a:spcBef>
              </a:pPr>
              <a:r>
                <a:rPr sz="3000" b="1" spc="45">
                  <a:solidFill>
                    <a:schemeClr val="bg2">
                      <a:lumMod val="90000"/>
                    </a:schemeClr>
                  </a:solidFill>
                  <a:latin typeface="Versos" panose="020B0503020204030204" pitchFamily="34" charset="0"/>
                  <a:cs typeface="Arial"/>
                </a:rPr>
                <a:t>01</a:t>
              </a:r>
              <a:endParaRPr sz="3000">
                <a:solidFill>
                  <a:schemeClr val="bg2">
                    <a:lumMod val="90000"/>
                  </a:schemeClr>
                </a:solidFill>
                <a:latin typeface="Versos" panose="020B0503020204030204" pitchFamily="34" charset="0"/>
                <a:cs typeface="Arial"/>
              </a:endParaRPr>
            </a:p>
          </p:txBody>
        </p:sp>
        <p:sp>
          <p:nvSpPr>
            <p:cNvPr id="17" name="CaixaDeTexto 23">
              <a:extLst>
                <a:ext uri="{FF2B5EF4-FFF2-40B4-BE49-F238E27FC236}">
                  <a16:creationId xmlns:a16="http://schemas.microsoft.com/office/drawing/2014/main" id="{ED4DCFF8-C29A-95A1-7809-E2E63D86A33B}"/>
                </a:ext>
              </a:extLst>
            </p:cNvPr>
            <p:cNvSpPr txBox="1"/>
            <p:nvPr/>
          </p:nvSpPr>
          <p:spPr>
            <a:xfrm>
              <a:off x="375042" y="5966069"/>
              <a:ext cx="1686809" cy="369332"/>
            </a:xfrm>
            <a:prstGeom prst="rect">
              <a:avLst/>
            </a:prstGeom>
            <a:noFill/>
          </p:spPr>
          <p:txBody>
            <a:bodyPr wrap="square" lIns="0" tIns="0" rIns="0" bIns="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200" b="1" i="0" u="none" strike="noStrike" kern="0" cap="none" spc="0" normalizeH="0" baseline="0" noProof="0">
                  <a:ln>
                    <a:noFill/>
                  </a:ln>
                  <a:solidFill>
                    <a:schemeClr val="bg1"/>
                  </a:solidFill>
                  <a:effectLst/>
                  <a:uLnTx/>
                  <a:uFillTx/>
                  <a:latin typeface="Versos" panose="020B0503020204030204" pitchFamily="34" charset="77"/>
                </a:rPr>
                <a:t>Originação </a:t>
              </a:r>
              <a:r>
                <a:rPr lang="pt-BR" sz="1200" b="1">
                  <a:solidFill>
                    <a:schemeClr val="bg1"/>
                  </a:solidFill>
                  <a:latin typeface="Versos" panose="020B0503020204030204" pitchFamily="34" charset="77"/>
                </a:rPr>
                <a:t>das </a:t>
              </a:r>
              <a:r>
                <a:rPr kumimoji="0" lang="pt-BR" sz="1200" b="1" i="0" u="none" strike="noStrike" kern="0" cap="none" spc="0" normalizeH="0" baseline="0" noProof="0">
                  <a:ln>
                    <a:noFill/>
                  </a:ln>
                  <a:solidFill>
                    <a:schemeClr val="bg1"/>
                  </a:solidFill>
                  <a:effectLst/>
                  <a:uLnTx/>
                  <a:uFillTx/>
                  <a:latin typeface="Versos" panose="020B0503020204030204" pitchFamily="34" charset="77"/>
                </a:rPr>
                <a:t>oportunidades </a:t>
              </a:r>
            </a:p>
          </p:txBody>
        </p:sp>
      </p:grpSp>
    </p:spTree>
    <p:extLst>
      <p:ext uri="{BB962C8B-B14F-4D97-AF65-F5344CB8AC3E}">
        <p14:creationId xmlns:p14="http://schemas.microsoft.com/office/powerpoint/2010/main" val="168753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a:extLst>
            <a:ext uri="{FF2B5EF4-FFF2-40B4-BE49-F238E27FC236}">
              <a16:creationId xmlns:a16="http://schemas.microsoft.com/office/drawing/2014/main" id="{0CE45C96-3BAD-5288-D590-76A332C91498}"/>
            </a:ext>
          </a:extLst>
        </p:cNvPr>
        <p:cNvGrpSpPr/>
        <p:nvPr/>
      </p:nvGrpSpPr>
      <p:grpSpPr>
        <a:xfrm>
          <a:off x="0" y="0"/>
          <a:ext cx="0" cy="0"/>
          <a:chOff x="0" y="0"/>
          <a:chExt cx="0" cy="0"/>
        </a:xfrm>
      </p:grpSpPr>
      <p:sp>
        <p:nvSpPr>
          <p:cNvPr id="16" name="Espaço Reservado para Número de Slide 5">
            <a:extLst>
              <a:ext uri="{FF2B5EF4-FFF2-40B4-BE49-F238E27FC236}">
                <a16:creationId xmlns:a16="http://schemas.microsoft.com/office/drawing/2014/main" id="{4490576C-BCCF-8CDE-EB63-BEEF77EAFBE3}"/>
              </a:ext>
            </a:extLst>
          </p:cNvPr>
          <p:cNvSpPr txBox="1">
            <a:spLocks/>
          </p:cNvSpPr>
          <p:nvPr/>
        </p:nvSpPr>
        <p:spPr>
          <a:xfrm>
            <a:off x="11561763" y="6473636"/>
            <a:ext cx="295275" cy="169277"/>
          </a:xfrm>
          <a:prstGeom prst="rect">
            <a:avLst/>
          </a:prstGeom>
        </p:spPr>
        <p:txBody>
          <a:bodyPr wrap="square" lIns="0" tIns="0" rIns="0" bIns="0">
            <a:sp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defRPr sz="1100" b="0" i="0" u="none" strike="noStrike" cap="none">
                <a:solidFill>
                  <a:schemeClr val="bg1"/>
                </a:solidFill>
                <a:latin typeface="Versos" panose="020B0503020204030204" pitchFamily="34" charset="0"/>
                <a:ea typeface="Arial"/>
                <a:cs typeface="Versos" panose="020B0503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77667D73-C69A-4DAA-9003-24A825D36FE9}" type="slidenum">
              <a:rPr lang="pt-BR" smtClean="0"/>
              <a:pPr/>
              <a:t>12</a:t>
            </a:fld>
            <a:endParaRPr lang="pt-BR"/>
          </a:p>
        </p:txBody>
      </p:sp>
      <p:sp>
        <p:nvSpPr>
          <p:cNvPr id="11" name="object 38">
            <a:extLst>
              <a:ext uri="{FF2B5EF4-FFF2-40B4-BE49-F238E27FC236}">
                <a16:creationId xmlns:a16="http://schemas.microsoft.com/office/drawing/2014/main" id="{62460BAE-C677-B2E1-629C-646BE0202C9B}"/>
              </a:ext>
            </a:extLst>
          </p:cNvPr>
          <p:cNvSpPr txBox="1">
            <a:spLocks/>
          </p:cNvSpPr>
          <p:nvPr/>
        </p:nvSpPr>
        <p:spPr>
          <a:xfrm>
            <a:off x="315195" y="531264"/>
            <a:ext cx="7850404" cy="287109"/>
          </a:xfrm>
          <a:prstGeom prst="rect">
            <a:avLst/>
          </a:prstGeom>
        </p:spPr>
        <p:txBody>
          <a:bodyPr vert="horz" wrap="square" lIns="0" tIns="10012" rIns="0" bIns="0" rtlCol="0">
            <a:spAutoFit/>
          </a:bodyPr>
          <a:lstStyle>
            <a:lvl1pPr eaLnBrk="1" hangingPunct="1">
              <a:defRPr>
                <a:latin typeface="+mj-lt"/>
                <a:ea typeface="+mj-ea"/>
                <a:cs typeface="+mj-cs"/>
              </a:defRPr>
            </a:lvl1pPr>
          </a:lstStyle>
          <a:p>
            <a:pPr marL="7701">
              <a:spcBef>
                <a:spcPts val="79"/>
              </a:spcBef>
              <a:buClrTx/>
              <a:buFontTx/>
            </a:pPr>
            <a:r>
              <a:rPr lang="pt-BR" sz="1800" b="1">
                <a:solidFill>
                  <a:schemeClr val="bg1"/>
                </a:solidFill>
                <a:latin typeface="Versos" panose="020B0503020204030204" pitchFamily="34" charset="77"/>
              </a:rPr>
              <a:t>Emissores, alocação de crédito e distribuição de rating</a:t>
            </a:r>
            <a:endParaRPr lang="pt-BR" sz="1800">
              <a:solidFill>
                <a:schemeClr val="bg1"/>
              </a:solidFill>
              <a:latin typeface="Versos" panose="020B0503020204030204" pitchFamily="34" charset="77"/>
            </a:endParaRPr>
          </a:p>
        </p:txBody>
      </p:sp>
      <p:sp>
        <p:nvSpPr>
          <p:cNvPr id="12" name="object 5">
            <a:extLst>
              <a:ext uri="{FF2B5EF4-FFF2-40B4-BE49-F238E27FC236}">
                <a16:creationId xmlns:a16="http://schemas.microsoft.com/office/drawing/2014/main" id="{755E4B44-DF8D-A05A-5A37-EBAEB2C2ED07}"/>
              </a:ext>
            </a:extLst>
          </p:cNvPr>
          <p:cNvSpPr/>
          <p:nvPr/>
        </p:nvSpPr>
        <p:spPr>
          <a:xfrm flipV="1">
            <a:off x="334963" y="87564"/>
            <a:ext cx="11520864" cy="25642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defTabSz="554492">
              <a:buClrTx/>
              <a:defRPr/>
            </a:pPr>
            <a:endParaRPr sz="1092">
              <a:solidFill>
                <a:sysClr val="windowText" lastClr="000000"/>
              </a:solidFill>
            </a:endParaRPr>
          </a:p>
        </p:txBody>
      </p:sp>
      <p:sp>
        <p:nvSpPr>
          <p:cNvPr id="23" name="object 5">
            <a:extLst>
              <a:ext uri="{FF2B5EF4-FFF2-40B4-BE49-F238E27FC236}">
                <a16:creationId xmlns:a16="http://schemas.microsoft.com/office/drawing/2014/main" id="{1B89647C-4ABC-B70A-C9FA-C501A90F3D72}"/>
              </a:ext>
            </a:extLst>
          </p:cNvPr>
          <p:cNvSpPr/>
          <p:nvPr/>
        </p:nvSpPr>
        <p:spPr>
          <a:xfrm flipV="1">
            <a:off x="334962" y="6294310"/>
            <a:ext cx="11097267" cy="256427"/>
          </a:xfrm>
          <a:custGeom>
            <a:avLst/>
            <a:gdLst/>
            <a:ahLst/>
            <a:cxnLst/>
            <a:rect l="l" t="t" r="r" b="b"/>
            <a:pathLst>
              <a:path w="19125565">
                <a:moveTo>
                  <a:pt x="0" y="0"/>
                </a:moveTo>
                <a:lnTo>
                  <a:pt x="19125114" y="0"/>
                </a:lnTo>
              </a:path>
            </a:pathLst>
          </a:custGeom>
          <a:ln w="6350">
            <a:solidFill>
              <a:srgbClr val="FFFFFF"/>
            </a:solidFill>
          </a:ln>
        </p:spPr>
        <p:txBody>
          <a:bodyPr wrap="square" lIns="0" tIns="0" rIns="0" bIns="0" rtlCol="0"/>
          <a:lstStyle/>
          <a:p>
            <a:pPr defTabSz="554492">
              <a:buClrTx/>
              <a:defRPr/>
            </a:pPr>
            <a:endParaRPr sz="1092">
              <a:solidFill>
                <a:sysClr val="windowText" lastClr="000000"/>
              </a:solidFill>
            </a:endParaRPr>
          </a:p>
        </p:txBody>
      </p:sp>
      <p:grpSp>
        <p:nvGrpSpPr>
          <p:cNvPr id="39" name="Group 38">
            <a:extLst>
              <a:ext uri="{FF2B5EF4-FFF2-40B4-BE49-F238E27FC236}">
                <a16:creationId xmlns:a16="http://schemas.microsoft.com/office/drawing/2014/main" id="{CBE2E032-3F54-F3A2-AD82-52A82E4921E2}"/>
              </a:ext>
            </a:extLst>
          </p:cNvPr>
          <p:cNvGrpSpPr/>
          <p:nvPr/>
        </p:nvGrpSpPr>
        <p:grpSpPr>
          <a:xfrm>
            <a:off x="315194" y="1470638"/>
            <a:ext cx="11540633" cy="302405"/>
            <a:chOff x="315194" y="1470638"/>
            <a:chExt cx="9943927" cy="302405"/>
          </a:xfrm>
        </p:grpSpPr>
        <p:grpSp>
          <p:nvGrpSpPr>
            <p:cNvPr id="14" name="Group 13">
              <a:extLst>
                <a:ext uri="{FF2B5EF4-FFF2-40B4-BE49-F238E27FC236}">
                  <a16:creationId xmlns:a16="http://schemas.microsoft.com/office/drawing/2014/main" id="{31051A2B-4EAC-3FAC-CBB0-9D363367BB2C}"/>
                </a:ext>
              </a:extLst>
            </p:cNvPr>
            <p:cNvGrpSpPr/>
            <p:nvPr/>
          </p:nvGrpSpPr>
          <p:grpSpPr>
            <a:xfrm>
              <a:off x="315194" y="1470638"/>
              <a:ext cx="4858971" cy="302405"/>
              <a:chOff x="315195" y="1470638"/>
              <a:chExt cx="3925202" cy="302405"/>
            </a:xfrm>
          </p:grpSpPr>
          <p:sp>
            <p:nvSpPr>
              <p:cNvPr id="3" name="object 19">
                <a:extLst>
                  <a:ext uri="{FF2B5EF4-FFF2-40B4-BE49-F238E27FC236}">
                    <a16:creationId xmlns:a16="http://schemas.microsoft.com/office/drawing/2014/main" id="{99E5494A-9545-89A2-3DE4-69BC44E05A0B}"/>
                  </a:ext>
                </a:extLst>
              </p:cNvPr>
              <p:cNvSpPr txBox="1"/>
              <p:nvPr/>
            </p:nvSpPr>
            <p:spPr>
              <a:xfrm>
                <a:off x="315195" y="1470638"/>
                <a:ext cx="3089502" cy="184666"/>
              </a:xfrm>
              <a:prstGeom prst="rect">
                <a:avLst/>
              </a:prstGeom>
            </p:spPr>
            <p:txBody>
              <a:bodyPr vert="horz" wrap="square" lIns="0" tIns="0" rIns="0" bIns="0" rtlCol="0" anchor="ctr" anchorCtr="0">
                <a:spAutoFit/>
              </a:bodyPr>
              <a:lstStyle/>
              <a:p>
                <a:pPr marL="7701" marR="3081" defTabSz="554466">
                  <a:spcBef>
                    <a:spcPts val="346"/>
                  </a:spcBef>
                  <a:buClrTx/>
                  <a:defRPr/>
                </a:pPr>
                <a:r>
                  <a:rPr lang="pt-BR" sz="1200">
                    <a:solidFill>
                      <a:schemeClr val="bg1"/>
                    </a:solidFill>
                    <a:latin typeface="Versos"/>
                    <a:cs typeface="Versos"/>
                  </a:rPr>
                  <a:t>PRINCIPAIS EMISSORES</a:t>
                </a:r>
              </a:p>
            </p:txBody>
          </p:sp>
          <p:cxnSp>
            <p:nvCxnSpPr>
              <p:cNvPr id="8" name="Straight Connector 7">
                <a:extLst>
                  <a:ext uri="{FF2B5EF4-FFF2-40B4-BE49-F238E27FC236}">
                    <a16:creationId xmlns:a16="http://schemas.microsoft.com/office/drawing/2014/main" id="{C871F396-4251-EAA7-5293-A2307158FE64}"/>
                  </a:ext>
                </a:extLst>
              </p:cNvPr>
              <p:cNvCxnSpPr>
                <a:cxnSpLocks/>
              </p:cNvCxnSpPr>
              <p:nvPr/>
            </p:nvCxnSpPr>
            <p:spPr>
              <a:xfrm>
                <a:off x="315195" y="1773043"/>
                <a:ext cx="3925202" cy="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BC15E5B5-19D3-38F1-2C2C-994D3B4795D2}"/>
                </a:ext>
              </a:extLst>
            </p:cNvPr>
            <p:cNvGrpSpPr/>
            <p:nvPr/>
          </p:nvGrpSpPr>
          <p:grpSpPr>
            <a:xfrm>
              <a:off x="5400150" y="1470638"/>
              <a:ext cx="4858971" cy="302405"/>
              <a:chOff x="315195" y="1470638"/>
              <a:chExt cx="3925202" cy="302405"/>
            </a:xfrm>
          </p:grpSpPr>
          <p:sp>
            <p:nvSpPr>
              <p:cNvPr id="28" name="object 19">
                <a:extLst>
                  <a:ext uri="{FF2B5EF4-FFF2-40B4-BE49-F238E27FC236}">
                    <a16:creationId xmlns:a16="http://schemas.microsoft.com/office/drawing/2014/main" id="{780434EA-7021-3D50-A36C-1ACAECF92BC9}"/>
                  </a:ext>
                </a:extLst>
              </p:cNvPr>
              <p:cNvSpPr txBox="1"/>
              <p:nvPr/>
            </p:nvSpPr>
            <p:spPr>
              <a:xfrm>
                <a:off x="315195" y="1470638"/>
                <a:ext cx="3089502" cy="184666"/>
              </a:xfrm>
              <a:prstGeom prst="rect">
                <a:avLst/>
              </a:prstGeom>
            </p:spPr>
            <p:txBody>
              <a:bodyPr vert="horz" wrap="square" lIns="0" tIns="0" rIns="0" bIns="0" rtlCol="0" anchor="ctr" anchorCtr="0">
                <a:spAutoFit/>
              </a:bodyPr>
              <a:lstStyle/>
              <a:p>
                <a:pPr marL="7701" marR="3081" defTabSz="554466">
                  <a:spcBef>
                    <a:spcPts val="346"/>
                  </a:spcBef>
                  <a:buClrTx/>
                  <a:defRPr/>
                </a:pPr>
                <a:r>
                  <a:rPr lang="pt-BR" sz="1200">
                    <a:solidFill>
                      <a:schemeClr val="bg1"/>
                    </a:solidFill>
                    <a:latin typeface="Versos"/>
                    <a:cs typeface="Versos"/>
                  </a:rPr>
                  <a:t>ALOCAÇÃO DA CARTEIRA DE CRÉDITO POR SETOR</a:t>
                </a:r>
              </a:p>
            </p:txBody>
          </p:sp>
          <p:cxnSp>
            <p:nvCxnSpPr>
              <p:cNvPr id="32" name="Straight Connector 31">
                <a:extLst>
                  <a:ext uri="{FF2B5EF4-FFF2-40B4-BE49-F238E27FC236}">
                    <a16:creationId xmlns:a16="http://schemas.microsoft.com/office/drawing/2014/main" id="{5604D473-65D9-8C08-86D2-3B4F15FF2656}"/>
                  </a:ext>
                </a:extLst>
              </p:cNvPr>
              <p:cNvCxnSpPr>
                <a:cxnSpLocks/>
              </p:cNvCxnSpPr>
              <p:nvPr/>
            </p:nvCxnSpPr>
            <p:spPr>
              <a:xfrm>
                <a:off x="315195" y="1773043"/>
                <a:ext cx="3925202" cy="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grpSp>
      </p:grpSp>
      <p:grpSp>
        <p:nvGrpSpPr>
          <p:cNvPr id="41" name="Group 40">
            <a:extLst>
              <a:ext uri="{FF2B5EF4-FFF2-40B4-BE49-F238E27FC236}">
                <a16:creationId xmlns:a16="http://schemas.microsoft.com/office/drawing/2014/main" id="{438C8426-DA1F-93A5-06B3-12C17F4D2834}"/>
              </a:ext>
            </a:extLst>
          </p:cNvPr>
          <p:cNvGrpSpPr/>
          <p:nvPr/>
        </p:nvGrpSpPr>
        <p:grpSpPr>
          <a:xfrm>
            <a:off x="315194" y="3941344"/>
            <a:ext cx="5639181" cy="302405"/>
            <a:chOff x="315195" y="1470638"/>
            <a:chExt cx="3925202" cy="302405"/>
          </a:xfrm>
        </p:grpSpPr>
        <p:sp>
          <p:nvSpPr>
            <p:cNvPr id="45" name="object 19">
              <a:extLst>
                <a:ext uri="{FF2B5EF4-FFF2-40B4-BE49-F238E27FC236}">
                  <a16:creationId xmlns:a16="http://schemas.microsoft.com/office/drawing/2014/main" id="{A32E9329-2FE9-3F6B-E8D7-3FE08DD8E570}"/>
                </a:ext>
              </a:extLst>
            </p:cNvPr>
            <p:cNvSpPr txBox="1"/>
            <p:nvPr/>
          </p:nvSpPr>
          <p:spPr>
            <a:xfrm>
              <a:off x="315195" y="1470638"/>
              <a:ext cx="3089502" cy="184666"/>
            </a:xfrm>
            <a:prstGeom prst="rect">
              <a:avLst/>
            </a:prstGeom>
          </p:spPr>
          <p:txBody>
            <a:bodyPr vert="horz" wrap="square" lIns="0" tIns="0" rIns="0" bIns="0" rtlCol="0" anchor="ctr" anchorCtr="0">
              <a:spAutoFit/>
            </a:bodyPr>
            <a:lstStyle/>
            <a:p>
              <a:pPr marL="7701" marR="3081" defTabSz="554466">
                <a:spcBef>
                  <a:spcPts val="346"/>
                </a:spcBef>
                <a:buClrTx/>
                <a:defRPr/>
              </a:pPr>
              <a:r>
                <a:rPr lang="pt-BR" sz="1200">
                  <a:solidFill>
                    <a:schemeClr val="bg1"/>
                  </a:solidFill>
                  <a:latin typeface="Versos"/>
                  <a:cs typeface="Versos"/>
                </a:rPr>
                <a:t>DISTRIBUIÇÃO DE RATING DA CARTEIRA DE CRÉDITO</a:t>
              </a:r>
            </a:p>
          </p:txBody>
        </p:sp>
        <p:cxnSp>
          <p:nvCxnSpPr>
            <p:cNvPr id="46" name="Straight Connector 45">
              <a:extLst>
                <a:ext uri="{FF2B5EF4-FFF2-40B4-BE49-F238E27FC236}">
                  <a16:creationId xmlns:a16="http://schemas.microsoft.com/office/drawing/2014/main" id="{9079B07D-5211-B5F5-C348-7A4C3B5DAB62}"/>
                </a:ext>
              </a:extLst>
            </p:cNvPr>
            <p:cNvCxnSpPr>
              <a:cxnSpLocks/>
            </p:cNvCxnSpPr>
            <p:nvPr/>
          </p:nvCxnSpPr>
          <p:spPr>
            <a:xfrm>
              <a:off x="315195" y="1773043"/>
              <a:ext cx="3925202" cy="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2" name="Chart 5">
            <a:extLst>
              <a:ext uri="{FF2B5EF4-FFF2-40B4-BE49-F238E27FC236}">
                <a16:creationId xmlns:a16="http://schemas.microsoft.com/office/drawing/2014/main" id="{29BFDB38-69C4-44FC-8495-3DE934415DD7}"/>
              </a:ext>
            </a:extLst>
          </p:cNvPr>
          <p:cNvGraphicFramePr>
            <a:graphicFrameLocks/>
          </p:cNvGraphicFramePr>
          <p:nvPr>
            <p:extLst>
              <p:ext uri="{D42A27DB-BD31-4B8C-83A1-F6EECF244321}">
                <p14:modId xmlns:p14="http://schemas.microsoft.com/office/powerpoint/2010/main" val="834631011"/>
              </p:ext>
            </p:extLst>
          </p:nvPr>
        </p:nvGraphicFramePr>
        <p:xfrm>
          <a:off x="-2004647" y="1825912"/>
          <a:ext cx="7690338" cy="187995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6">
            <a:extLst>
              <a:ext uri="{FF2B5EF4-FFF2-40B4-BE49-F238E27FC236}">
                <a16:creationId xmlns:a16="http://schemas.microsoft.com/office/drawing/2014/main" id="{94E308F0-9F8A-4757-8175-DAF4DE86B096}"/>
              </a:ext>
            </a:extLst>
          </p:cNvPr>
          <p:cNvGraphicFramePr>
            <a:graphicFrameLocks/>
          </p:cNvGraphicFramePr>
          <p:nvPr>
            <p:extLst>
              <p:ext uri="{D42A27DB-BD31-4B8C-83A1-F6EECF244321}">
                <p14:modId xmlns:p14="http://schemas.microsoft.com/office/powerpoint/2010/main" val="937503182"/>
              </p:ext>
            </p:extLst>
          </p:nvPr>
        </p:nvGraphicFramePr>
        <p:xfrm>
          <a:off x="145467" y="4260763"/>
          <a:ext cx="6285313" cy="181198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9BDB515A-1F86-4604-93F1-EE287629D1FF}"/>
              </a:ext>
            </a:extLst>
          </p:cNvPr>
          <p:cNvGraphicFramePr>
            <a:graphicFrameLocks/>
          </p:cNvGraphicFramePr>
          <p:nvPr>
            <p:extLst>
              <p:ext uri="{D42A27DB-BD31-4B8C-83A1-F6EECF244321}">
                <p14:modId xmlns:p14="http://schemas.microsoft.com/office/powerpoint/2010/main" val="16238597"/>
              </p:ext>
            </p:extLst>
          </p:nvPr>
        </p:nvGraphicFramePr>
        <p:xfrm>
          <a:off x="4726337" y="1883255"/>
          <a:ext cx="7320196" cy="466747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544388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a:extLst>
            <a:ext uri="{FF2B5EF4-FFF2-40B4-BE49-F238E27FC236}">
              <a16:creationId xmlns:a16="http://schemas.microsoft.com/office/drawing/2014/main" id="{2836776C-1E54-F911-B092-04F486AAA8F5}"/>
            </a:ext>
          </a:extLst>
        </p:cNvPr>
        <p:cNvGrpSpPr/>
        <p:nvPr/>
      </p:nvGrpSpPr>
      <p:grpSpPr>
        <a:xfrm>
          <a:off x="0" y="0"/>
          <a:ext cx="0" cy="0"/>
          <a:chOff x="0" y="0"/>
          <a:chExt cx="0" cy="0"/>
        </a:xfrm>
      </p:grpSpPr>
      <p:pic>
        <p:nvPicPr>
          <p:cNvPr id="42" name="Imagem 41">
            <a:extLst>
              <a:ext uri="{FF2B5EF4-FFF2-40B4-BE49-F238E27FC236}">
                <a16:creationId xmlns:a16="http://schemas.microsoft.com/office/drawing/2014/main" id="{7B8D616E-A49B-02E3-10D5-A34CB8CBE836}"/>
              </a:ext>
            </a:extLst>
          </p:cNvPr>
          <p:cNvPicPr>
            <a:picLocks noChangeAspect="1"/>
          </p:cNvPicPr>
          <p:nvPr/>
        </p:nvPicPr>
        <p:blipFill rotWithShape="1">
          <a:blip r:embed="rId3">
            <a:grayscl/>
            <a:alphaModFix amt="35000"/>
          </a:blip>
          <a:srcRect t="7340" b="7340"/>
          <a:stretch>
            <a:fillRect/>
          </a:stretch>
        </p:blipFill>
        <p:spPr>
          <a:xfrm>
            <a:off x="1198" y="0"/>
            <a:ext cx="12190374" cy="6858000"/>
          </a:xfrm>
          <a:prstGeom prst="rect">
            <a:avLst/>
          </a:prstGeom>
          <a:gradFill>
            <a:gsLst>
              <a:gs pos="100000">
                <a:schemeClr val="tx1">
                  <a:lumMod val="95000"/>
                  <a:lumOff val="5000"/>
                </a:schemeClr>
              </a:gs>
              <a:gs pos="0">
                <a:schemeClr val="tx1">
                  <a:lumMod val="85000"/>
                  <a:lumOff val="15000"/>
                </a:schemeClr>
              </a:gs>
            </a:gsLst>
            <a:lin ang="7200000" scaled="0"/>
          </a:gradFill>
        </p:spPr>
      </p:pic>
      <p:sp>
        <p:nvSpPr>
          <p:cNvPr id="31" name="object 6">
            <a:extLst>
              <a:ext uri="{FF2B5EF4-FFF2-40B4-BE49-F238E27FC236}">
                <a16:creationId xmlns:a16="http://schemas.microsoft.com/office/drawing/2014/main" id="{AB1B2E14-6D34-DBA3-D4C6-5662DE0F4293}"/>
              </a:ext>
            </a:extLst>
          </p:cNvPr>
          <p:cNvSpPr txBox="1">
            <a:spLocks noGrp="1"/>
          </p:cNvSpPr>
          <p:nvPr>
            <p:ph type="title" idx="4294967295"/>
          </p:nvPr>
        </p:nvSpPr>
        <p:spPr>
          <a:xfrm>
            <a:off x="4529065" y="2976408"/>
            <a:ext cx="3133870" cy="905184"/>
          </a:xfrm>
          <a:prstGeom prst="rect">
            <a:avLst/>
          </a:prstGeom>
        </p:spPr>
        <p:txBody>
          <a:bodyPr vert="horz" wrap="square" lIns="0" tIns="0" rIns="0" bIns="0" rtlCol="0">
            <a:spAutoFit/>
          </a:bodyPr>
          <a:lstStyle/>
          <a:p>
            <a:pPr algn="ctr"/>
            <a:r>
              <a:rPr lang="pt-BR" sz="5882">
                <a:solidFill>
                  <a:schemeClr val="bg1"/>
                </a:solidFill>
                <a:latin typeface="Versos" panose="020B0503020204030204" pitchFamily="34" charset="77"/>
              </a:rPr>
              <a:t>GESTÃO</a:t>
            </a:r>
            <a:endParaRPr sz="5882">
              <a:solidFill>
                <a:schemeClr val="bg1"/>
              </a:solidFill>
              <a:latin typeface="Versos" panose="020B0503020204030204" pitchFamily="34" charset="77"/>
            </a:endParaRPr>
          </a:p>
        </p:txBody>
      </p:sp>
      <p:sp>
        <p:nvSpPr>
          <p:cNvPr id="13" name="Slide Number Placeholder 12">
            <a:extLst>
              <a:ext uri="{FF2B5EF4-FFF2-40B4-BE49-F238E27FC236}">
                <a16:creationId xmlns:a16="http://schemas.microsoft.com/office/drawing/2014/main" id="{F3F1DE8E-76BC-61E9-AF18-322AF5F5F7CF}"/>
              </a:ext>
            </a:extLst>
          </p:cNvPr>
          <p:cNvSpPr>
            <a:spLocks noGrp="1"/>
          </p:cNvSpPr>
          <p:nvPr>
            <p:ph type="sldNum" sz="quarter" idx="4294967295"/>
          </p:nvPr>
        </p:nvSpPr>
        <p:spPr/>
        <p:txBody>
          <a:bodyPr/>
          <a:lstStyle/>
          <a:p>
            <a:pPr marL="20023">
              <a:spcBef>
                <a:spcPts val="45"/>
              </a:spcBef>
            </a:pPr>
            <a:fld id="{81D60167-4931-47E6-BA6A-407CBD079E47}" type="slidenum">
              <a:rPr lang="pt-BR" spc="-15" smtClean="0"/>
              <a:pPr marL="20023">
                <a:spcBef>
                  <a:spcPts val="45"/>
                </a:spcBef>
              </a:pPr>
              <a:t>13</a:t>
            </a:fld>
            <a:endParaRPr lang="pt-BR" spc="-15"/>
          </a:p>
        </p:txBody>
      </p:sp>
      <p:pic>
        <p:nvPicPr>
          <p:cNvPr id="4" name="Picture 8">
            <a:extLst>
              <a:ext uri="{FF2B5EF4-FFF2-40B4-BE49-F238E27FC236}">
                <a16:creationId xmlns:a16="http://schemas.microsoft.com/office/drawing/2014/main" id="{018E6FE9-86F0-26E0-2F3E-A4099838417A}"/>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17" t="-23966" r="-8117" b="-23966"/>
          <a:stretch/>
        </p:blipFill>
        <p:spPr>
          <a:xfrm>
            <a:off x="5549185" y="489021"/>
            <a:ext cx="1093631" cy="473589"/>
          </a:xfrm>
          <a:prstGeom prst="rect">
            <a:avLst/>
          </a:prstGeom>
        </p:spPr>
      </p:pic>
      <p:pic>
        <p:nvPicPr>
          <p:cNvPr id="2" name="Graphic 1">
            <a:extLst>
              <a:ext uri="{FF2B5EF4-FFF2-40B4-BE49-F238E27FC236}">
                <a16:creationId xmlns:a16="http://schemas.microsoft.com/office/drawing/2014/main" id="{3367E540-146F-FC5D-E6EB-4EDC2423A97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76868" y="5922032"/>
            <a:ext cx="3638265" cy="434196"/>
          </a:xfrm>
          <a:prstGeom prst="rect">
            <a:avLst/>
          </a:prstGeom>
        </p:spPr>
      </p:pic>
    </p:spTree>
    <p:extLst>
      <p:ext uri="{BB962C8B-B14F-4D97-AF65-F5344CB8AC3E}">
        <p14:creationId xmlns:p14="http://schemas.microsoft.com/office/powerpoint/2010/main" val="1593118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a:extLst>
            <a:ext uri="{FF2B5EF4-FFF2-40B4-BE49-F238E27FC236}">
              <a16:creationId xmlns:a16="http://schemas.microsoft.com/office/drawing/2014/main" id="{180B88B0-7C48-DEC6-33D2-833441B47C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B0CFA7-42D9-397D-1482-C7B648BBA5B3}"/>
              </a:ext>
            </a:extLst>
          </p:cNvPr>
          <p:cNvSpPr>
            <a:spLocks noGrp="1"/>
          </p:cNvSpPr>
          <p:nvPr>
            <p:ph type="sldNum" sz="quarter" idx="12"/>
          </p:nvPr>
        </p:nvSpPr>
        <p:spPr/>
        <p:txBody>
          <a:bodyPr/>
          <a:lstStyle/>
          <a:p>
            <a:pPr marL="0" marR="0" lvl="0" indent="0" algn="r" defTabSz="914358" rtl="0" eaLnBrk="1" fontAlgn="auto" latinLnBrk="0" hangingPunct="1">
              <a:lnSpc>
                <a:spcPct val="100000"/>
              </a:lnSpc>
              <a:spcBef>
                <a:spcPts val="0"/>
              </a:spcBef>
              <a:spcAft>
                <a:spcPts val="0"/>
              </a:spcAft>
              <a:buClr>
                <a:srgbClr val="000000"/>
              </a:buClr>
              <a:buSzTx/>
              <a:buFont typeface="Arial"/>
              <a:buNone/>
              <a:tabLst/>
              <a:defRPr/>
            </a:pPr>
            <a:fld id="{77667D73-C69A-4DAA-9003-24A825D36FE9}" type="slidenum">
              <a:rPr kumimoji="0" lang="pt-BR" sz="1100" b="0" i="0" u="none" strike="noStrike" kern="0" cap="none" spc="0" normalizeH="0" baseline="0" noProof="0" smtClean="0">
                <a:ln>
                  <a:noFill/>
                </a:ln>
                <a:solidFill>
                  <a:srgbClr val="FFFFFF"/>
                </a:solidFill>
                <a:effectLst/>
                <a:uLnTx/>
                <a:uFillTx/>
                <a:latin typeface="Versos" panose="020B0503020204030204" pitchFamily="34" charset="0"/>
                <a:ea typeface="+mn-ea"/>
                <a:sym typeface="Arial"/>
              </a:rPr>
              <a:pPr marL="0" marR="0" lvl="0" indent="0" algn="r" defTabSz="914358" rtl="0" eaLnBrk="1" fontAlgn="auto" latinLnBrk="0" hangingPunct="1">
                <a:lnSpc>
                  <a:spcPct val="100000"/>
                </a:lnSpc>
                <a:spcBef>
                  <a:spcPts val="0"/>
                </a:spcBef>
                <a:spcAft>
                  <a:spcPts val="0"/>
                </a:spcAft>
                <a:buClr>
                  <a:srgbClr val="000000"/>
                </a:buClr>
                <a:buSzTx/>
                <a:buFont typeface="Arial"/>
                <a:buNone/>
                <a:tabLst/>
                <a:defRPr/>
              </a:pPr>
              <a:t>14</a:t>
            </a:fld>
            <a:endParaRPr kumimoji="0" lang="pt-BR" sz="1100" b="0" i="0" u="none" strike="noStrike" kern="0" cap="none" spc="0" normalizeH="0" baseline="0" noProof="0">
              <a:ln>
                <a:noFill/>
              </a:ln>
              <a:solidFill>
                <a:srgbClr val="FFFFFF"/>
              </a:solidFill>
              <a:effectLst/>
              <a:uLnTx/>
              <a:uFillTx/>
              <a:latin typeface="Versos" panose="020B0503020204030204" pitchFamily="34" charset="0"/>
              <a:ea typeface="+mn-ea"/>
              <a:sym typeface="Arial"/>
            </a:endParaRPr>
          </a:p>
        </p:txBody>
      </p:sp>
      <p:sp>
        <p:nvSpPr>
          <p:cNvPr id="3" name="Text Placeholder 2">
            <a:extLst>
              <a:ext uri="{FF2B5EF4-FFF2-40B4-BE49-F238E27FC236}">
                <a16:creationId xmlns:a16="http://schemas.microsoft.com/office/drawing/2014/main" id="{B958EC6A-91E7-6647-398C-DDA5DCC2BB49}"/>
              </a:ext>
            </a:extLst>
          </p:cNvPr>
          <p:cNvSpPr>
            <a:spLocks noGrp="1"/>
          </p:cNvSpPr>
          <p:nvPr>
            <p:ph type="body" sz="quarter" idx="13"/>
          </p:nvPr>
        </p:nvSpPr>
        <p:spPr>
          <a:xfrm>
            <a:off x="335368" y="368301"/>
            <a:ext cx="10459190" cy="430887"/>
          </a:xfrm>
        </p:spPr>
        <p:txBody>
          <a:bodyPr/>
          <a:lstStyle/>
          <a:p>
            <a:r>
              <a:rPr lang="pt-BR"/>
              <a:t>Crédito </a:t>
            </a:r>
            <a:r>
              <a:rPr lang="pt-BR" b="1"/>
              <a:t>High Grade</a:t>
            </a:r>
          </a:p>
        </p:txBody>
      </p:sp>
      <p:sp>
        <p:nvSpPr>
          <p:cNvPr id="76" name="Picture 8">
            <a:extLst>
              <a:ext uri="{FF2B5EF4-FFF2-40B4-BE49-F238E27FC236}">
                <a16:creationId xmlns:a16="http://schemas.microsoft.com/office/drawing/2014/main" id="{3150DD67-6A0E-F53B-2CAA-C7D7582F529E}"/>
              </a:ext>
            </a:extLst>
          </p:cNvPr>
          <p:cNvSpPr/>
          <p:nvPr/>
        </p:nvSpPr>
        <p:spPr>
          <a:xfrm>
            <a:off x="11090836" y="377393"/>
            <a:ext cx="765798" cy="260068"/>
          </a:xfrm>
          <a:custGeom>
            <a:avLst/>
            <a:gdLst>
              <a:gd name="connsiteX0" fmla="*/ 739575 w 765852"/>
              <a:gd name="connsiteY0" fmla="*/ 143884 h 260086"/>
              <a:gd name="connsiteX1" fmla="*/ 765852 w 765852"/>
              <a:gd name="connsiteY1" fmla="*/ 83403 h 260086"/>
              <a:gd name="connsiteX2" fmla="*/ 739575 w 765852"/>
              <a:gd name="connsiteY2" fmla="*/ 22921 h 260086"/>
              <a:gd name="connsiteX3" fmla="*/ 672177 w 765852"/>
              <a:gd name="connsiteY3" fmla="*/ 0 h 260086"/>
              <a:gd name="connsiteX4" fmla="*/ 604779 w 765852"/>
              <a:gd name="connsiteY4" fmla="*/ 22921 h 260086"/>
              <a:gd name="connsiteX5" fmla="*/ 578501 w 765852"/>
              <a:gd name="connsiteY5" fmla="*/ 83403 h 260086"/>
              <a:gd name="connsiteX6" fmla="*/ 604779 w 765852"/>
              <a:gd name="connsiteY6" fmla="*/ 143884 h 260086"/>
              <a:gd name="connsiteX7" fmla="*/ 672177 w 765852"/>
              <a:gd name="connsiteY7" fmla="*/ 166805 h 260086"/>
              <a:gd name="connsiteX8" fmla="*/ 739575 w 765852"/>
              <a:gd name="connsiteY8" fmla="*/ 143884 h 260086"/>
              <a:gd name="connsiteX9" fmla="*/ 604595 w 765852"/>
              <a:gd name="connsiteY9" fmla="*/ 83403 h 260086"/>
              <a:gd name="connsiteX10" fmla="*/ 622611 w 765852"/>
              <a:gd name="connsiteY10" fmla="*/ 41871 h 260086"/>
              <a:gd name="connsiteX11" fmla="*/ 672177 w 765852"/>
              <a:gd name="connsiteY11" fmla="*/ 25719 h 260086"/>
              <a:gd name="connsiteX12" fmla="*/ 721742 w 765852"/>
              <a:gd name="connsiteY12" fmla="*/ 41871 h 260086"/>
              <a:gd name="connsiteX13" fmla="*/ 739759 w 765852"/>
              <a:gd name="connsiteY13" fmla="*/ 83403 h 260086"/>
              <a:gd name="connsiteX14" fmla="*/ 721742 w 765852"/>
              <a:gd name="connsiteY14" fmla="*/ 124934 h 260086"/>
              <a:gd name="connsiteX15" fmla="*/ 672177 w 765852"/>
              <a:gd name="connsiteY15" fmla="*/ 141077 h 260086"/>
              <a:gd name="connsiteX16" fmla="*/ 622611 w 765852"/>
              <a:gd name="connsiteY16" fmla="*/ 124934 h 260086"/>
              <a:gd name="connsiteX17" fmla="*/ 604595 w 765852"/>
              <a:gd name="connsiteY17" fmla="*/ 83403 h 260086"/>
              <a:gd name="connsiteX18" fmla="*/ 238310 w 765852"/>
              <a:gd name="connsiteY18" fmla="*/ 207181 h 260086"/>
              <a:gd name="connsiteX19" fmla="*/ 249560 w 765852"/>
              <a:gd name="connsiteY19" fmla="*/ 204081 h 260086"/>
              <a:gd name="connsiteX20" fmla="*/ 261562 w 765852"/>
              <a:gd name="connsiteY20" fmla="*/ 207713 h 260086"/>
              <a:gd name="connsiteX21" fmla="*/ 268163 w 765852"/>
              <a:gd name="connsiteY21" fmla="*/ 217812 h 260086"/>
              <a:gd name="connsiteX22" fmla="*/ 275874 w 765852"/>
              <a:gd name="connsiteY22" fmla="*/ 217812 h 260086"/>
              <a:gd name="connsiteX23" fmla="*/ 267145 w 765852"/>
              <a:gd name="connsiteY23" fmla="*/ 202568 h 260086"/>
              <a:gd name="connsiteX24" fmla="*/ 249917 w 765852"/>
              <a:gd name="connsiteY24" fmla="*/ 196982 h 260086"/>
              <a:gd name="connsiteX25" fmla="*/ 234322 w 765852"/>
              <a:gd name="connsiteY25" fmla="*/ 200926 h 260086"/>
              <a:gd name="connsiteX26" fmla="*/ 223961 w 765852"/>
              <a:gd name="connsiteY26" fmla="*/ 212052 h 260086"/>
              <a:gd name="connsiteX27" fmla="*/ 220330 w 765852"/>
              <a:gd name="connsiteY27" fmla="*/ 228534 h 260086"/>
              <a:gd name="connsiteX28" fmla="*/ 223961 w 765852"/>
              <a:gd name="connsiteY28" fmla="*/ 245062 h 260086"/>
              <a:gd name="connsiteX29" fmla="*/ 234322 w 765852"/>
              <a:gd name="connsiteY29" fmla="*/ 256142 h 260086"/>
              <a:gd name="connsiteX30" fmla="*/ 249917 w 765852"/>
              <a:gd name="connsiteY30" fmla="*/ 260086 h 260086"/>
              <a:gd name="connsiteX31" fmla="*/ 267145 w 765852"/>
              <a:gd name="connsiteY31" fmla="*/ 254501 h 260086"/>
              <a:gd name="connsiteX32" fmla="*/ 275782 w 765852"/>
              <a:gd name="connsiteY32" fmla="*/ 239256 h 260086"/>
              <a:gd name="connsiteX33" fmla="*/ 268071 w 765852"/>
              <a:gd name="connsiteY33" fmla="*/ 239256 h 260086"/>
              <a:gd name="connsiteX34" fmla="*/ 261516 w 765852"/>
              <a:gd name="connsiteY34" fmla="*/ 249401 h 260086"/>
              <a:gd name="connsiteX35" fmla="*/ 249560 w 765852"/>
              <a:gd name="connsiteY35" fmla="*/ 252987 h 260086"/>
              <a:gd name="connsiteX36" fmla="*/ 238310 w 765852"/>
              <a:gd name="connsiteY36" fmla="*/ 249887 h 260086"/>
              <a:gd name="connsiteX37" fmla="*/ 230828 w 765852"/>
              <a:gd name="connsiteY37" fmla="*/ 241201 h 260086"/>
              <a:gd name="connsiteX38" fmla="*/ 228215 w 765852"/>
              <a:gd name="connsiteY38" fmla="*/ 228525 h 260086"/>
              <a:gd name="connsiteX39" fmla="*/ 230828 w 765852"/>
              <a:gd name="connsiteY39" fmla="*/ 215812 h 260086"/>
              <a:gd name="connsiteX40" fmla="*/ 238310 w 765852"/>
              <a:gd name="connsiteY40" fmla="*/ 207172 h 260086"/>
              <a:gd name="connsiteX41" fmla="*/ 335580 w 765852"/>
              <a:gd name="connsiteY41" fmla="*/ 197523 h 260086"/>
              <a:gd name="connsiteX42" fmla="*/ 311925 w 765852"/>
              <a:gd name="connsiteY42" fmla="*/ 259554 h 260086"/>
              <a:gd name="connsiteX43" fmla="*/ 319892 w 765852"/>
              <a:gd name="connsiteY43" fmla="*/ 259554 h 260086"/>
              <a:gd name="connsiteX44" fmla="*/ 326448 w 765852"/>
              <a:gd name="connsiteY44" fmla="*/ 242806 h 260086"/>
              <a:gd name="connsiteX45" fmla="*/ 353467 w 765852"/>
              <a:gd name="connsiteY45" fmla="*/ 242806 h 260086"/>
              <a:gd name="connsiteX46" fmla="*/ 360023 w 765852"/>
              <a:gd name="connsiteY46" fmla="*/ 259554 h 260086"/>
              <a:gd name="connsiteX47" fmla="*/ 368256 w 765852"/>
              <a:gd name="connsiteY47" fmla="*/ 259554 h 260086"/>
              <a:gd name="connsiteX48" fmla="*/ 344693 w 765852"/>
              <a:gd name="connsiteY48" fmla="*/ 197523 h 260086"/>
              <a:gd name="connsiteX49" fmla="*/ 335570 w 765852"/>
              <a:gd name="connsiteY49" fmla="*/ 197523 h 260086"/>
              <a:gd name="connsiteX50" fmla="*/ 328758 w 765852"/>
              <a:gd name="connsiteY50" fmla="*/ 235808 h 260086"/>
              <a:gd name="connsiteX51" fmla="*/ 339916 w 765852"/>
              <a:gd name="connsiteY51" fmla="*/ 205943 h 260086"/>
              <a:gd name="connsiteX52" fmla="*/ 351166 w 765852"/>
              <a:gd name="connsiteY52" fmla="*/ 235808 h 260086"/>
              <a:gd name="connsiteX53" fmla="*/ 328749 w 765852"/>
              <a:gd name="connsiteY53" fmla="*/ 235808 h 260086"/>
              <a:gd name="connsiteX54" fmla="*/ 725437 w 765852"/>
              <a:gd name="connsiteY54" fmla="*/ 197523 h 260086"/>
              <a:gd name="connsiteX55" fmla="*/ 717736 w 765852"/>
              <a:gd name="connsiteY55" fmla="*/ 197523 h 260086"/>
              <a:gd name="connsiteX56" fmla="*/ 717736 w 765852"/>
              <a:gd name="connsiteY56" fmla="*/ 259554 h 260086"/>
              <a:gd name="connsiteX57" fmla="*/ 753704 w 765852"/>
              <a:gd name="connsiteY57" fmla="*/ 259554 h 260086"/>
              <a:gd name="connsiteX58" fmla="*/ 753704 w 765852"/>
              <a:gd name="connsiteY58" fmla="*/ 252464 h 260086"/>
              <a:gd name="connsiteX59" fmla="*/ 725446 w 765852"/>
              <a:gd name="connsiteY59" fmla="*/ 252464 h 260086"/>
              <a:gd name="connsiteX60" fmla="*/ 725446 w 765852"/>
              <a:gd name="connsiteY60" fmla="*/ 197523 h 260086"/>
              <a:gd name="connsiteX61" fmla="*/ 250953 w 765852"/>
              <a:gd name="connsiteY61" fmla="*/ 2119 h 260086"/>
              <a:gd name="connsiteX62" fmla="*/ 225566 w 765852"/>
              <a:gd name="connsiteY62" fmla="*/ 2119 h 260086"/>
              <a:gd name="connsiteX63" fmla="*/ 225566 w 765852"/>
              <a:gd name="connsiteY63" fmla="*/ 164677 h 260086"/>
              <a:gd name="connsiteX64" fmla="*/ 250953 w 765852"/>
              <a:gd name="connsiteY64" fmla="*/ 164677 h 260086"/>
              <a:gd name="connsiteX65" fmla="*/ 250953 w 765852"/>
              <a:gd name="connsiteY65" fmla="*/ 2119 h 260086"/>
              <a:gd name="connsiteX66" fmla="*/ 80592 w 765852"/>
              <a:gd name="connsiteY66" fmla="*/ 62692 h 260086"/>
              <a:gd name="connsiteX67" fmla="*/ 80592 w 765852"/>
              <a:gd name="connsiteY67" fmla="*/ 164687 h 260086"/>
              <a:gd name="connsiteX68" fmla="*/ 106732 w 765852"/>
              <a:gd name="connsiteY68" fmla="*/ 164687 h 260086"/>
              <a:gd name="connsiteX69" fmla="*/ 106713 w 765852"/>
              <a:gd name="connsiteY69" fmla="*/ 62692 h 260086"/>
              <a:gd name="connsiteX70" fmla="*/ 95124 w 765852"/>
              <a:gd name="connsiteY70" fmla="*/ 28700 h 260086"/>
              <a:gd name="connsiteX71" fmla="*/ 93648 w 765852"/>
              <a:gd name="connsiteY71" fmla="*/ 26792 h 260086"/>
              <a:gd name="connsiteX72" fmla="*/ 92172 w 765852"/>
              <a:gd name="connsiteY72" fmla="*/ 28700 h 260086"/>
              <a:gd name="connsiteX73" fmla="*/ 80583 w 765852"/>
              <a:gd name="connsiteY73" fmla="*/ 62692 h 260086"/>
              <a:gd name="connsiteX74" fmla="*/ 47273 w 765852"/>
              <a:gd name="connsiteY74" fmla="*/ 2119 h 260086"/>
              <a:gd name="connsiteX75" fmla="*/ 0 w 765852"/>
              <a:gd name="connsiteY75" fmla="*/ 2119 h 260086"/>
              <a:gd name="connsiteX76" fmla="*/ 0 w 765852"/>
              <a:gd name="connsiteY76" fmla="*/ 26792 h 260086"/>
              <a:gd name="connsiteX77" fmla="*/ 93648 w 765852"/>
              <a:gd name="connsiteY77" fmla="*/ 26792 h 260086"/>
              <a:gd name="connsiteX78" fmla="*/ 91328 w 765852"/>
              <a:gd name="connsiteY78" fmla="*/ 23793 h 260086"/>
              <a:gd name="connsiteX79" fmla="*/ 47273 w 765852"/>
              <a:gd name="connsiteY79" fmla="*/ 2119 h 260086"/>
              <a:gd name="connsiteX80" fmla="*/ 95968 w 765852"/>
              <a:gd name="connsiteY80" fmla="*/ 23793 h 260086"/>
              <a:gd name="connsiteX81" fmla="*/ 93648 w 765852"/>
              <a:gd name="connsiteY81" fmla="*/ 26792 h 260086"/>
              <a:gd name="connsiteX82" fmla="*/ 187296 w 765852"/>
              <a:gd name="connsiteY82" fmla="*/ 26792 h 260086"/>
              <a:gd name="connsiteX83" fmla="*/ 187296 w 765852"/>
              <a:gd name="connsiteY83" fmla="*/ 2119 h 260086"/>
              <a:gd name="connsiteX84" fmla="*/ 140023 w 765852"/>
              <a:gd name="connsiteY84" fmla="*/ 2119 h 260086"/>
              <a:gd name="connsiteX85" fmla="*/ 95958 w 765852"/>
              <a:gd name="connsiteY85" fmla="*/ 23793 h 260086"/>
              <a:gd name="connsiteX86" fmla="*/ 514844 w 765852"/>
              <a:gd name="connsiteY86" fmla="*/ 164677 h 260086"/>
              <a:gd name="connsiteX87" fmla="*/ 540232 w 765852"/>
              <a:gd name="connsiteY87" fmla="*/ 164677 h 260086"/>
              <a:gd name="connsiteX88" fmla="*/ 540232 w 765852"/>
              <a:gd name="connsiteY88" fmla="*/ 2119 h 260086"/>
              <a:gd name="connsiteX89" fmla="*/ 514844 w 765852"/>
              <a:gd name="connsiteY89" fmla="*/ 2119 h 260086"/>
              <a:gd name="connsiteX90" fmla="*/ 514844 w 765852"/>
              <a:gd name="connsiteY90" fmla="*/ 164677 h 260086"/>
              <a:gd name="connsiteX91" fmla="*/ 495205 w 765852"/>
              <a:gd name="connsiteY91" fmla="*/ 259554 h 260086"/>
              <a:gd name="connsiteX92" fmla="*/ 502915 w 765852"/>
              <a:gd name="connsiteY92" fmla="*/ 259554 h 260086"/>
              <a:gd name="connsiteX93" fmla="*/ 502915 w 765852"/>
              <a:gd name="connsiteY93" fmla="*/ 197523 h 260086"/>
              <a:gd name="connsiteX94" fmla="*/ 495205 w 765852"/>
              <a:gd name="connsiteY94" fmla="*/ 197523 h 260086"/>
              <a:gd name="connsiteX95" fmla="*/ 495205 w 765852"/>
              <a:gd name="connsiteY95" fmla="*/ 259554 h 260086"/>
              <a:gd name="connsiteX96" fmla="*/ 544816 w 765852"/>
              <a:gd name="connsiteY96" fmla="*/ 204613 h 260086"/>
              <a:gd name="connsiteX97" fmla="*/ 564923 w 765852"/>
              <a:gd name="connsiteY97" fmla="*/ 204613 h 260086"/>
              <a:gd name="connsiteX98" fmla="*/ 564923 w 765852"/>
              <a:gd name="connsiteY98" fmla="*/ 259554 h 260086"/>
              <a:gd name="connsiteX99" fmla="*/ 572633 w 765852"/>
              <a:gd name="connsiteY99" fmla="*/ 259554 h 260086"/>
              <a:gd name="connsiteX100" fmla="*/ 572633 w 765852"/>
              <a:gd name="connsiteY100" fmla="*/ 204613 h 260086"/>
              <a:gd name="connsiteX101" fmla="*/ 592740 w 765852"/>
              <a:gd name="connsiteY101" fmla="*/ 204613 h 260086"/>
              <a:gd name="connsiteX102" fmla="*/ 592740 w 765852"/>
              <a:gd name="connsiteY102" fmla="*/ 197523 h 260086"/>
              <a:gd name="connsiteX103" fmla="*/ 544816 w 765852"/>
              <a:gd name="connsiteY103" fmla="*/ 197523 h 260086"/>
              <a:gd name="connsiteX104" fmla="*/ 544816 w 765852"/>
              <a:gd name="connsiteY104" fmla="*/ 204613 h 260086"/>
              <a:gd name="connsiteX105" fmla="*/ 287389 w 765852"/>
              <a:gd name="connsiteY105" fmla="*/ 2119 h 260086"/>
              <a:gd name="connsiteX106" fmla="*/ 345234 w 765852"/>
              <a:gd name="connsiteY106" fmla="*/ 140105 h 260086"/>
              <a:gd name="connsiteX107" fmla="*/ 381413 w 765852"/>
              <a:gd name="connsiteY107" fmla="*/ 166796 h 260086"/>
              <a:gd name="connsiteX108" fmla="*/ 382899 w 765852"/>
              <a:gd name="connsiteY108" fmla="*/ 166796 h 260086"/>
              <a:gd name="connsiteX109" fmla="*/ 316692 w 765852"/>
              <a:gd name="connsiteY109" fmla="*/ 2119 h 260086"/>
              <a:gd name="connsiteX110" fmla="*/ 287389 w 765852"/>
              <a:gd name="connsiteY110" fmla="*/ 2119 h 260086"/>
              <a:gd name="connsiteX111" fmla="*/ 443549 w 765852"/>
              <a:gd name="connsiteY111" fmla="*/ 199871 h 260086"/>
              <a:gd name="connsiteX112" fmla="*/ 432739 w 765852"/>
              <a:gd name="connsiteY112" fmla="*/ 197523 h 260086"/>
              <a:gd name="connsiteX113" fmla="*/ 408910 w 765852"/>
              <a:gd name="connsiteY113" fmla="*/ 197523 h 260086"/>
              <a:gd name="connsiteX114" fmla="*/ 408910 w 765852"/>
              <a:gd name="connsiteY114" fmla="*/ 259554 h 260086"/>
              <a:gd name="connsiteX115" fmla="*/ 416621 w 765852"/>
              <a:gd name="connsiteY115" fmla="*/ 259554 h 260086"/>
              <a:gd name="connsiteX116" fmla="*/ 416621 w 765852"/>
              <a:gd name="connsiteY116" fmla="*/ 235716 h 260086"/>
              <a:gd name="connsiteX117" fmla="*/ 432748 w 765852"/>
              <a:gd name="connsiteY117" fmla="*/ 235716 h 260086"/>
              <a:gd name="connsiteX118" fmla="*/ 443512 w 765852"/>
              <a:gd name="connsiteY118" fmla="*/ 233368 h 260086"/>
              <a:gd name="connsiteX119" fmla="*/ 450728 w 765852"/>
              <a:gd name="connsiteY119" fmla="*/ 226681 h 260086"/>
              <a:gd name="connsiteX120" fmla="*/ 453295 w 765852"/>
              <a:gd name="connsiteY120" fmla="*/ 216583 h 260086"/>
              <a:gd name="connsiteX121" fmla="*/ 450774 w 765852"/>
              <a:gd name="connsiteY121" fmla="*/ 206521 h 260086"/>
              <a:gd name="connsiteX122" fmla="*/ 443558 w 765852"/>
              <a:gd name="connsiteY122" fmla="*/ 199871 h 260086"/>
              <a:gd name="connsiteX123" fmla="*/ 441779 w 765852"/>
              <a:gd name="connsiteY123" fmla="*/ 225351 h 260086"/>
              <a:gd name="connsiteX124" fmla="*/ 432033 w 765852"/>
              <a:gd name="connsiteY124" fmla="*/ 228635 h 260086"/>
              <a:gd name="connsiteX125" fmla="*/ 416621 w 765852"/>
              <a:gd name="connsiteY125" fmla="*/ 228635 h 260086"/>
              <a:gd name="connsiteX126" fmla="*/ 416621 w 765852"/>
              <a:gd name="connsiteY126" fmla="*/ 204622 h 260086"/>
              <a:gd name="connsiteX127" fmla="*/ 432125 w 765852"/>
              <a:gd name="connsiteY127" fmla="*/ 204622 h 260086"/>
              <a:gd name="connsiteX128" fmla="*/ 441825 w 765852"/>
              <a:gd name="connsiteY128" fmla="*/ 207860 h 260086"/>
              <a:gd name="connsiteX129" fmla="*/ 445410 w 765852"/>
              <a:gd name="connsiteY129" fmla="*/ 216592 h 260086"/>
              <a:gd name="connsiteX130" fmla="*/ 441779 w 765852"/>
              <a:gd name="connsiteY130" fmla="*/ 225361 h 260086"/>
              <a:gd name="connsiteX131" fmla="*/ 382889 w 765852"/>
              <a:gd name="connsiteY131" fmla="*/ 166805 h 260086"/>
              <a:gd name="connsiteX132" fmla="*/ 384375 w 765852"/>
              <a:gd name="connsiteY132" fmla="*/ 166805 h 260086"/>
              <a:gd name="connsiteX133" fmla="*/ 420554 w 765852"/>
              <a:gd name="connsiteY133" fmla="*/ 140114 h 260086"/>
              <a:gd name="connsiteX134" fmla="*/ 478399 w 765852"/>
              <a:gd name="connsiteY134" fmla="*/ 2128 h 260086"/>
              <a:gd name="connsiteX135" fmla="*/ 449096 w 765852"/>
              <a:gd name="connsiteY135" fmla="*/ 2128 h 260086"/>
              <a:gd name="connsiteX136" fmla="*/ 382889 w 765852"/>
              <a:gd name="connsiteY136" fmla="*/ 166814 h 260086"/>
              <a:gd name="connsiteX137" fmla="*/ 644368 w 765852"/>
              <a:gd name="connsiteY137" fmla="*/ 197523 h 260086"/>
              <a:gd name="connsiteX138" fmla="*/ 620714 w 765852"/>
              <a:gd name="connsiteY138" fmla="*/ 259554 h 260086"/>
              <a:gd name="connsiteX139" fmla="*/ 628690 w 765852"/>
              <a:gd name="connsiteY139" fmla="*/ 259554 h 260086"/>
              <a:gd name="connsiteX140" fmla="*/ 635246 w 765852"/>
              <a:gd name="connsiteY140" fmla="*/ 242806 h 260086"/>
              <a:gd name="connsiteX141" fmla="*/ 662266 w 765852"/>
              <a:gd name="connsiteY141" fmla="*/ 242806 h 260086"/>
              <a:gd name="connsiteX142" fmla="*/ 668821 w 765852"/>
              <a:gd name="connsiteY142" fmla="*/ 259554 h 260086"/>
              <a:gd name="connsiteX143" fmla="*/ 677055 w 765852"/>
              <a:gd name="connsiteY143" fmla="*/ 259554 h 260086"/>
              <a:gd name="connsiteX144" fmla="*/ 653491 w 765852"/>
              <a:gd name="connsiteY144" fmla="*/ 197523 h 260086"/>
              <a:gd name="connsiteX145" fmla="*/ 644368 w 765852"/>
              <a:gd name="connsiteY145" fmla="*/ 197523 h 260086"/>
              <a:gd name="connsiteX146" fmla="*/ 637547 w 765852"/>
              <a:gd name="connsiteY146" fmla="*/ 235808 h 260086"/>
              <a:gd name="connsiteX147" fmla="*/ 648705 w 765852"/>
              <a:gd name="connsiteY147" fmla="*/ 205943 h 260086"/>
              <a:gd name="connsiteX148" fmla="*/ 659955 w 765852"/>
              <a:gd name="connsiteY148" fmla="*/ 235808 h 260086"/>
              <a:gd name="connsiteX149" fmla="*/ 637538 w 765852"/>
              <a:gd name="connsiteY149" fmla="*/ 235808 h 26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765852" h="260086">
                <a:moveTo>
                  <a:pt x="739575" y="143884"/>
                </a:moveTo>
                <a:cubicBezTo>
                  <a:pt x="756519" y="128906"/>
                  <a:pt x="765852" y="107425"/>
                  <a:pt x="765852" y="83403"/>
                </a:cubicBezTo>
                <a:cubicBezTo>
                  <a:pt x="765852" y="59381"/>
                  <a:pt x="756519" y="37899"/>
                  <a:pt x="739575" y="22921"/>
                </a:cubicBezTo>
                <a:cubicBezTo>
                  <a:pt x="722613" y="7925"/>
                  <a:pt x="699307" y="0"/>
                  <a:pt x="672177" y="0"/>
                </a:cubicBezTo>
                <a:cubicBezTo>
                  <a:pt x="645047" y="0"/>
                  <a:pt x="621740" y="7925"/>
                  <a:pt x="604779" y="22921"/>
                </a:cubicBezTo>
                <a:cubicBezTo>
                  <a:pt x="587835" y="37899"/>
                  <a:pt x="578501" y="59381"/>
                  <a:pt x="578501" y="83403"/>
                </a:cubicBezTo>
                <a:cubicBezTo>
                  <a:pt x="578501" y="107425"/>
                  <a:pt x="587835" y="128906"/>
                  <a:pt x="604779" y="143884"/>
                </a:cubicBezTo>
                <a:cubicBezTo>
                  <a:pt x="621740" y="158881"/>
                  <a:pt x="645047" y="166805"/>
                  <a:pt x="672177" y="166805"/>
                </a:cubicBezTo>
                <a:cubicBezTo>
                  <a:pt x="699307" y="166805"/>
                  <a:pt x="722613" y="158881"/>
                  <a:pt x="739575" y="143884"/>
                </a:cubicBezTo>
                <a:close/>
                <a:moveTo>
                  <a:pt x="604595" y="83403"/>
                </a:moveTo>
                <a:cubicBezTo>
                  <a:pt x="604595" y="66489"/>
                  <a:pt x="610821" y="52135"/>
                  <a:pt x="622611" y="41871"/>
                </a:cubicBezTo>
                <a:cubicBezTo>
                  <a:pt x="634751" y="31305"/>
                  <a:pt x="651887" y="25719"/>
                  <a:pt x="672177" y="25719"/>
                </a:cubicBezTo>
                <a:cubicBezTo>
                  <a:pt x="692467" y="25719"/>
                  <a:pt x="709603" y="31305"/>
                  <a:pt x="721742" y="41871"/>
                </a:cubicBezTo>
                <a:cubicBezTo>
                  <a:pt x="733524" y="52126"/>
                  <a:pt x="739759" y="66489"/>
                  <a:pt x="739759" y="83403"/>
                </a:cubicBezTo>
                <a:cubicBezTo>
                  <a:pt x="739759" y="100316"/>
                  <a:pt x="733533" y="114671"/>
                  <a:pt x="721742" y="124934"/>
                </a:cubicBezTo>
                <a:cubicBezTo>
                  <a:pt x="709603" y="135501"/>
                  <a:pt x="692467" y="141077"/>
                  <a:pt x="672177" y="141077"/>
                </a:cubicBezTo>
                <a:cubicBezTo>
                  <a:pt x="651887" y="141077"/>
                  <a:pt x="634741" y="135491"/>
                  <a:pt x="622611" y="124934"/>
                </a:cubicBezTo>
                <a:cubicBezTo>
                  <a:pt x="610830" y="114671"/>
                  <a:pt x="604595" y="100316"/>
                  <a:pt x="604595" y="83403"/>
                </a:cubicBezTo>
                <a:close/>
                <a:moveTo>
                  <a:pt x="238310" y="207181"/>
                </a:moveTo>
                <a:cubicBezTo>
                  <a:pt x="241556" y="205118"/>
                  <a:pt x="245306" y="204081"/>
                  <a:pt x="249560" y="204081"/>
                </a:cubicBezTo>
                <a:cubicBezTo>
                  <a:pt x="254282" y="204081"/>
                  <a:pt x="258288" y="205292"/>
                  <a:pt x="261562" y="207713"/>
                </a:cubicBezTo>
                <a:cubicBezTo>
                  <a:pt x="264835" y="210135"/>
                  <a:pt x="267035" y="213501"/>
                  <a:pt x="268163" y="217812"/>
                </a:cubicBezTo>
                <a:lnTo>
                  <a:pt x="275874" y="217812"/>
                </a:lnTo>
                <a:cubicBezTo>
                  <a:pt x="274691" y="211373"/>
                  <a:pt x="271784" y="206292"/>
                  <a:pt x="267145" y="202568"/>
                </a:cubicBezTo>
                <a:cubicBezTo>
                  <a:pt x="262506" y="198844"/>
                  <a:pt x="256766" y="196982"/>
                  <a:pt x="249917" y="196982"/>
                </a:cubicBezTo>
                <a:cubicBezTo>
                  <a:pt x="244013" y="196982"/>
                  <a:pt x="238814" y="198293"/>
                  <a:pt x="234322" y="200926"/>
                </a:cubicBezTo>
                <a:cubicBezTo>
                  <a:pt x="229838" y="203558"/>
                  <a:pt x="226382" y="207264"/>
                  <a:pt x="223961" y="212052"/>
                </a:cubicBezTo>
                <a:cubicBezTo>
                  <a:pt x="221541" y="216840"/>
                  <a:pt x="220330" y="222334"/>
                  <a:pt x="220330" y="228534"/>
                </a:cubicBezTo>
                <a:cubicBezTo>
                  <a:pt x="220330" y="234734"/>
                  <a:pt x="221541" y="240302"/>
                  <a:pt x="223961" y="245062"/>
                </a:cubicBezTo>
                <a:cubicBezTo>
                  <a:pt x="226382" y="249823"/>
                  <a:pt x="229838" y="253510"/>
                  <a:pt x="234322" y="256142"/>
                </a:cubicBezTo>
                <a:cubicBezTo>
                  <a:pt x="238805" y="258775"/>
                  <a:pt x="244004" y="260086"/>
                  <a:pt x="249917" y="260086"/>
                </a:cubicBezTo>
                <a:cubicBezTo>
                  <a:pt x="256831" y="260086"/>
                  <a:pt x="262570" y="258224"/>
                  <a:pt x="267145" y="254501"/>
                </a:cubicBezTo>
                <a:cubicBezTo>
                  <a:pt x="271720" y="250777"/>
                  <a:pt x="274599" y="245695"/>
                  <a:pt x="275782" y="239256"/>
                </a:cubicBezTo>
                <a:lnTo>
                  <a:pt x="268071" y="239256"/>
                </a:lnTo>
                <a:cubicBezTo>
                  <a:pt x="266888" y="243631"/>
                  <a:pt x="264706" y="247007"/>
                  <a:pt x="261516" y="249401"/>
                </a:cubicBezTo>
                <a:cubicBezTo>
                  <a:pt x="258325" y="251795"/>
                  <a:pt x="254337" y="252987"/>
                  <a:pt x="249560" y="252987"/>
                </a:cubicBezTo>
                <a:cubicBezTo>
                  <a:pt x="245306" y="252987"/>
                  <a:pt x="241556" y="251951"/>
                  <a:pt x="238310" y="249887"/>
                </a:cubicBezTo>
                <a:cubicBezTo>
                  <a:pt x="235064" y="247823"/>
                  <a:pt x="232561" y="244925"/>
                  <a:pt x="230828" y="241201"/>
                </a:cubicBezTo>
                <a:cubicBezTo>
                  <a:pt x="229086" y="237477"/>
                  <a:pt x="228215" y="233258"/>
                  <a:pt x="228215" y="228525"/>
                </a:cubicBezTo>
                <a:cubicBezTo>
                  <a:pt x="228215" y="223792"/>
                  <a:pt x="229086" y="219499"/>
                  <a:pt x="230828" y="215812"/>
                </a:cubicBezTo>
                <a:cubicBezTo>
                  <a:pt x="232570" y="212125"/>
                  <a:pt x="235064" y="209245"/>
                  <a:pt x="238310" y="207172"/>
                </a:cubicBezTo>
                <a:close/>
                <a:moveTo>
                  <a:pt x="335580" y="197523"/>
                </a:moveTo>
                <a:lnTo>
                  <a:pt x="311925" y="259554"/>
                </a:lnTo>
                <a:lnTo>
                  <a:pt x="319892" y="259554"/>
                </a:lnTo>
                <a:lnTo>
                  <a:pt x="326448" y="242806"/>
                </a:lnTo>
                <a:lnTo>
                  <a:pt x="353467" y="242806"/>
                </a:lnTo>
                <a:lnTo>
                  <a:pt x="360023" y="259554"/>
                </a:lnTo>
                <a:lnTo>
                  <a:pt x="368256" y="259554"/>
                </a:lnTo>
                <a:lnTo>
                  <a:pt x="344693" y="197523"/>
                </a:lnTo>
                <a:lnTo>
                  <a:pt x="335570" y="197523"/>
                </a:lnTo>
                <a:close/>
                <a:moveTo>
                  <a:pt x="328758" y="235808"/>
                </a:moveTo>
                <a:lnTo>
                  <a:pt x="339916" y="205943"/>
                </a:lnTo>
                <a:lnTo>
                  <a:pt x="351166" y="235808"/>
                </a:lnTo>
                <a:lnTo>
                  <a:pt x="328749" y="235808"/>
                </a:lnTo>
                <a:close/>
                <a:moveTo>
                  <a:pt x="725437" y="197523"/>
                </a:moveTo>
                <a:lnTo>
                  <a:pt x="717736" y="197523"/>
                </a:lnTo>
                <a:lnTo>
                  <a:pt x="717736" y="259554"/>
                </a:lnTo>
                <a:lnTo>
                  <a:pt x="753704" y="259554"/>
                </a:lnTo>
                <a:lnTo>
                  <a:pt x="753704" y="252464"/>
                </a:lnTo>
                <a:lnTo>
                  <a:pt x="725446" y="252464"/>
                </a:lnTo>
                <a:lnTo>
                  <a:pt x="725446" y="197523"/>
                </a:lnTo>
                <a:close/>
                <a:moveTo>
                  <a:pt x="250953" y="2119"/>
                </a:moveTo>
                <a:lnTo>
                  <a:pt x="225566" y="2119"/>
                </a:lnTo>
                <a:lnTo>
                  <a:pt x="225566" y="164677"/>
                </a:lnTo>
                <a:lnTo>
                  <a:pt x="250953" y="164677"/>
                </a:lnTo>
                <a:lnTo>
                  <a:pt x="250953" y="2119"/>
                </a:lnTo>
                <a:close/>
                <a:moveTo>
                  <a:pt x="80592" y="62692"/>
                </a:moveTo>
                <a:lnTo>
                  <a:pt x="80592" y="164687"/>
                </a:lnTo>
                <a:cubicBezTo>
                  <a:pt x="80592" y="164687"/>
                  <a:pt x="106732" y="164687"/>
                  <a:pt x="106732" y="164687"/>
                </a:cubicBezTo>
                <a:lnTo>
                  <a:pt x="106713" y="62692"/>
                </a:lnTo>
                <a:cubicBezTo>
                  <a:pt x="106713" y="50282"/>
                  <a:pt x="102707" y="38523"/>
                  <a:pt x="95124" y="28700"/>
                </a:cubicBezTo>
                <a:lnTo>
                  <a:pt x="93648" y="26792"/>
                </a:lnTo>
                <a:lnTo>
                  <a:pt x="92172" y="28700"/>
                </a:lnTo>
                <a:cubicBezTo>
                  <a:pt x="84589" y="38523"/>
                  <a:pt x="80583" y="50273"/>
                  <a:pt x="80583" y="62692"/>
                </a:cubicBezTo>
                <a:close/>
                <a:moveTo>
                  <a:pt x="47273" y="2119"/>
                </a:moveTo>
                <a:lnTo>
                  <a:pt x="0" y="2119"/>
                </a:lnTo>
                <a:lnTo>
                  <a:pt x="0" y="26792"/>
                </a:lnTo>
                <a:lnTo>
                  <a:pt x="93648" y="26792"/>
                </a:lnTo>
                <a:lnTo>
                  <a:pt x="91328" y="23793"/>
                </a:lnTo>
                <a:cubicBezTo>
                  <a:pt x="80693" y="10025"/>
                  <a:pt x="64629" y="2119"/>
                  <a:pt x="47273" y="2119"/>
                </a:cubicBezTo>
                <a:close/>
                <a:moveTo>
                  <a:pt x="95968" y="23793"/>
                </a:moveTo>
                <a:lnTo>
                  <a:pt x="93648" y="26792"/>
                </a:lnTo>
                <a:lnTo>
                  <a:pt x="187296" y="26792"/>
                </a:lnTo>
                <a:lnTo>
                  <a:pt x="187296" y="2119"/>
                </a:lnTo>
                <a:lnTo>
                  <a:pt x="140023" y="2119"/>
                </a:lnTo>
                <a:cubicBezTo>
                  <a:pt x="122657" y="2119"/>
                  <a:pt x="106603" y="10016"/>
                  <a:pt x="95958" y="23793"/>
                </a:cubicBezTo>
                <a:close/>
                <a:moveTo>
                  <a:pt x="514844" y="164677"/>
                </a:moveTo>
                <a:lnTo>
                  <a:pt x="540232" y="164677"/>
                </a:lnTo>
                <a:lnTo>
                  <a:pt x="540232" y="2119"/>
                </a:lnTo>
                <a:lnTo>
                  <a:pt x="514844" y="2119"/>
                </a:lnTo>
                <a:lnTo>
                  <a:pt x="514844" y="164677"/>
                </a:lnTo>
                <a:close/>
                <a:moveTo>
                  <a:pt x="495205" y="259554"/>
                </a:moveTo>
                <a:lnTo>
                  <a:pt x="502915" y="259554"/>
                </a:lnTo>
                <a:lnTo>
                  <a:pt x="502915" y="197523"/>
                </a:lnTo>
                <a:lnTo>
                  <a:pt x="495205" y="197523"/>
                </a:lnTo>
                <a:lnTo>
                  <a:pt x="495205" y="259554"/>
                </a:lnTo>
                <a:close/>
                <a:moveTo>
                  <a:pt x="544816" y="204613"/>
                </a:moveTo>
                <a:lnTo>
                  <a:pt x="564923" y="204613"/>
                </a:lnTo>
                <a:lnTo>
                  <a:pt x="564923" y="259554"/>
                </a:lnTo>
                <a:lnTo>
                  <a:pt x="572633" y="259554"/>
                </a:lnTo>
                <a:lnTo>
                  <a:pt x="572633" y="204613"/>
                </a:lnTo>
                <a:lnTo>
                  <a:pt x="592740" y="204613"/>
                </a:lnTo>
                <a:lnTo>
                  <a:pt x="592740" y="197523"/>
                </a:lnTo>
                <a:lnTo>
                  <a:pt x="544816" y="197523"/>
                </a:lnTo>
                <a:lnTo>
                  <a:pt x="544816" y="204613"/>
                </a:lnTo>
                <a:close/>
                <a:moveTo>
                  <a:pt x="287389" y="2119"/>
                </a:moveTo>
                <a:cubicBezTo>
                  <a:pt x="287389" y="2119"/>
                  <a:pt x="335680" y="117220"/>
                  <a:pt x="345234" y="140105"/>
                </a:cubicBezTo>
                <a:cubicBezTo>
                  <a:pt x="356374" y="166796"/>
                  <a:pt x="374464" y="166796"/>
                  <a:pt x="381413" y="166796"/>
                </a:cubicBezTo>
                <a:lnTo>
                  <a:pt x="382899" y="166796"/>
                </a:lnTo>
                <a:lnTo>
                  <a:pt x="316692" y="2119"/>
                </a:lnTo>
                <a:lnTo>
                  <a:pt x="287389" y="2119"/>
                </a:lnTo>
                <a:close/>
                <a:moveTo>
                  <a:pt x="443549" y="199871"/>
                </a:moveTo>
                <a:cubicBezTo>
                  <a:pt x="440413" y="198303"/>
                  <a:pt x="436819" y="197523"/>
                  <a:pt x="432739" y="197523"/>
                </a:cubicBezTo>
                <a:lnTo>
                  <a:pt x="408910" y="197523"/>
                </a:lnTo>
                <a:lnTo>
                  <a:pt x="408910" y="259554"/>
                </a:lnTo>
                <a:lnTo>
                  <a:pt x="416621" y="259554"/>
                </a:lnTo>
                <a:lnTo>
                  <a:pt x="416621" y="235716"/>
                </a:lnTo>
                <a:lnTo>
                  <a:pt x="432748" y="235716"/>
                </a:lnTo>
                <a:cubicBezTo>
                  <a:pt x="436819" y="235716"/>
                  <a:pt x="440413" y="234936"/>
                  <a:pt x="443512" y="233368"/>
                </a:cubicBezTo>
                <a:cubicBezTo>
                  <a:pt x="446611" y="231799"/>
                  <a:pt x="449013" y="229571"/>
                  <a:pt x="450728" y="226681"/>
                </a:cubicBezTo>
                <a:cubicBezTo>
                  <a:pt x="452442" y="223783"/>
                  <a:pt x="453295" y="220417"/>
                  <a:pt x="453295" y="216583"/>
                </a:cubicBezTo>
                <a:cubicBezTo>
                  <a:pt x="453295" y="212749"/>
                  <a:pt x="452452" y="209392"/>
                  <a:pt x="450774" y="206521"/>
                </a:cubicBezTo>
                <a:cubicBezTo>
                  <a:pt x="449087" y="203659"/>
                  <a:pt x="446685" y="201439"/>
                  <a:pt x="443558" y="199871"/>
                </a:cubicBezTo>
                <a:close/>
                <a:moveTo>
                  <a:pt x="441779" y="225351"/>
                </a:moveTo>
                <a:cubicBezTo>
                  <a:pt x="439359" y="227534"/>
                  <a:pt x="436113" y="228635"/>
                  <a:pt x="432033" y="228635"/>
                </a:cubicBezTo>
                <a:lnTo>
                  <a:pt x="416621" y="228635"/>
                </a:lnTo>
                <a:lnTo>
                  <a:pt x="416621" y="204622"/>
                </a:lnTo>
                <a:lnTo>
                  <a:pt x="432125" y="204622"/>
                </a:lnTo>
                <a:cubicBezTo>
                  <a:pt x="436196" y="204622"/>
                  <a:pt x="439432" y="205705"/>
                  <a:pt x="441825" y="207860"/>
                </a:cubicBezTo>
                <a:cubicBezTo>
                  <a:pt x="444218" y="210015"/>
                  <a:pt x="445410" y="212923"/>
                  <a:pt x="445410" y="216592"/>
                </a:cubicBezTo>
                <a:cubicBezTo>
                  <a:pt x="445410" y="220261"/>
                  <a:pt x="444200" y="223178"/>
                  <a:pt x="441779" y="225361"/>
                </a:cubicBezTo>
                <a:close/>
                <a:moveTo>
                  <a:pt x="382889" y="166805"/>
                </a:moveTo>
                <a:lnTo>
                  <a:pt x="384375" y="166805"/>
                </a:lnTo>
                <a:cubicBezTo>
                  <a:pt x="391334" y="166805"/>
                  <a:pt x="409423" y="166805"/>
                  <a:pt x="420554" y="140114"/>
                </a:cubicBezTo>
                <a:cubicBezTo>
                  <a:pt x="430099" y="117230"/>
                  <a:pt x="478399" y="2128"/>
                  <a:pt x="478399" y="2128"/>
                </a:cubicBezTo>
                <a:lnTo>
                  <a:pt x="449096" y="2128"/>
                </a:lnTo>
                <a:lnTo>
                  <a:pt x="382889" y="166814"/>
                </a:lnTo>
                <a:close/>
                <a:moveTo>
                  <a:pt x="644368" y="197523"/>
                </a:moveTo>
                <a:lnTo>
                  <a:pt x="620714" y="259554"/>
                </a:lnTo>
                <a:lnTo>
                  <a:pt x="628690" y="259554"/>
                </a:lnTo>
                <a:lnTo>
                  <a:pt x="635246" y="242806"/>
                </a:lnTo>
                <a:lnTo>
                  <a:pt x="662266" y="242806"/>
                </a:lnTo>
                <a:lnTo>
                  <a:pt x="668821" y="259554"/>
                </a:lnTo>
                <a:lnTo>
                  <a:pt x="677055" y="259554"/>
                </a:lnTo>
                <a:lnTo>
                  <a:pt x="653491" y="197523"/>
                </a:lnTo>
                <a:lnTo>
                  <a:pt x="644368" y="197523"/>
                </a:lnTo>
                <a:close/>
                <a:moveTo>
                  <a:pt x="637547" y="235808"/>
                </a:moveTo>
                <a:lnTo>
                  <a:pt x="648705" y="205943"/>
                </a:lnTo>
                <a:lnTo>
                  <a:pt x="659955" y="235808"/>
                </a:lnTo>
                <a:lnTo>
                  <a:pt x="637538" y="235808"/>
                </a:lnTo>
                <a:close/>
              </a:path>
            </a:pathLst>
          </a:custGeom>
          <a:solidFill>
            <a:schemeClr val="bg1"/>
          </a:solidFill>
          <a:ln w="1061" cap="flat">
            <a:noFill/>
            <a:prstDash val="solid"/>
            <a:miter/>
          </a:ln>
        </p:spPr>
        <p:txBody>
          <a:bodyPr rtlCol="0" anchor="ctr"/>
          <a:lstStyle/>
          <a:p>
            <a:pPr marL="0" marR="0" lvl="0" indent="0" algn="l" defTabSz="914358" rtl="0" eaLnBrk="1" fontAlgn="auto" latinLnBrk="0" hangingPunct="1">
              <a:lnSpc>
                <a:spcPct val="100000"/>
              </a:lnSpc>
              <a:spcBef>
                <a:spcPts val="0"/>
              </a:spcBef>
              <a:spcAft>
                <a:spcPts val="0"/>
              </a:spcAft>
              <a:buClrTx/>
              <a:buSzTx/>
              <a:buFont typeface="Arial"/>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Arial"/>
              <a:sym typeface="Arial"/>
            </a:endParaRPr>
          </a:p>
        </p:txBody>
      </p:sp>
      <p:sp>
        <p:nvSpPr>
          <p:cNvPr id="6" name="object 8">
            <a:extLst>
              <a:ext uri="{FF2B5EF4-FFF2-40B4-BE49-F238E27FC236}">
                <a16:creationId xmlns:a16="http://schemas.microsoft.com/office/drawing/2014/main" id="{89F223FC-4573-6F7A-FA16-1C80E0DADE19}"/>
              </a:ext>
            </a:extLst>
          </p:cNvPr>
          <p:cNvSpPr/>
          <p:nvPr/>
        </p:nvSpPr>
        <p:spPr>
          <a:xfrm>
            <a:off x="334963" y="3755621"/>
            <a:ext cx="3324244" cy="2575260"/>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49" b="0" i="0" u="none" strike="noStrike" kern="0" cap="none" spc="0" normalizeH="0" baseline="0" noProof="0">
              <a:ln>
                <a:noFill/>
              </a:ln>
              <a:solidFill>
                <a:srgbClr val="000000"/>
              </a:solidFill>
              <a:effectLst/>
              <a:uLnTx/>
              <a:uFillTx/>
              <a:latin typeface="Arial"/>
              <a:cs typeface="Arial"/>
              <a:sym typeface="Arial"/>
            </a:endParaRPr>
          </a:p>
        </p:txBody>
      </p:sp>
      <p:sp>
        <p:nvSpPr>
          <p:cNvPr id="7" name="object 41">
            <a:extLst>
              <a:ext uri="{FF2B5EF4-FFF2-40B4-BE49-F238E27FC236}">
                <a16:creationId xmlns:a16="http://schemas.microsoft.com/office/drawing/2014/main" id="{C07E5C93-0B45-79FB-3C34-8D7C66562D8A}"/>
              </a:ext>
            </a:extLst>
          </p:cNvPr>
          <p:cNvSpPr txBox="1"/>
          <p:nvPr/>
        </p:nvSpPr>
        <p:spPr>
          <a:xfrm>
            <a:off x="1365731" y="4688666"/>
            <a:ext cx="1296000" cy="134105"/>
          </a:xfrm>
          <a:prstGeom prst="rect">
            <a:avLst/>
          </a:prstGeom>
        </p:spPr>
        <p:txBody>
          <a:bodyPr vert="horz" wrap="square" lIns="0" tIns="0" rIns="0" bIns="0" rtlCol="0">
            <a:noAutofit/>
          </a:bodyPr>
          <a:lstStyle/>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r>
              <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hlinkClick r:id="rId2">
                  <a:extLst>
                    <a:ext uri="{A12FA001-AC4F-418D-AE19-62706E023703}">
                      <ahyp:hlinkClr xmlns:ahyp="http://schemas.microsoft.com/office/drawing/2018/hyperlinkcolor" val="tx"/>
                    </a:ext>
                  </a:extLst>
                </a:hlinkClick>
              </a:rPr>
              <a:t>jose.avila@tivio.com</a:t>
            </a:r>
            <a:br>
              <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rPr>
            </a:br>
            <a:endPar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endPar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p:txBody>
      </p:sp>
      <p:grpSp>
        <p:nvGrpSpPr>
          <p:cNvPr id="8" name="Group 7">
            <a:extLst>
              <a:ext uri="{FF2B5EF4-FFF2-40B4-BE49-F238E27FC236}">
                <a16:creationId xmlns:a16="http://schemas.microsoft.com/office/drawing/2014/main" id="{E297D1ED-028B-EE3C-1A00-CC5F789051CE}"/>
              </a:ext>
            </a:extLst>
          </p:cNvPr>
          <p:cNvGrpSpPr/>
          <p:nvPr/>
        </p:nvGrpSpPr>
        <p:grpSpPr>
          <a:xfrm>
            <a:off x="1365731" y="3818022"/>
            <a:ext cx="1332000" cy="780854"/>
            <a:chOff x="1010106" y="1175547"/>
            <a:chExt cx="1332000" cy="780854"/>
          </a:xfrm>
        </p:grpSpPr>
        <p:sp>
          <p:nvSpPr>
            <p:cNvPr id="9" name="Rectangle: Single Corner Rounded 8">
              <a:extLst>
                <a:ext uri="{FF2B5EF4-FFF2-40B4-BE49-F238E27FC236}">
                  <a16:creationId xmlns:a16="http://schemas.microsoft.com/office/drawing/2014/main" id="{D1E8ECC1-941D-8C3D-CC32-03D19560AD4D}"/>
                </a:ext>
              </a:extLst>
            </p:cNvPr>
            <p:cNvSpPr/>
            <p:nvPr/>
          </p:nvSpPr>
          <p:spPr>
            <a:xfrm>
              <a:off x="1010106" y="1669888"/>
              <a:ext cx="1332000" cy="286513"/>
            </a:xfrm>
            <a:prstGeom prst="round1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175204"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VP</a:t>
              </a:r>
              <a:b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700"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HIGH GRADE</a:t>
              </a:r>
            </a:p>
          </p:txBody>
        </p:sp>
        <p:sp>
          <p:nvSpPr>
            <p:cNvPr id="10" name="object 40">
              <a:extLst>
                <a:ext uri="{FF2B5EF4-FFF2-40B4-BE49-F238E27FC236}">
                  <a16:creationId xmlns:a16="http://schemas.microsoft.com/office/drawing/2014/main" id="{36596E8E-6E16-54F2-A8E7-F86021F76233}"/>
                </a:ext>
              </a:extLst>
            </p:cNvPr>
            <p:cNvSpPr txBox="1"/>
            <p:nvPr/>
          </p:nvSpPr>
          <p:spPr>
            <a:xfrm>
              <a:off x="1010108" y="1175547"/>
              <a:ext cx="1250942" cy="394545"/>
            </a:xfrm>
            <a:prstGeom prst="rect">
              <a:avLst/>
            </a:prstGeom>
          </p:spPr>
          <p:txBody>
            <a:bodyPr vert="horz" wrap="square" lIns="0" tIns="7316" rIns="0" bIns="0" rtlCol="0">
              <a:spAutoFit/>
            </a:bodyPr>
            <a:lstStyle/>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José </a:t>
              </a:r>
              <a:b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b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Ávila</a:t>
              </a:r>
            </a:p>
          </p:txBody>
        </p:sp>
      </p:grpSp>
      <p:sp>
        <p:nvSpPr>
          <p:cNvPr id="11" name="bg object 18">
            <a:extLst>
              <a:ext uri="{FF2B5EF4-FFF2-40B4-BE49-F238E27FC236}">
                <a16:creationId xmlns:a16="http://schemas.microsoft.com/office/drawing/2014/main" id="{6AA25BB7-BA5C-A2D2-4942-08481537E451}"/>
              </a:ext>
            </a:extLst>
          </p:cNvPr>
          <p:cNvSpPr/>
          <p:nvPr/>
        </p:nvSpPr>
        <p:spPr>
          <a:xfrm>
            <a:off x="334963" y="5958050"/>
            <a:ext cx="3324244" cy="372831"/>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 typeface="Arial"/>
              <a:buNone/>
              <a:tabLst/>
              <a:defRPr/>
            </a:pPr>
            <a:endParaRPr kumimoji="0" sz="1092" b="1" i="0" u="none" strike="noStrike" kern="0" cap="none" spc="0" normalizeH="0" baseline="0" noProof="0">
              <a:ln>
                <a:noFill/>
              </a:ln>
              <a:solidFill>
                <a:sysClr val="windowText" lastClr="000000"/>
              </a:solidFill>
              <a:effectLst/>
              <a:uLnTx/>
              <a:uFillTx/>
              <a:latin typeface="Arial"/>
              <a:cs typeface="Arial"/>
              <a:sym typeface="Arial"/>
            </a:endParaRPr>
          </a:p>
        </p:txBody>
      </p:sp>
      <p:sp>
        <p:nvSpPr>
          <p:cNvPr id="12" name="object 15">
            <a:extLst>
              <a:ext uri="{FF2B5EF4-FFF2-40B4-BE49-F238E27FC236}">
                <a16:creationId xmlns:a16="http://schemas.microsoft.com/office/drawing/2014/main" id="{2059622D-2D12-4AFC-28F1-E35301DC3989}"/>
              </a:ext>
            </a:extLst>
          </p:cNvPr>
          <p:cNvSpPr txBox="1"/>
          <p:nvPr/>
        </p:nvSpPr>
        <p:spPr>
          <a:xfrm>
            <a:off x="430766" y="4913385"/>
            <a:ext cx="3125339" cy="1051743"/>
          </a:xfrm>
          <a:prstGeom prst="rect">
            <a:avLst/>
          </a:prstGeom>
        </p:spPr>
        <p:txBody>
          <a:bodyPr vert="horz" wrap="square" lIns="0" tIns="0" rIns="0" bIns="0" numCol="1" rtlCol="0" anchor="t" anchorCtr="0">
            <a:noAutofit/>
          </a:bodyPr>
          <a:lstStyle/>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Possui mais de 10 anos de experiência com </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análise de crédito e </a:t>
            </a:r>
            <a:r>
              <a:rPr kumimoji="0" lang="pt-BR" sz="750" b="0" i="0" u="none" strike="noStrike" kern="0" cap="none" spc="0" normalizeH="0" baseline="0" noProof="0" err="1">
                <a:ln>
                  <a:noFill/>
                </a:ln>
                <a:solidFill>
                  <a:srgbClr val="FFFFFF"/>
                </a:solidFill>
                <a:effectLst/>
                <a:uLnTx/>
                <a:uFillTx/>
                <a:latin typeface="Versos Light" panose="020B0403020204030204" pitchFamily="34" charset="0"/>
                <a:cs typeface="Helvetica"/>
                <a:sym typeface="Arial"/>
              </a:rPr>
              <a:t>equity</a:t>
            </a: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 cobrindo diversos setores.</a:t>
            </a:r>
          </a:p>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Iniciou sua carreira na Moody’s Investor Service, com passagens </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pelo Banco BV e Deutsche Bank, onde foi o responsável pela área </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de crédito do banco no Brasil. Juntou-se ao time de crédito da </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Tivio Capital em 2025.</a:t>
            </a:r>
          </a:p>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É formado em administração de empresas </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pelo Insper com MBA por INSEAD.</a:t>
            </a:r>
          </a:p>
        </p:txBody>
      </p:sp>
      <p:sp>
        <p:nvSpPr>
          <p:cNvPr id="13" name="object 8">
            <a:extLst>
              <a:ext uri="{FF2B5EF4-FFF2-40B4-BE49-F238E27FC236}">
                <a16:creationId xmlns:a16="http://schemas.microsoft.com/office/drawing/2014/main" id="{856886B3-BDBE-96F0-F1A7-E03B0F47A88A}"/>
              </a:ext>
            </a:extLst>
          </p:cNvPr>
          <p:cNvSpPr/>
          <p:nvPr/>
        </p:nvSpPr>
        <p:spPr>
          <a:xfrm>
            <a:off x="7332343" y="2825880"/>
            <a:ext cx="4529325" cy="1714593"/>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49" b="0" i="0" u="none" strike="noStrike" kern="0" cap="none" spc="0" normalizeH="0" baseline="0" noProof="0">
              <a:ln>
                <a:noFill/>
              </a:ln>
              <a:solidFill>
                <a:srgbClr val="000000"/>
              </a:solidFill>
              <a:effectLst/>
              <a:uLnTx/>
              <a:uFillTx/>
              <a:latin typeface="Arial"/>
              <a:cs typeface="Arial"/>
              <a:sym typeface="Arial"/>
            </a:endParaRPr>
          </a:p>
        </p:txBody>
      </p:sp>
      <p:sp>
        <p:nvSpPr>
          <p:cNvPr id="14" name="object 41">
            <a:extLst>
              <a:ext uri="{FF2B5EF4-FFF2-40B4-BE49-F238E27FC236}">
                <a16:creationId xmlns:a16="http://schemas.microsoft.com/office/drawing/2014/main" id="{265D5F1D-955C-C5E7-C2D6-3C0C365DEB80}"/>
              </a:ext>
            </a:extLst>
          </p:cNvPr>
          <p:cNvSpPr txBox="1"/>
          <p:nvPr/>
        </p:nvSpPr>
        <p:spPr>
          <a:xfrm>
            <a:off x="8369588" y="3745310"/>
            <a:ext cx="2196000" cy="134105"/>
          </a:xfrm>
          <a:prstGeom prst="rect">
            <a:avLst/>
          </a:prstGeom>
        </p:spPr>
        <p:txBody>
          <a:bodyPr vert="horz" wrap="square" lIns="0" tIns="0" rIns="0" bIns="0" rtlCol="0">
            <a:noAutofit/>
          </a:bodyPr>
          <a:lstStyle/>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r>
              <a:rPr kumimoji="0" lang="pt-BR" sz="750" b="0" i="0" u="none" strike="noStrike" kern="0" cap="none" spc="0" normalizeH="0" baseline="0" noProof="0">
                <a:ln>
                  <a:noFill/>
                </a:ln>
                <a:solidFill>
                  <a:srgbClr val="FFFFFF"/>
                </a:solidFill>
                <a:effectLst/>
                <a:uLnTx/>
                <a:uFillTx/>
                <a:latin typeface="Versos" panose="020B0503020204030204" pitchFamily="34" charset="0"/>
                <a:cs typeface="Arial"/>
                <a:sym typeface="Arial"/>
                <a:hlinkClick r:id="rId3">
                  <a:extLst>
                    <a:ext uri="{A12FA001-AC4F-418D-AE19-62706E023703}">
                      <ahyp:hlinkClr xmlns:ahyp="http://schemas.microsoft.com/office/drawing/2018/hyperlinkcolor" val="tx"/>
                    </a:ext>
                  </a:extLst>
                </a:hlinkClick>
              </a:rPr>
              <a:t>gabriel.real@tivio.com</a:t>
            </a:r>
            <a:endParaRPr kumimoji="0" lang="pt-BR" sz="75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endParaRPr kumimoji="0" lang="pt-BR" sz="75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p:txBody>
      </p:sp>
      <p:sp>
        <p:nvSpPr>
          <p:cNvPr id="15" name="Rectangle: Single Corner Rounded 14">
            <a:extLst>
              <a:ext uri="{FF2B5EF4-FFF2-40B4-BE49-F238E27FC236}">
                <a16:creationId xmlns:a16="http://schemas.microsoft.com/office/drawing/2014/main" id="{0B2C7FA3-A705-D4C6-6400-96CE8F0E83F7}"/>
              </a:ext>
            </a:extLst>
          </p:cNvPr>
          <p:cNvSpPr/>
          <p:nvPr/>
        </p:nvSpPr>
        <p:spPr>
          <a:xfrm>
            <a:off x="8369588" y="3361808"/>
            <a:ext cx="1252800" cy="288000"/>
          </a:xfrm>
          <a:prstGeom prst="round1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 tIns="0" rIns="0" bIns="0" rtlCol="0" anchor="ctr"/>
          <a:lstStyle/>
          <a:p>
            <a:pPr marL="0" marR="175204"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ANALISTA</a:t>
            </a:r>
            <a:b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700"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HIGH GRADE</a:t>
            </a:r>
          </a:p>
        </p:txBody>
      </p:sp>
      <p:sp>
        <p:nvSpPr>
          <p:cNvPr id="16" name="object 40">
            <a:extLst>
              <a:ext uri="{FF2B5EF4-FFF2-40B4-BE49-F238E27FC236}">
                <a16:creationId xmlns:a16="http://schemas.microsoft.com/office/drawing/2014/main" id="{F8B20847-7DCE-360E-8571-1BACA629B2E2}"/>
              </a:ext>
            </a:extLst>
          </p:cNvPr>
          <p:cNvSpPr txBox="1"/>
          <p:nvPr/>
        </p:nvSpPr>
        <p:spPr>
          <a:xfrm>
            <a:off x="8369590" y="2871761"/>
            <a:ext cx="1250942" cy="394545"/>
          </a:xfrm>
          <a:prstGeom prst="rect">
            <a:avLst/>
          </a:prstGeom>
        </p:spPr>
        <p:txBody>
          <a:bodyPr vert="horz" wrap="square" lIns="0" tIns="7316" rIns="0" bIns="0" rtlCol="0">
            <a:spAutoFit/>
          </a:bodyPr>
          <a:lstStyle/>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Gabriel </a:t>
            </a:r>
            <a:b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b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Real</a:t>
            </a:r>
          </a:p>
        </p:txBody>
      </p:sp>
      <p:sp>
        <p:nvSpPr>
          <p:cNvPr id="17" name="bg object 18">
            <a:extLst>
              <a:ext uri="{FF2B5EF4-FFF2-40B4-BE49-F238E27FC236}">
                <a16:creationId xmlns:a16="http://schemas.microsoft.com/office/drawing/2014/main" id="{AC498067-AA86-F2A3-4821-0522D09392B8}"/>
              </a:ext>
            </a:extLst>
          </p:cNvPr>
          <p:cNvSpPr/>
          <p:nvPr/>
        </p:nvSpPr>
        <p:spPr>
          <a:xfrm>
            <a:off x="7332993" y="4086128"/>
            <a:ext cx="2287538" cy="461657"/>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 typeface="Arial"/>
              <a:buNone/>
              <a:tabLst/>
              <a:defRPr/>
            </a:pPr>
            <a:endParaRPr kumimoji="0" sz="1092" b="1" i="0" u="none" strike="noStrike" kern="0" cap="none" spc="0" normalizeH="0" baseline="0" noProof="0">
              <a:ln>
                <a:noFill/>
              </a:ln>
              <a:solidFill>
                <a:sysClr val="windowText" lastClr="000000"/>
              </a:solidFill>
              <a:effectLst/>
              <a:uLnTx/>
              <a:uFillTx/>
              <a:latin typeface="Arial"/>
              <a:cs typeface="Arial"/>
              <a:sym typeface="Arial"/>
            </a:endParaRPr>
          </a:p>
        </p:txBody>
      </p:sp>
      <p:sp>
        <p:nvSpPr>
          <p:cNvPr id="18" name="object 15">
            <a:extLst>
              <a:ext uri="{FF2B5EF4-FFF2-40B4-BE49-F238E27FC236}">
                <a16:creationId xmlns:a16="http://schemas.microsoft.com/office/drawing/2014/main" id="{47BF0CF9-C68F-D930-7B16-056B36AA508A}"/>
              </a:ext>
            </a:extLst>
          </p:cNvPr>
          <p:cNvSpPr txBox="1"/>
          <p:nvPr/>
        </p:nvSpPr>
        <p:spPr>
          <a:xfrm>
            <a:off x="9699269" y="2825879"/>
            <a:ext cx="1903565" cy="1721906"/>
          </a:xfrm>
          <a:prstGeom prst="rect">
            <a:avLst/>
          </a:prstGeom>
        </p:spPr>
        <p:txBody>
          <a:bodyPr vert="horz" wrap="square" lIns="0" tIns="0" rIns="0" bIns="0" numCol="1" rtlCol="0" anchor="ctr" anchorCtr="0">
            <a:noAutofit/>
          </a:bodyPr>
          <a:lstStyle/>
          <a:p>
            <a:pPr marL="7701" marR="3081" lvl="0" indent="0" algn="l" defTabSz="914400" rtl="0" eaLnBrk="1" fontAlgn="auto" latinLnBrk="0" hangingPunct="1">
              <a:lnSpc>
                <a:spcPct val="101800"/>
              </a:lnSpc>
              <a:spcBef>
                <a:spcPts val="300"/>
              </a:spcBef>
              <a:spcAft>
                <a:spcPts val="300"/>
              </a:spcAft>
              <a:buClr>
                <a:srgbClr val="000000"/>
              </a:buClr>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Iniciou sua carreira no Banco Safra, como analista de crédito do segmento de </a:t>
            </a:r>
            <a:r>
              <a:rPr kumimoji="0" lang="pt-BR" sz="800" b="0" i="1" u="none" strike="noStrike" kern="0" cap="none" spc="0" normalizeH="0" baseline="0" noProof="0" err="1">
                <a:ln>
                  <a:noFill/>
                </a:ln>
                <a:solidFill>
                  <a:srgbClr val="FFFFFF"/>
                </a:solidFill>
                <a:effectLst/>
                <a:uLnTx/>
                <a:uFillTx/>
                <a:latin typeface="Versos Light" panose="020B0403020204030204" pitchFamily="34" charset="0"/>
                <a:cs typeface="Helvetica"/>
                <a:sym typeface="Arial"/>
              </a:rPr>
              <a:t>large</a:t>
            </a:r>
            <a:r>
              <a:rPr kumimoji="0" lang="pt-BR" sz="800" b="0" i="1"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 </a:t>
            </a:r>
            <a:r>
              <a:rPr kumimoji="0" lang="pt-BR" sz="800" b="0" i="1" u="none" strike="noStrike" kern="0" cap="none" spc="0" normalizeH="0" baseline="0" noProof="0" err="1">
                <a:ln>
                  <a:noFill/>
                </a:ln>
                <a:solidFill>
                  <a:srgbClr val="FFFFFF"/>
                </a:solidFill>
                <a:effectLst/>
                <a:uLnTx/>
                <a:uFillTx/>
                <a:latin typeface="Versos Light" panose="020B0403020204030204" pitchFamily="34" charset="0"/>
                <a:cs typeface="Helvetica"/>
                <a:sym typeface="Arial"/>
              </a:rPr>
              <a:t>corporate</a:t>
            </a:r>
            <a: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 onde atuou em análises de crédito das grandes empresas no setor do Agronegócio </a:t>
            </a:r>
            <a:b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do portfólio do Banco Safra. </a:t>
            </a:r>
          </a:p>
          <a:p>
            <a:pPr marL="7701" marR="3081" lvl="0" indent="0" algn="l" defTabSz="914400" rtl="0" eaLnBrk="1" fontAlgn="auto" latinLnBrk="0" hangingPunct="1">
              <a:lnSpc>
                <a:spcPct val="101800"/>
              </a:lnSpc>
              <a:spcBef>
                <a:spcPts val="300"/>
              </a:spcBef>
              <a:spcAft>
                <a:spcPts val="300"/>
              </a:spcAft>
              <a:buClr>
                <a:srgbClr val="000000"/>
              </a:buClr>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É formado em economia pela PUC-SP.</a:t>
            </a:r>
          </a:p>
        </p:txBody>
      </p:sp>
      <p:sp>
        <p:nvSpPr>
          <p:cNvPr id="19" name="object 8">
            <a:extLst>
              <a:ext uri="{FF2B5EF4-FFF2-40B4-BE49-F238E27FC236}">
                <a16:creationId xmlns:a16="http://schemas.microsoft.com/office/drawing/2014/main" id="{652852A1-9C27-E47D-1115-9AD2FB145EB8}"/>
              </a:ext>
            </a:extLst>
          </p:cNvPr>
          <p:cNvSpPr/>
          <p:nvPr/>
        </p:nvSpPr>
        <p:spPr>
          <a:xfrm>
            <a:off x="7332343" y="1040155"/>
            <a:ext cx="4529325" cy="1714593"/>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49" b="0" i="0" u="none" strike="noStrike" kern="0" cap="none" spc="0" normalizeH="0" baseline="0" noProof="0">
              <a:ln>
                <a:noFill/>
              </a:ln>
              <a:solidFill>
                <a:srgbClr val="000000"/>
              </a:solidFill>
              <a:effectLst/>
              <a:uLnTx/>
              <a:uFillTx/>
              <a:latin typeface="Arial"/>
              <a:cs typeface="Arial"/>
              <a:sym typeface="Arial"/>
            </a:endParaRPr>
          </a:p>
        </p:txBody>
      </p:sp>
      <p:sp>
        <p:nvSpPr>
          <p:cNvPr id="20" name="object 41">
            <a:extLst>
              <a:ext uri="{FF2B5EF4-FFF2-40B4-BE49-F238E27FC236}">
                <a16:creationId xmlns:a16="http://schemas.microsoft.com/office/drawing/2014/main" id="{D9862F4E-A3D8-5949-B049-2595649941EC}"/>
              </a:ext>
            </a:extLst>
          </p:cNvPr>
          <p:cNvSpPr txBox="1"/>
          <p:nvPr/>
        </p:nvSpPr>
        <p:spPr>
          <a:xfrm>
            <a:off x="8369588" y="1973200"/>
            <a:ext cx="2196000" cy="134105"/>
          </a:xfrm>
          <a:prstGeom prst="rect">
            <a:avLst/>
          </a:prstGeom>
        </p:spPr>
        <p:txBody>
          <a:bodyPr vert="horz" wrap="square" lIns="0" tIns="0" rIns="0" bIns="0" rtlCol="0">
            <a:noAutofit/>
          </a:bodyPr>
          <a:lstStyle/>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r>
              <a:rPr kumimoji="0" lang="pt-BR" sz="700" b="0" i="0" u="none" strike="noStrike" kern="0" cap="none" spc="0" normalizeH="0" baseline="0" noProof="0">
                <a:ln>
                  <a:noFill/>
                </a:ln>
                <a:solidFill>
                  <a:srgbClr val="FFFFFF"/>
                </a:solidFill>
                <a:effectLst/>
                <a:uLnTx/>
                <a:uFillTx/>
                <a:latin typeface="Versos" panose="020B0503020204030204" pitchFamily="34" charset="0"/>
                <a:cs typeface="Arial"/>
                <a:sym typeface="Arial"/>
                <a:hlinkClick r:id="rId4">
                  <a:extLst>
                    <a:ext uri="{A12FA001-AC4F-418D-AE19-62706E023703}">
                      <ahyp:hlinkClr xmlns:ahyp="http://schemas.microsoft.com/office/drawing/2018/hyperlinkcolor" val="tx"/>
                    </a:ext>
                  </a:extLst>
                </a:hlinkClick>
              </a:rPr>
              <a:t>gabriel.bernasconi@tivio.com</a:t>
            </a:r>
            <a:endParaRPr kumimoji="0" lang="pt-BR" sz="70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p:txBody>
      </p:sp>
      <p:grpSp>
        <p:nvGrpSpPr>
          <p:cNvPr id="21" name="Group 20">
            <a:extLst>
              <a:ext uri="{FF2B5EF4-FFF2-40B4-BE49-F238E27FC236}">
                <a16:creationId xmlns:a16="http://schemas.microsoft.com/office/drawing/2014/main" id="{A8E59223-9198-E01B-5EAF-C34D939B81F8}"/>
              </a:ext>
            </a:extLst>
          </p:cNvPr>
          <p:cNvGrpSpPr/>
          <p:nvPr/>
        </p:nvGrpSpPr>
        <p:grpSpPr>
          <a:xfrm>
            <a:off x="8369588" y="1102556"/>
            <a:ext cx="1250944" cy="780854"/>
            <a:chOff x="1462177" y="1175547"/>
            <a:chExt cx="1250944" cy="780854"/>
          </a:xfrm>
        </p:grpSpPr>
        <p:sp>
          <p:nvSpPr>
            <p:cNvPr id="22" name="Rectangle: Single Corner Rounded 21">
              <a:extLst>
                <a:ext uri="{FF2B5EF4-FFF2-40B4-BE49-F238E27FC236}">
                  <a16:creationId xmlns:a16="http://schemas.microsoft.com/office/drawing/2014/main" id="{41B55E74-DCE6-DA64-6042-954484AF5370}"/>
                </a:ext>
              </a:extLst>
            </p:cNvPr>
            <p:cNvSpPr/>
            <p:nvPr/>
          </p:nvSpPr>
          <p:spPr>
            <a:xfrm>
              <a:off x="1462177" y="1669888"/>
              <a:ext cx="1250943" cy="286513"/>
            </a:xfrm>
            <a:prstGeom prst="round1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 tIns="0" rIns="0" bIns="0" rtlCol="0" anchor="ctr"/>
            <a:lstStyle/>
            <a:p>
              <a:pPr marL="0" marR="175204"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ANALISTA</a:t>
              </a:r>
              <a:b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700"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HIGH GRADE</a:t>
              </a:r>
            </a:p>
          </p:txBody>
        </p:sp>
        <p:sp>
          <p:nvSpPr>
            <p:cNvPr id="23" name="object 40">
              <a:extLst>
                <a:ext uri="{FF2B5EF4-FFF2-40B4-BE49-F238E27FC236}">
                  <a16:creationId xmlns:a16="http://schemas.microsoft.com/office/drawing/2014/main" id="{4E8537E7-3771-D47F-C35B-6910321C6739}"/>
                </a:ext>
              </a:extLst>
            </p:cNvPr>
            <p:cNvSpPr txBox="1"/>
            <p:nvPr/>
          </p:nvSpPr>
          <p:spPr>
            <a:xfrm>
              <a:off x="1462179" y="1175547"/>
              <a:ext cx="1250942" cy="394545"/>
            </a:xfrm>
            <a:prstGeom prst="rect">
              <a:avLst/>
            </a:prstGeom>
          </p:spPr>
          <p:txBody>
            <a:bodyPr vert="horz" wrap="square" lIns="0" tIns="7316" rIns="0" bIns="0" rtlCol="0">
              <a:spAutoFit/>
            </a:bodyPr>
            <a:lstStyle/>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Gabriel Bernasconi</a:t>
              </a:r>
            </a:p>
          </p:txBody>
        </p:sp>
      </p:grpSp>
      <p:sp>
        <p:nvSpPr>
          <p:cNvPr id="24" name="bg object 18">
            <a:extLst>
              <a:ext uri="{FF2B5EF4-FFF2-40B4-BE49-F238E27FC236}">
                <a16:creationId xmlns:a16="http://schemas.microsoft.com/office/drawing/2014/main" id="{F315CA74-6D45-CB69-2CA4-A50BF07355A6}"/>
              </a:ext>
            </a:extLst>
          </p:cNvPr>
          <p:cNvSpPr/>
          <p:nvPr/>
        </p:nvSpPr>
        <p:spPr>
          <a:xfrm>
            <a:off x="7332993" y="2299990"/>
            <a:ext cx="2287538" cy="461657"/>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 typeface="Arial"/>
              <a:buNone/>
              <a:tabLst/>
              <a:defRPr/>
            </a:pPr>
            <a:endParaRPr kumimoji="0" sz="1092" b="1" i="0" u="none" strike="noStrike" kern="0" cap="none" spc="0" normalizeH="0" baseline="0" noProof="0">
              <a:ln>
                <a:noFill/>
              </a:ln>
              <a:solidFill>
                <a:sysClr val="windowText" lastClr="000000"/>
              </a:solidFill>
              <a:effectLst/>
              <a:uLnTx/>
              <a:uFillTx/>
              <a:latin typeface="Arial"/>
              <a:cs typeface="Arial"/>
              <a:sym typeface="Arial"/>
            </a:endParaRPr>
          </a:p>
        </p:txBody>
      </p:sp>
      <p:sp>
        <p:nvSpPr>
          <p:cNvPr id="25" name="object 15">
            <a:extLst>
              <a:ext uri="{FF2B5EF4-FFF2-40B4-BE49-F238E27FC236}">
                <a16:creationId xmlns:a16="http://schemas.microsoft.com/office/drawing/2014/main" id="{DAF36FCD-FCDC-1A12-A9C7-38AF20DB7B45}"/>
              </a:ext>
            </a:extLst>
          </p:cNvPr>
          <p:cNvSpPr txBox="1"/>
          <p:nvPr/>
        </p:nvSpPr>
        <p:spPr>
          <a:xfrm>
            <a:off x="9697185" y="1032843"/>
            <a:ext cx="2090148" cy="1728804"/>
          </a:xfrm>
          <a:prstGeom prst="rect">
            <a:avLst/>
          </a:prstGeom>
        </p:spPr>
        <p:txBody>
          <a:bodyPr vert="horz" wrap="square" lIns="0" tIns="0" rIns="0" bIns="0" numCol="1" rtlCol="0" anchor="ctr" anchorCtr="0">
            <a:noAutofit/>
          </a:bodyPr>
          <a:lstStyle/>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Entre os anos de 2021 e 2023, trabalhou </a:t>
            </a:r>
            <a:b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no time de crédito privado da Quasar Asset. </a:t>
            </a:r>
          </a:p>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Em 2024, aceitou se juntou ao time </a:t>
            </a:r>
            <a:b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de análise de crédito da Tivio Capital. </a:t>
            </a:r>
          </a:p>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É formado em administração </a:t>
            </a:r>
            <a:b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de empresas  pelo Insper.</a:t>
            </a:r>
          </a:p>
        </p:txBody>
      </p:sp>
      <p:sp>
        <p:nvSpPr>
          <p:cNvPr id="26" name="object 8">
            <a:extLst>
              <a:ext uri="{FF2B5EF4-FFF2-40B4-BE49-F238E27FC236}">
                <a16:creationId xmlns:a16="http://schemas.microsoft.com/office/drawing/2014/main" id="{50D84D9F-C0AF-64EA-2072-A18E664E4CA4}"/>
              </a:ext>
            </a:extLst>
          </p:cNvPr>
          <p:cNvSpPr/>
          <p:nvPr/>
        </p:nvSpPr>
        <p:spPr>
          <a:xfrm>
            <a:off x="7332343" y="4611606"/>
            <a:ext cx="4529325" cy="1714593"/>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49" b="0" i="0" u="none" strike="noStrike" kern="0" cap="none" spc="0" normalizeH="0" baseline="0" noProof="0">
              <a:ln>
                <a:noFill/>
              </a:ln>
              <a:solidFill>
                <a:srgbClr val="000000"/>
              </a:solidFill>
              <a:effectLst/>
              <a:uLnTx/>
              <a:uFillTx/>
              <a:latin typeface="Arial"/>
              <a:cs typeface="Arial"/>
              <a:sym typeface="Arial"/>
            </a:endParaRPr>
          </a:p>
        </p:txBody>
      </p:sp>
      <p:sp>
        <p:nvSpPr>
          <p:cNvPr id="27" name="object 41">
            <a:extLst>
              <a:ext uri="{FF2B5EF4-FFF2-40B4-BE49-F238E27FC236}">
                <a16:creationId xmlns:a16="http://schemas.microsoft.com/office/drawing/2014/main" id="{4A9CE140-83B8-CB9E-757D-2F76080A4E92}"/>
              </a:ext>
            </a:extLst>
          </p:cNvPr>
          <p:cNvSpPr txBox="1"/>
          <p:nvPr/>
        </p:nvSpPr>
        <p:spPr>
          <a:xfrm>
            <a:off x="8369588" y="5544651"/>
            <a:ext cx="2196000" cy="134105"/>
          </a:xfrm>
          <a:prstGeom prst="rect">
            <a:avLst/>
          </a:prstGeom>
        </p:spPr>
        <p:txBody>
          <a:bodyPr vert="horz" wrap="square" lIns="0" tIns="0" rIns="0" bIns="0" rtlCol="0">
            <a:noAutofit/>
          </a:bodyPr>
          <a:lstStyle/>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r>
              <a:rPr kumimoji="0" lang="pt-BR" sz="750" b="0" i="0" u="none" strike="noStrike" kern="0" cap="none" spc="0" normalizeH="0" baseline="0" noProof="0">
                <a:ln>
                  <a:noFill/>
                </a:ln>
                <a:solidFill>
                  <a:srgbClr val="FFFFFF"/>
                </a:solidFill>
                <a:effectLst/>
                <a:uLnTx/>
                <a:uFillTx/>
                <a:latin typeface="Versos" panose="020B0503020204030204" pitchFamily="34" charset="0"/>
                <a:cs typeface="Arial"/>
                <a:sym typeface="Arial"/>
                <a:hlinkClick r:id="rId2">
                  <a:extLst>
                    <a:ext uri="{A12FA001-AC4F-418D-AE19-62706E023703}">
                      <ahyp:hlinkClr xmlns:ahyp="http://schemas.microsoft.com/office/drawing/2018/hyperlinkcolor" val="tx"/>
                    </a:ext>
                  </a:extLst>
                </a:hlinkClick>
              </a:rPr>
              <a:t>pedro.nobre@tivio.com</a:t>
            </a:r>
            <a:endParaRPr kumimoji="0" lang="pt-BR" sz="75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endParaRPr kumimoji="0" lang="pt-BR" sz="90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p:txBody>
      </p:sp>
      <p:grpSp>
        <p:nvGrpSpPr>
          <p:cNvPr id="28" name="Group 27">
            <a:extLst>
              <a:ext uri="{FF2B5EF4-FFF2-40B4-BE49-F238E27FC236}">
                <a16:creationId xmlns:a16="http://schemas.microsoft.com/office/drawing/2014/main" id="{11EF1558-E613-1F5A-590C-3DAFF5EF1B5C}"/>
              </a:ext>
            </a:extLst>
          </p:cNvPr>
          <p:cNvGrpSpPr/>
          <p:nvPr/>
        </p:nvGrpSpPr>
        <p:grpSpPr>
          <a:xfrm>
            <a:off x="8369588" y="4676500"/>
            <a:ext cx="1648226" cy="775348"/>
            <a:chOff x="1462177" y="1178040"/>
            <a:chExt cx="1648226" cy="775348"/>
          </a:xfrm>
        </p:grpSpPr>
        <p:sp>
          <p:nvSpPr>
            <p:cNvPr id="29" name="Rectangle: Single Corner Rounded 28">
              <a:extLst>
                <a:ext uri="{FF2B5EF4-FFF2-40B4-BE49-F238E27FC236}">
                  <a16:creationId xmlns:a16="http://schemas.microsoft.com/office/drawing/2014/main" id="{58A7C92B-7709-DAFD-129F-6671ECA7ED5D}"/>
                </a:ext>
              </a:extLst>
            </p:cNvPr>
            <p:cNvSpPr/>
            <p:nvPr/>
          </p:nvSpPr>
          <p:spPr>
            <a:xfrm>
              <a:off x="1462177" y="1665388"/>
              <a:ext cx="1252800" cy="288000"/>
            </a:xfrm>
            <a:prstGeom prst="round1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 tIns="0" rIns="0" bIns="0" rtlCol="0" anchor="ctr"/>
            <a:lstStyle/>
            <a:p>
              <a:pPr marL="0" marR="175204"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TRADER  </a:t>
              </a:r>
              <a:b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700"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HIGH GRADE</a:t>
              </a:r>
            </a:p>
          </p:txBody>
        </p:sp>
        <p:sp>
          <p:nvSpPr>
            <p:cNvPr id="30" name="object 40">
              <a:extLst>
                <a:ext uri="{FF2B5EF4-FFF2-40B4-BE49-F238E27FC236}">
                  <a16:creationId xmlns:a16="http://schemas.microsoft.com/office/drawing/2014/main" id="{DAA56D6F-3C0E-26A0-A791-634C66CDACFC}"/>
                </a:ext>
              </a:extLst>
            </p:cNvPr>
            <p:cNvSpPr txBox="1"/>
            <p:nvPr/>
          </p:nvSpPr>
          <p:spPr>
            <a:xfrm>
              <a:off x="1462178" y="1178040"/>
              <a:ext cx="1648225" cy="407369"/>
            </a:xfrm>
            <a:prstGeom prst="rect">
              <a:avLst/>
            </a:prstGeom>
          </p:spPr>
          <p:txBody>
            <a:bodyPr vert="horz" wrap="square" lIns="0" tIns="7316" rIns="0" bIns="0" rtlCol="0">
              <a:spAutoFit/>
            </a:bodyPr>
            <a:lstStyle/>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Pedro</a:t>
              </a:r>
            </a:p>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Nobre</a:t>
              </a:r>
            </a:p>
          </p:txBody>
        </p:sp>
      </p:grpSp>
      <p:sp>
        <p:nvSpPr>
          <p:cNvPr id="31" name="bg object 18">
            <a:extLst>
              <a:ext uri="{FF2B5EF4-FFF2-40B4-BE49-F238E27FC236}">
                <a16:creationId xmlns:a16="http://schemas.microsoft.com/office/drawing/2014/main" id="{E0F11557-D059-AFF5-B046-C440D93F4AA5}"/>
              </a:ext>
            </a:extLst>
          </p:cNvPr>
          <p:cNvSpPr/>
          <p:nvPr/>
        </p:nvSpPr>
        <p:spPr>
          <a:xfrm>
            <a:off x="7332993" y="5864542"/>
            <a:ext cx="2287538" cy="461657"/>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 typeface="Arial"/>
              <a:buNone/>
              <a:tabLst/>
              <a:defRPr/>
            </a:pPr>
            <a:endParaRPr kumimoji="0" sz="1092" b="1" i="0" u="none" strike="noStrike" kern="0" cap="none" spc="0" normalizeH="0" baseline="0" noProof="0">
              <a:ln>
                <a:noFill/>
              </a:ln>
              <a:solidFill>
                <a:sysClr val="windowText" lastClr="000000"/>
              </a:solidFill>
              <a:effectLst/>
              <a:uLnTx/>
              <a:uFillTx/>
              <a:latin typeface="Arial"/>
              <a:cs typeface="Arial"/>
              <a:sym typeface="Arial"/>
            </a:endParaRPr>
          </a:p>
        </p:txBody>
      </p:sp>
      <p:sp>
        <p:nvSpPr>
          <p:cNvPr id="32" name="object 15">
            <a:extLst>
              <a:ext uri="{FF2B5EF4-FFF2-40B4-BE49-F238E27FC236}">
                <a16:creationId xmlns:a16="http://schemas.microsoft.com/office/drawing/2014/main" id="{20B630E1-8427-1460-A0B7-659C7B79DAEF}"/>
              </a:ext>
            </a:extLst>
          </p:cNvPr>
          <p:cNvSpPr txBox="1"/>
          <p:nvPr/>
        </p:nvSpPr>
        <p:spPr>
          <a:xfrm>
            <a:off x="9697185" y="4611605"/>
            <a:ext cx="1905650" cy="1714594"/>
          </a:xfrm>
          <a:prstGeom prst="rect">
            <a:avLst/>
          </a:prstGeom>
        </p:spPr>
        <p:txBody>
          <a:bodyPr vert="horz" wrap="square" lIns="0" tIns="0" rIns="0" bIns="0" numCol="1" rtlCol="0" anchor="ctr" anchorCtr="0">
            <a:noAutofit/>
          </a:bodyPr>
          <a:lstStyle/>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Formado em engenharia Mecânica no Instituto Tecnológico de Aeronáutica, possui experiência no mercado financeiro com passagens em áreas de análise de renda fixa local, M&amp;A e Inteligência de Mercado referente a indústria brasileira de fundos. </a:t>
            </a:r>
          </a:p>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80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Além disso, teve passagens por grandes casas como Pátria Investimentos e Safra Asset Management.</a:t>
            </a:r>
          </a:p>
        </p:txBody>
      </p:sp>
      <p:pic>
        <p:nvPicPr>
          <p:cNvPr id="33" name="object 15">
            <a:extLst>
              <a:ext uri="{FF2B5EF4-FFF2-40B4-BE49-F238E27FC236}">
                <a16:creationId xmlns:a16="http://schemas.microsoft.com/office/drawing/2014/main" id="{174EF85B-C250-E220-1DB3-B4DA38A4FA44}"/>
              </a:ext>
            </a:extLst>
          </p:cNvPr>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rcRect/>
          <a:stretch/>
        </p:blipFill>
        <p:spPr>
          <a:xfrm>
            <a:off x="7729524" y="2472411"/>
            <a:ext cx="729816" cy="141283"/>
          </a:xfrm>
          <a:prstGeom prst="rect">
            <a:avLst/>
          </a:prstGeom>
        </p:spPr>
      </p:pic>
      <p:pic>
        <p:nvPicPr>
          <p:cNvPr id="34" name="Picture 33" descr="A black and white logo&#10;&#10;AI-generated content may be incorrect.">
            <a:extLst>
              <a:ext uri="{FF2B5EF4-FFF2-40B4-BE49-F238E27FC236}">
                <a16:creationId xmlns:a16="http://schemas.microsoft.com/office/drawing/2014/main" id="{DB929C05-0954-2F82-A010-9DA506316BEE}"/>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Lst>
          </a:blip>
          <a:stretch>
            <a:fillRect/>
          </a:stretch>
        </p:blipFill>
        <p:spPr>
          <a:xfrm>
            <a:off x="8796424" y="2455852"/>
            <a:ext cx="428014" cy="166069"/>
          </a:xfrm>
          <a:prstGeom prst="rect">
            <a:avLst/>
          </a:prstGeom>
        </p:spPr>
      </p:pic>
      <p:pic>
        <p:nvPicPr>
          <p:cNvPr id="35" name="object 44">
            <a:extLst>
              <a:ext uri="{FF2B5EF4-FFF2-40B4-BE49-F238E27FC236}">
                <a16:creationId xmlns:a16="http://schemas.microsoft.com/office/drawing/2014/main" id="{F71CDC3A-FB50-B49B-37FF-9D7A11F1C777}"/>
              </a:ext>
            </a:extLst>
          </p:cNvPr>
          <p:cNvPicPr preferRelativeResize="0"/>
          <p:nvPr/>
        </p:nvPicPr>
        <p:blipFill rotWithShape="1">
          <a:blip r:embed="rId9" cstate="print"/>
          <a:srcRect l="5794" t="714" r="3070" b="4403"/>
          <a:stretch/>
        </p:blipFill>
        <p:spPr>
          <a:xfrm>
            <a:off x="7332342" y="1109456"/>
            <a:ext cx="968992" cy="1004748"/>
          </a:xfrm>
          <a:prstGeom prst="round1Rect">
            <a:avLst/>
          </a:prstGeom>
        </p:spPr>
      </p:pic>
      <p:pic>
        <p:nvPicPr>
          <p:cNvPr id="36" name="object 45">
            <a:extLst>
              <a:ext uri="{FF2B5EF4-FFF2-40B4-BE49-F238E27FC236}">
                <a16:creationId xmlns:a16="http://schemas.microsoft.com/office/drawing/2014/main" id="{F186BE23-DA9C-EC04-C296-77CB0C19951D}"/>
              </a:ext>
            </a:extLst>
          </p:cNvPr>
          <p:cNvPicPr preferRelativeResize="0"/>
          <p:nvPr/>
        </p:nvPicPr>
        <p:blipFill rotWithShape="1">
          <a:blip r:embed="rId10" cstate="print"/>
          <a:srcRect l="2421" r="2421"/>
          <a:stretch/>
        </p:blipFill>
        <p:spPr>
          <a:xfrm>
            <a:off x="7332342" y="2885591"/>
            <a:ext cx="968992" cy="988351"/>
          </a:xfrm>
          <a:prstGeom prst="round1Rect">
            <a:avLst/>
          </a:prstGeom>
          <a:ln>
            <a:noFill/>
          </a:ln>
        </p:spPr>
      </p:pic>
      <p:pic>
        <p:nvPicPr>
          <p:cNvPr id="37" name="Picture 4">
            <a:extLst>
              <a:ext uri="{FF2B5EF4-FFF2-40B4-BE49-F238E27FC236}">
                <a16:creationId xmlns:a16="http://schemas.microsoft.com/office/drawing/2014/main" id="{87C20F2F-319E-0AB9-D572-4651B704B679}"/>
              </a:ext>
            </a:extLst>
          </p:cNvPr>
          <p:cNvPicPr>
            <a:picLocks noChangeAspect="1" noChangeArrowheads="1"/>
          </p:cNvPicPr>
          <p:nvPr/>
        </p:nvPicPr>
        <p:blipFill rotWithShape="1">
          <a:blip r:embed="rId11">
            <a:extLst>
              <a:ext uri="{BEBA8EAE-BF5A-486C-A8C5-ECC9F3942E4B}">
                <a14:imgProps xmlns:a14="http://schemas.microsoft.com/office/drawing/2010/main">
                  <a14:imgLayer r:embed="rId12">
                    <a14:imgEffect>
                      <a14:brightnessContrast bright="100000"/>
                    </a14:imgEffect>
                  </a14:imgLayer>
                </a14:imgProps>
              </a:ext>
            </a:extLst>
          </a:blip>
          <a:srcRect t="1" r="75472" b="-4964"/>
          <a:stretch/>
        </p:blipFill>
        <p:spPr bwMode="auto">
          <a:xfrm>
            <a:off x="8050004" y="4198790"/>
            <a:ext cx="210173" cy="271363"/>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A black and white logo&#10;&#10;AI-generated content may be incorrect.">
            <a:extLst>
              <a:ext uri="{FF2B5EF4-FFF2-40B4-BE49-F238E27FC236}">
                <a16:creationId xmlns:a16="http://schemas.microsoft.com/office/drawing/2014/main" id="{10220416-715D-4630-188D-588394FFC18B}"/>
              </a:ext>
            </a:extLst>
          </p:cNvPr>
          <p:cNvPicPr>
            <a:picLocks noChangeAspect="1"/>
          </p:cNvPicPr>
          <p:nvPr/>
        </p:nvPicPr>
        <p:blipFill>
          <a:blip r:embed="rId13"/>
          <a:stretch>
            <a:fillRect/>
          </a:stretch>
        </p:blipFill>
        <p:spPr>
          <a:xfrm>
            <a:off x="8435803" y="4175437"/>
            <a:ext cx="548101" cy="271363"/>
          </a:xfrm>
          <a:prstGeom prst="rect">
            <a:avLst/>
          </a:prstGeom>
        </p:spPr>
      </p:pic>
      <p:pic>
        <p:nvPicPr>
          <p:cNvPr id="39" name="object 44">
            <a:extLst>
              <a:ext uri="{FF2B5EF4-FFF2-40B4-BE49-F238E27FC236}">
                <a16:creationId xmlns:a16="http://schemas.microsoft.com/office/drawing/2014/main" id="{496E43FC-DCFE-F1C8-156B-BC5CBE575A88}"/>
              </a:ext>
            </a:extLst>
          </p:cNvPr>
          <p:cNvPicPr preferRelativeResize="0"/>
          <p:nvPr/>
        </p:nvPicPr>
        <p:blipFill rotWithShape="1">
          <a:blip r:embed="rId14"/>
          <a:srcRect l="6146" t="3833" r="16391" b="42621"/>
          <a:stretch/>
        </p:blipFill>
        <p:spPr>
          <a:xfrm>
            <a:off x="7336623" y="4667045"/>
            <a:ext cx="968992" cy="1004748"/>
          </a:xfrm>
          <a:prstGeom prst="round1Rect">
            <a:avLst/>
          </a:prstGeom>
        </p:spPr>
      </p:pic>
      <p:sp>
        <p:nvSpPr>
          <p:cNvPr id="40" name="object 8">
            <a:extLst>
              <a:ext uri="{FF2B5EF4-FFF2-40B4-BE49-F238E27FC236}">
                <a16:creationId xmlns:a16="http://schemas.microsoft.com/office/drawing/2014/main" id="{25011C08-C2BB-D297-7B88-E7817562554B}"/>
              </a:ext>
            </a:extLst>
          </p:cNvPr>
          <p:cNvSpPr/>
          <p:nvPr/>
        </p:nvSpPr>
        <p:spPr>
          <a:xfrm>
            <a:off x="3833327" y="3755621"/>
            <a:ext cx="3324244" cy="2575260"/>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49" b="0" i="0" u="none" strike="noStrike" kern="0" cap="none" spc="0" normalizeH="0" baseline="0" noProof="0">
              <a:ln>
                <a:noFill/>
              </a:ln>
              <a:solidFill>
                <a:srgbClr val="000000"/>
              </a:solidFill>
              <a:effectLst/>
              <a:uLnTx/>
              <a:uFillTx/>
              <a:latin typeface="Arial"/>
              <a:cs typeface="Arial"/>
              <a:sym typeface="Arial"/>
            </a:endParaRPr>
          </a:p>
        </p:txBody>
      </p:sp>
      <p:sp>
        <p:nvSpPr>
          <p:cNvPr id="41" name="object 41">
            <a:extLst>
              <a:ext uri="{FF2B5EF4-FFF2-40B4-BE49-F238E27FC236}">
                <a16:creationId xmlns:a16="http://schemas.microsoft.com/office/drawing/2014/main" id="{D88CAA9D-17BA-46C5-215A-D6CA8E5E97E7}"/>
              </a:ext>
            </a:extLst>
          </p:cNvPr>
          <p:cNvSpPr txBox="1"/>
          <p:nvPr/>
        </p:nvSpPr>
        <p:spPr>
          <a:xfrm>
            <a:off x="4864095" y="4688666"/>
            <a:ext cx="1296000" cy="134105"/>
          </a:xfrm>
          <a:prstGeom prst="rect">
            <a:avLst/>
          </a:prstGeom>
        </p:spPr>
        <p:txBody>
          <a:bodyPr vert="horz" wrap="square" lIns="0" tIns="0" rIns="0" bIns="0" rtlCol="0">
            <a:noAutofit/>
          </a:bodyPr>
          <a:lstStyle/>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r>
              <a:rPr kumimoji="0" lang="pt-BR" sz="700" b="0" i="0" u="none" strike="noStrike" kern="0" cap="none" spc="0" normalizeH="0" baseline="0" noProof="0">
                <a:ln>
                  <a:noFill/>
                </a:ln>
                <a:solidFill>
                  <a:srgbClr val="FFFFFF"/>
                </a:solidFill>
                <a:effectLst/>
                <a:uLnTx/>
                <a:uFillTx/>
                <a:latin typeface="Versos" panose="020B0503020204030204" pitchFamily="34" charset="0"/>
                <a:cs typeface="Arial"/>
                <a:sym typeface="Arial"/>
                <a:hlinkClick r:id="rId15">
                  <a:extLst>
                    <a:ext uri="{A12FA001-AC4F-418D-AE19-62706E023703}">
                      <ahyp:hlinkClr xmlns:ahyp="http://schemas.microsoft.com/office/drawing/2018/hyperlinkcolor" val="tx"/>
                    </a:ext>
                  </a:extLst>
                </a:hlinkClick>
              </a:rPr>
              <a:t>luciana.domingos@tivio.com</a:t>
            </a:r>
            <a:endParaRPr kumimoji="0" lang="pt-BR" sz="70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p:txBody>
      </p:sp>
      <p:grpSp>
        <p:nvGrpSpPr>
          <p:cNvPr id="42" name="Group 41">
            <a:extLst>
              <a:ext uri="{FF2B5EF4-FFF2-40B4-BE49-F238E27FC236}">
                <a16:creationId xmlns:a16="http://schemas.microsoft.com/office/drawing/2014/main" id="{B3253FB3-837F-20F9-F1C4-CB036C215320}"/>
              </a:ext>
            </a:extLst>
          </p:cNvPr>
          <p:cNvGrpSpPr/>
          <p:nvPr/>
        </p:nvGrpSpPr>
        <p:grpSpPr>
          <a:xfrm>
            <a:off x="4864095" y="3818022"/>
            <a:ext cx="1332000" cy="780854"/>
            <a:chOff x="1010106" y="1175547"/>
            <a:chExt cx="1332000" cy="780854"/>
          </a:xfrm>
        </p:grpSpPr>
        <p:sp>
          <p:nvSpPr>
            <p:cNvPr id="43" name="Rectangle: Single Corner Rounded 42">
              <a:extLst>
                <a:ext uri="{FF2B5EF4-FFF2-40B4-BE49-F238E27FC236}">
                  <a16:creationId xmlns:a16="http://schemas.microsoft.com/office/drawing/2014/main" id="{1B80D4CA-29BF-BF6F-A66C-7169DCA7F269}"/>
                </a:ext>
              </a:extLst>
            </p:cNvPr>
            <p:cNvSpPr/>
            <p:nvPr/>
          </p:nvSpPr>
          <p:spPr>
            <a:xfrm>
              <a:off x="1010106" y="1669888"/>
              <a:ext cx="1332000" cy="286513"/>
            </a:xfrm>
            <a:prstGeom prst="round1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175204"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VP</a:t>
              </a:r>
              <a:b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700"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HIGH GRADE</a:t>
              </a:r>
            </a:p>
          </p:txBody>
        </p:sp>
        <p:sp>
          <p:nvSpPr>
            <p:cNvPr id="44" name="object 40">
              <a:extLst>
                <a:ext uri="{FF2B5EF4-FFF2-40B4-BE49-F238E27FC236}">
                  <a16:creationId xmlns:a16="http://schemas.microsoft.com/office/drawing/2014/main" id="{D97172F0-BCBB-7231-E0CF-955F4E3FFC3E}"/>
                </a:ext>
              </a:extLst>
            </p:cNvPr>
            <p:cNvSpPr txBox="1"/>
            <p:nvPr/>
          </p:nvSpPr>
          <p:spPr>
            <a:xfrm>
              <a:off x="1010108" y="1175547"/>
              <a:ext cx="1250942" cy="394545"/>
            </a:xfrm>
            <a:prstGeom prst="rect">
              <a:avLst/>
            </a:prstGeom>
          </p:spPr>
          <p:txBody>
            <a:bodyPr vert="horz" wrap="square" lIns="0" tIns="7316" rIns="0" bIns="0" rtlCol="0">
              <a:spAutoFit/>
            </a:bodyPr>
            <a:lstStyle/>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Luciana </a:t>
              </a:r>
              <a:b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b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Pimentel</a:t>
              </a:r>
            </a:p>
          </p:txBody>
        </p:sp>
      </p:grpSp>
      <p:sp>
        <p:nvSpPr>
          <p:cNvPr id="45" name="bg object 18">
            <a:extLst>
              <a:ext uri="{FF2B5EF4-FFF2-40B4-BE49-F238E27FC236}">
                <a16:creationId xmlns:a16="http://schemas.microsoft.com/office/drawing/2014/main" id="{F3BF670A-6F31-94E0-7366-3204446961E4}"/>
              </a:ext>
            </a:extLst>
          </p:cNvPr>
          <p:cNvSpPr/>
          <p:nvPr/>
        </p:nvSpPr>
        <p:spPr>
          <a:xfrm>
            <a:off x="3833327" y="5958050"/>
            <a:ext cx="3324244" cy="372831"/>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 typeface="Arial"/>
              <a:buNone/>
              <a:tabLst/>
              <a:defRPr/>
            </a:pPr>
            <a:endParaRPr kumimoji="0" sz="1092" b="1" i="0" u="none" strike="noStrike" kern="0" cap="none" spc="0" normalizeH="0" baseline="0" noProof="0">
              <a:ln>
                <a:noFill/>
              </a:ln>
              <a:solidFill>
                <a:sysClr val="windowText" lastClr="000000"/>
              </a:solidFill>
              <a:effectLst/>
              <a:uLnTx/>
              <a:uFillTx/>
              <a:latin typeface="Arial"/>
              <a:cs typeface="Arial"/>
              <a:sym typeface="Arial"/>
            </a:endParaRPr>
          </a:p>
        </p:txBody>
      </p:sp>
      <p:sp>
        <p:nvSpPr>
          <p:cNvPr id="46" name="object 15">
            <a:extLst>
              <a:ext uri="{FF2B5EF4-FFF2-40B4-BE49-F238E27FC236}">
                <a16:creationId xmlns:a16="http://schemas.microsoft.com/office/drawing/2014/main" id="{39712190-A711-A777-784F-874916D3F601}"/>
              </a:ext>
            </a:extLst>
          </p:cNvPr>
          <p:cNvSpPr txBox="1"/>
          <p:nvPr/>
        </p:nvSpPr>
        <p:spPr>
          <a:xfrm>
            <a:off x="3929130" y="4913385"/>
            <a:ext cx="3125339" cy="1051743"/>
          </a:xfrm>
          <a:prstGeom prst="rect">
            <a:avLst/>
          </a:prstGeom>
        </p:spPr>
        <p:txBody>
          <a:bodyPr vert="horz" wrap="square" lIns="0" tIns="0" rIns="0" bIns="0" numCol="1" rtlCol="0" anchor="t" anchorCtr="0">
            <a:noAutofit/>
          </a:bodyPr>
          <a:lstStyle/>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Iniciou a carreira em 2000 no Citibank. </a:t>
            </a:r>
          </a:p>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Entre os anos de 2001 e 2010, trabalhou no Santander e no </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Citibank entre as áreas de risco e crédito. Em 2010, juntou-se ao Banco BV, onde atuou nas áreas de ativos especiais, recuperação, concessão e monitoramento de crédito. </a:t>
            </a:r>
          </a:p>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Então, em 2019, começou na Tivio Capital (ainda BV Asset), </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onde permanece até os dias atuais e ocupa o cargo de</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Head de Análise de Crédito.</a:t>
            </a:r>
          </a:p>
        </p:txBody>
      </p:sp>
      <p:pic>
        <p:nvPicPr>
          <p:cNvPr id="47" name="object 43">
            <a:extLst>
              <a:ext uri="{FF2B5EF4-FFF2-40B4-BE49-F238E27FC236}">
                <a16:creationId xmlns:a16="http://schemas.microsoft.com/office/drawing/2014/main" id="{B50C0E17-8F5D-9278-AD84-02024491FC41}"/>
              </a:ext>
            </a:extLst>
          </p:cNvPr>
          <p:cNvPicPr/>
          <p:nvPr/>
        </p:nvPicPr>
        <p:blipFill rotWithShape="1">
          <a:blip r:embed="rId16"/>
          <a:srcRect l="35101" t="5966" r="19244" b="62337"/>
          <a:stretch/>
        </p:blipFill>
        <p:spPr>
          <a:xfrm>
            <a:off x="3833327" y="3825722"/>
            <a:ext cx="964215" cy="1004127"/>
          </a:xfrm>
          <a:prstGeom prst="round1Rect">
            <a:avLst>
              <a:gd name="adj" fmla="val 14022"/>
            </a:avLst>
          </a:prstGeom>
        </p:spPr>
      </p:pic>
      <p:pic>
        <p:nvPicPr>
          <p:cNvPr id="48" name="Picture 2">
            <a:extLst>
              <a:ext uri="{FF2B5EF4-FFF2-40B4-BE49-F238E27FC236}">
                <a16:creationId xmlns:a16="http://schemas.microsoft.com/office/drawing/2014/main" id="{4592E19B-09C2-6BF6-B1F0-AAD70778E53F}"/>
              </a:ext>
            </a:extLst>
          </p:cNvPr>
          <p:cNvPicPr>
            <a:picLocks noChangeAspect="1" noChangeArrowheads="1"/>
          </p:cNvPicPr>
          <p:nvPr/>
        </p:nvPicPr>
        <p:blipFill>
          <a:blip r:embed="rId17">
            <a:extLst>
              <a:ext uri="{BEBA8EAE-BF5A-486C-A8C5-ECC9F3942E4B}">
                <a14:imgProps xmlns:a14="http://schemas.microsoft.com/office/drawing/2010/main">
                  <a14:imgLayer r:embed="rId18">
                    <a14:imgEffect>
                      <a14:brightnessContrast bright="100000"/>
                    </a14:imgEffect>
                  </a14:imgLayer>
                </a14:imgProps>
              </a:ext>
            </a:extLst>
          </a:blip>
          <a:stretch/>
        </p:blipFill>
        <p:spPr bwMode="auto">
          <a:xfrm>
            <a:off x="5764388" y="6079797"/>
            <a:ext cx="696533" cy="121894"/>
          </a:xfrm>
          <a:prstGeom prst="rect">
            <a:avLst/>
          </a:prstGeom>
          <a:extLst>
            <a:ext uri="{909E8E84-426E-40DD-AFC4-6F175D3DCCD1}">
              <a14:hiddenFill xmlns:a14="http://schemas.microsoft.com/office/drawing/2010/main">
                <a:solidFill>
                  <a:srgbClr val="FFFFFF"/>
                </a:solidFill>
              </a14:hiddenFill>
            </a:ext>
          </a:extLst>
        </p:spPr>
      </p:pic>
      <p:pic>
        <p:nvPicPr>
          <p:cNvPr id="49" name="Picture 26">
            <a:extLst>
              <a:ext uri="{FF2B5EF4-FFF2-40B4-BE49-F238E27FC236}">
                <a16:creationId xmlns:a16="http://schemas.microsoft.com/office/drawing/2014/main" id="{96E114E4-F0F5-C8BF-E587-168CA83794EB}"/>
              </a:ext>
            </a:extLst>
          </p:cNvPr>
          <p:cNvPicPr>
            <a:picLocks noChangeAspect="1" noChangeArrowheads="1"/>
          </p:cNvPicPr>
          <p:nvPr/>
        </p:nvPicPr>
        <p:blipFill>
          <a:blip>
            <a:lum bright="100000"/>
            <a:extLst>
              <a:ext uri="{96DAC541-7B7A-43D3-8B79-37D633B846F1}">
                <asvg:svgBlip xmlns:asvg="http://schemas.microsoft.com/office/drawing/2016/SVG/main" r:embed="rId19"/>
              </a:ext>
            </a:extLst>
          </a:blip>
          <a:srcRect/>
          <a:stretch/>
        </p:blipFill>
        <p:spPr bwMode="auto">
          <a:xfrm>
            <a:off x="4958788" y="6060351"/>
            <a:ext cx="593744" cy="160786"/>
          </a:xfrm>
          <a:prstGeom prst="rect">
            <a:avLst/>
          </a:prstGeom>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336F008E-3D80-667D-412C-5554F5EF474C}"/>
              </a:ext>
            </a:extLst>
          </p:cNvPr>
          <p:cNvPicPr>
            <a:picLocks noChangeAspect="1" noChangeArrowheads="1"/>
          </p:cNvPicPr>
          <p:nvPr/>
        </p:nvPicPr>
        <p:blipFill>
          <a:blip r:embed="rId20"/>
          <a:srcRect/>
          <a:stretch/>
        </p:blipFill>
        <p:spPr bwMode="auto">
          <a:xfrm>
            <a:off x="4518221" y="6051975"/>
            <a:ext cx="228709" cy="177539"/>
          </a:xfrm>
          <a:prstGeom prst="rect">
            <a:avLst/>
          </a:prstGeom>
          <a:noFill/>
          <a:extLst>
            <a:ext uri="{909E8E84-426E-40DD-AFC4-6F175D3DCCD1}">
              <a14:hiddenFill xmlns:a14="http://schemas.microsoft.com/office/drawing/2010/main">
                <a:solidFill>
                  <a:srgbClr val="FFFFFF"/>
                </a:solidFill>
              </a14:hiddenFill>
            </a:ext>
          </a:extLst>
        </p:spPr>
      </p:pic>
      <p:sp>
        <p:nvSpPr>
          <p:cNvPr id="51" name="object 8">
            <a:extLst>
              <a:ext uri="{FF2B5EF4-FFF2-40B4-BE49-F238E27FC236}">
                <a16:creationId xmlns:a16="http://schemas.microsoft.com/office/drawing/2014/main" id="{A5F32881-512E-853F-153A-844814283893}"/>
              </a:ext>
            </a:extLst>
          </p:cNvPr>
          <p:cNvSpPr/>
          <p:nvPr/>
        </p:nvSpPr>
        <p:spPr>
          <a:xfrm>
            <a:off x="334963" y="1034244"/>
            <a:ext cx="3324244" cy="2575260"/>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49" b="0" i="0" u="none" strike="noStrike" kern="0" cap="none" spc="0" normalizeH="0" baseline="0" noProof="0">
              <a:ln>
                <a:noFill/>
              </a:ln>
              <a:solidFill>
                <a:srgbClr val="000000"/>
              </a:solidFill>
              <a:effectLst/>
              <a:uLnTx/>
              <a:uFillTx/>
              <a:latin typeface="Arial"/>
              <a:cs typeface="Arial"/>
              <a:sym typeface="Arial"/>
            </a:endParaRPr>
          </a:p>
        </p:txBody>
      </p:sp>
      <p:sp>
        <p:nvSpPr>
          <p:cNvPr id="52" name="object 41">
            <a:extLst>
              <a:ext uri="{FF2B5EF4-FFF2-40B4-BE49-F238E27FC236}">
                <a16:creationId xmlns:a16="http://schemas.microsoft.com/office/drawing/2014/main" id="{179DDB95-F421-55B2-D75F-416D1172922D}"/>
              </a:ext>
            </a:extLst>
          </p:cNvPr>
          <p:cNvSpPr txBox="1"/>
          <p:nvPr/>
        </p:nvSpPr>
        <p:spPr>
          <a:xfrm>
            <a:off x="1365731" y="1967289"/>
            <a:ext cx="1296000" cy="134105"/>
          </a:xfrm>
          <a:prstGeom prst="rect">
            <a:avLst/>
          </a:prstGeom>
        </p:spPr>
        <p:txBody>
          <a:bodyPr vert="horz" wrap="square" lIns="0" tIns="0" rIns="0" bIns="0" rtlCol="0">
            <a:noAutofit/>
          </a:bodyPr>
          <a:lstStyle/>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r>
              <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hlinkClick r:id="rId21">
                  <a:extLst>
                    <a:ext uri="{A12FA001-AC4F-418D-AE19-62706E023703}">
                      <ahyp:hlinkClr xmlns:ahyp="http://schemas.microsoft.com/office/drawing/2018/hyperlinkcolor" val="tx"/>
                    </a:ext>
                  </a:extLst>
                </a:hlinkClick>
              </a:rPr>
              <a:t>sami.karlik@tivio.com</a:t>
            </a:r>
            <a:endPar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endPar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p:txBody>
      </p:sp>
      <p:grpSp>
        <p:nvGrpSpPr>
          <p:cNvPr id="53" name="Group 52">
            <a:extLst>
              <a:ext uri="{FF2B5EF4-FFF2-40B4-BE49-F238E27FC236}">
                <a16:creationId xmlns:a16="http://schemas.microsoft.com/office/drawing/2014/main" id="{4154D5A6-6EE1-419F-98BC-F8B49CC2D251}"/>
              </a:ext>
            </a:extLst>
          </p:cNvPr>
          <p:cNvGrpSpPr/>
          <p:nvPr/>
        </p:nvGrpSpPr>
        <p:grpSpPr>
          <a:xfrm>
            <a:off x="1365731" y="1096645"/>
            <a:ext cx="1332000" cy="780854"/>
            <a:chOff x="1010106" y="1175547"/>
            <a:chExt cx="1332000" cy="780854"/>
          </a:xfrm>
        </p:grpSpPr>
        <p:sp>
          <p:nvSpPr>
            <p:cNvPr id="54" name="Rectangle: Single Corner Rounded 53">
              <a:extLst>
                <a:ext uri="{FF2B5EF4-FFF2-40B4-BE49-F238E27FC236}">
                  <a16:creationId xmlns:a16="http://schemas.microsoft.com/office/drawing/2014/main" id="{AE5B2646-6C0A-8B5F-A5A3-E8E78C3A07D5}"/>
                </a:ext>
              </a:extLst>
            </p:cNvPr>
            <p:cNvSpPr/>
            <p:nvPr/>
          </p:nvSpPr>
          <p:spPr>
            <a:xfrm>
              <a:off x="1010106" y="1669888"/>
              <a:ext cx="1332000" cy="286513"/>
            </a:xfrm>
            <a:prstGeom prst="round1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175204"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HEAD DE </a:t>
              </a:r>
              <a:b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700"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HIGH GRADE</a:t>
              </a:r>
            </a:p>
          </p:txBody>
        </p:sp>
        <p:sp>
          <p:nvSpPr>
            <p:cNvPr id="55" name="object 40">
              <a:extLst>
                <a:ext uri="{FF2B5EF4-FFF2-40B4-BE49-F238E27FC236}">
                  <a16:creationId xmlns:a16="http://schemas.microsoft.com/office/drawing/2014/main" id="{1EF050CA-C860-2A14-B13E-ED7AFF0DD235}"/>
                </a:ext>
              </a:extLst>
            </p:cNvPr>
            <p:cNvSpPr txBox="1"/>
            <p:nvPr/>
          </p:nvSpPr>
          <p:spPr>
            <a:xfrm>
              <a:off x="1010108" y="1175547"/>
              <a:ext cx="1250942" cy="394545"/>
            </a:xfrm>
            <a:prstGeom prst="rect">
              <a:avLst/>
            </a:prstGeom>
          </p:spPr>
          <p:txBody>
            <a:bodyPr vert="horz" wrap="square" lIns="0" tIns="7316" rIns="0" bIns="0" rtlCol="0">
              <a:spAutoFit/>
            </a:bodyPr>
            <a:lstStyle/>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Sami </a:t>
              </a:r>
              <a:b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b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Karlik, CFA</a:t>
              </a:r>
            </a:p>
          </p:txBody>
        </p:sp>
      </p:grpSp>
      <p:sp>
        <p:nvSpPr>
          <p:cNvPr id="56" name="bg object 18">
            <a:extLst>
              <a:ext uri="{FF2B5EF4-FFF2-40B4-BE49-F238E27FC236}">
                <a16:creationId xmlns:a16="http://schemas.microsoft.com/office/drawing/2014/main" id="{DF5F3495-3B96-2876-25FA-53474F47FBA9}"/>
              </a:ext>
            </a:extLst>
          </p:cNvPr>
          <p:cNvSpPr/>
          <p:nvPr/>
        </p:nvSpPr>
        <p:spPr>
          <a:xfrm>
            <a:off x="334963" y="3236673"/>
            <a:ext cx="3324244" cy="372831"/>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 typeface="Arial"/>
              <a:buNone/>
              <a:tabLst/>
              <a:defRPr/>
            </a:pPr>
            <a:endParaRPr kumimoji="0" sz="1092" b="1" i="0" u="none" strike="noStrike" kern="0" cap="none" spc="0" normalizeH="0" baseline="0" noProof="0">
              <a:ln>
                <a:noFill/>
              </a:ln>
              <a:solidFill>
                <a:sysClr val="windowText" lastClr="000000"/>
              </a:solidFill>
              <a:effectLst/>
              <a:uLnTx/>
              <a:uFillTx/>
              <a:latin typeface="Arial"/>
              <a:cs typeface="Arial"/>
              <a:sym typeface="Arial"/>
            </a:endParaRPr>
          </a:p>
        </p:txBody>
      </p:sp>
      <p:sp>
        <p:nvSpPr>
          <p:cNvPr id="57" name="object 15">
            <a:extLst>
              <a:ext uri="{FF2B5EF4-FFF2-40B4-BE49-F238E27FC236}">
                <a16:creationId xmlns:a16="http://schemas.microsoft.com/office/drawing/2014/main" id="{4EF51483-F7CF-45E5-33C5-E03574FCADF1}"/>
              </a:ext>
            </a:extLst>
          </p:cNvPr>
          <p:cNvSpPr txBox="1"/>
          <p:nvPr/>
        </p:nvSpPr>
        <p:spPr>
          <a:xfrm>
            <a:off x="430766" y="2192008"/>
            <a:ext cx="3125339" cy="1044665"/>
          </a:xfrm>
          <a:prstGeom prst="rect">
            <a:avLst/>
          </a:prstGeom>
        </p:spPr>
        <p:txBody>
          <a:bodyPr vert="horz" wrap="square" lIns="0" tIns="0" rIns="0" bIns="0" numCol="1" rtlCol="0" anchor="t" anchorCtr="0">
            <a:noAutofit/>
          </a:bodyPr>
          <a:lstStyle/>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Iniciou sua carreira em 2004 na AIG. Entre os anos de </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2005 e 2008, trabalhou no Itaú Unibanco no time de produtos. </a:t>
            </a:r>
          </a:p>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Então, juntou-se ao Banco Fator para trabalhar como analista </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de </a:t>
            </a:r>
            <a:r>
              <a:rPr kumimoji="0" lang="pt-BR" sz="750" b="0" i="0" u="none" strike="noStrike" kern="0" cap="none" spc="0" normalizeH="0" baseline="0" noProof="0" err="1">
                <a:ln>
                  <a:noFill/>
                </a:ln>
                <a:solidFill>
                  <a:srgbClr val="FFFFFF"/>
                </a:solidFill>
                <a:effectLst/>
                <a:uLnTx/>
                <a:uFillTx/>
                <a:latin typeface="Versos Light" panose="020B0403020204030204" pitchFamily="34" charset="0"/>
                <a:cs typeface="Helvetica"/>
                <a:sym typeface="Arial"/>
              </a:rPr>
              <a:t>equity</a:t>
            </a: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 </a:t>
            </a:r>
            <a:r>
              <a:rPr kumimoji="0" lang="pt-BR" sz="750" b="0" i="0" u="none" strike="noStrike" kern="0" cap="none" spc="0" normalizeH="0" baseline="0" noProof="0" err="1">
                <a:ln>
                  <a:noFill/>
                </a:ln>
                <a:solidFill>
                  <a:srgbClr val="FFFFFF"/>
                </a:solidFill>
                <a:effectLst/>
                <a:uLnTx/>
                <a:uFillTx/>
                <a:latin typeface="Versos Light" panose="020B0403020204030204" pitchFamily="34" charset="0"/>
                <a:cs typeface="Helvetica"/>
                <a:sym typeface="Arial"/>
              </a:rPr>
              <a:t>research</a:t>
            </a: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 cobrindo setores de logística, real </a:t>
            </a:r>
            <a:r>
              <a:rPr kumimoji="0" lang="pt-BR" sz="750" b="0" i="0" u="none" strike="noStrike" kern="0" cap="none" spc="0" normalizeH="0" baseline="0" noProof="0" err="1">
                <a:ln>
                  <a:noFill/>
                </a:ln>
                <a:solidFill>
                  <a:srgbClr val="FFFFFF"/>
                </a:solidFill>
                <a:effectLst/>
                <a:uLnTx/>
                <a:uFillTx/>
                <a:latin typeface="Versos Light" panose="020B0403020204030204" pitchFamily="34" charset="0"/>
                <a:cs typeface="Helvetica"/>
                <a:sym typeface="Arial"/>
              </a:rPr>
              <a:t>estate</a:t>
            </a: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 </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e autopeças. No ano de 2012, fez uma transição para a área de </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crédito do Banco BV, na qual chegou ao cargo de VP de Crédito. </a:t>
            </a:r>
          </a:p>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Em maio de 2023, assumiu a posição de Head </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do time de Crédito Privado da </a:t>
            </a:r>
            <a:r>
              <a:rPr kumimoji="0" lang="pt-BR" sz="750" b="0" i="0" u="none" strike="noStrike" kern="0" cap="none" spc="0" normalizeH="0" baseline="0" noProof="0" err="1">
                <a:ln>
                  <a:noFill/>
                </a:ln>
                <a:solidFill>
                  <a:srgbClr val="FFFFFF"/>
                </a:solidFill>
                <a:effectLst/>
                <a:uLnTx/>
                <a:uFillTx/>
                <a:latin typeface="Versos Light" panose="020B0403020204030204" pitchFamily="34" charset="0"/>
                <a:cs typeface="Helvetica"/>
                <a:sym typeface="Arial"/>
              </a:rPr>
              <a:t>Tivio</a:t>
            </a: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 Capital.</a:t>
            </a:r>
          </a:p>
        </p:txBody>
      </p:sp>
      <p:sp>
        <p:nvSpPr>
          <p:cNvPr id="58" name="object 8">
            <a:extLst>
              <a:ext uri="{FF2B5EF4-FFF2-40B4-BE49-F238E27FC236}">
                <a16:creationId xmlns:a16="http://schemas.microsoft.com/office/drawing/2014/main" id="{46FEC9B8-D53A-E40F-F67A-7665CCB618F0}"/>
              </a:ext>
            </a:extLst>
          </p:cNvPr>
          <p:cNvSpPr/>
          <p:nvPr/>
        </p:nvSpPr>
        <p:spPr>
          <a:xfrm>
            <a:off x="3833327" y="1034244"/>
            <a:ext cx="3324244" cy="2575260"/>
          </a:xfrm>
          <a:custGeom>
            <a:avLst/>
            <a:gdLst/>
            <a:ahLst/>
            <a:cxnLst/>
            <a:rect l="l" t="t" r="r" b="b"/>
            <a:pathLst>
              <a:path w="4469130" h="8562340">
                <a:moveTo>
                  <a:pt x="4469057" y="8562137"/>
                </a:moveTo>
                <a:lnTo>
                  <a:pt x="0" y="8562137"/>
                </a:lnTo>
                <a:lnTo>
                  <a:pt x="0" y="0"/>
                </a:lnTo>
                <a:lnTo>
                  <a:pt x="4469057" y="0"/>
                </a:lnTo>
                <a:lnTo>
                  <a:pt x="4469057" y="8562137"/>
                </a:lnTo>
                <a:close/>
              </a:path>
            </a:pathLst>
          </a:custGeom>
          <a:noFill/>
          <a:ln w="10470">
            <a:solidFill>
              <a:schemeClr val="tx1">
                <a:lumMod val="75000"/>
                <a:lumOff val="25000"/>
              </a:schemeClr>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49" b="0" i="0" u="none" strike="noStrike" kern="0" cap="none" spc="0" normalizeH="0" baseline="0" noProof="0">
              <a:ln>
                <a:noFill/>
              </a:ln>
              <a:solidFill>
                <a:srgbClr val="000000"/>
              </a:solidFill>
              <a:effectLst/>
              <a:uLnTx/>
              <a:uFillTx/>
              <a:latin typeface="Arial"/>
              <a:cs typeface="Arial"/>
              <a:sym typeface="Arial"/>
            </a:endParaRPr>
          </a:p>
        </p:txBody>
      </p:sp>
      <p:sp>
        <p:nvSpPr>
          <p:cNvPr id="59" name="object 41">
            <a:extLst>
              <a:ext uri="{FF2B5EF4-FFF2-40B4-BE49-F238E27FC236}">
                <a16:creationId xmlns:a16="http://schemas.microsoft.com/office/drawing/2014/main" id="{D9BF8E0E-FEE0-D5C6-A3D8-DC2E5F94FA27}"/>
              </a:ext>
            </a:extLst>
          </p:cNvPr>
          <p:cNvSpPr txBox="1"/>
          <p:nvPr/>
        </p:nvSpPr>
        <p:spPr>
          <a:xfrm>
            <a:off x="4864095" y="1967289"/>
            <a:ext cx="1296000" cy="134105"/>
          </a:xfrm>
          <a:prstGeom prst="rect">
            <a:avLst/>
          </a:prstGeom>
        </p:spPr>
        <p:txBody>
          <a:bodyPr vert="horz" wrap="square" lIns="0" tIns="0" rIns="0" bIns="0" rtlCol="0">
            <a:noAutofit/>
          </a:bodyPr>
          <a:lstStyle/>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r>
              <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hlinkClick r:id="rId22">
                  <a:extLst>
                    <a:ext uri="{A12FA001-AC4F-418D-AE19-62706E023703}">
                      <ahyp:hlinkClr xmlns:ahyp="http://schemas.microsoft.com/office/drawing/2018/hyperlinkcolor" val="tx"/>
                    </a:ext>
                  </a:extLst>
                </a:hlinkClick>
              </a:rPr>
              <a:t>pedro.bento@tivio.com</a:t>
            </a:r>
            <a:endPar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a:p>
            <a:pPr marL="7701" marR="0" lvl="0" indent="0" algn="l" defTabSz="914400" rtl="0" eaLnBrk="1" fontAlgn="auto" latinLnBrk="0" hangingPunct="1">
              <a:lnSpc>
                <a:spcPct val="100000"/>
              </a:lnSpc>
              <a:spcBef>
                <a:spcPts val="76"/>
              </a:spcBef>
              <a:spcAft>
                <a:spcPts val="0"/>
              </a:spcAft>
              <a:buClr>
                <a:srgbClr val="000000"/>
              </a:buClr>
              <a:buSzTx/>
              <a:buFont typeface="Arial"/>
              <a:buNone/>
              <a:tabLst/>
              <a:defRPr/>
            </a:pPr>
            <a:endParaRPr kumimoji="0" lang="pt-BR" sz="800" b="0" i="0" u="none" strike="noStrike" kern="0" cap="none" spc="0" normalizeH="0" baseline="0" noProof="0">
              <a:ln>
                <a:noFill/>
              </a:ln>
              <a:solidFill>
                <a:srgbClr val="FFFFFF"/>
              </a:solidFill>
              <a:effectLst/>
              <a:uLnTx/>
              <a:uFillTx/>
              <a:latin typeface="Versos" panose="020B0503020204030204" pitchFamily="34" charset="0"/>
              <a:cs typeface="Arial"/>
              <a:sym typeface="Arial"/>
            </a:endParaRPr>
          </a:p>
        </p:txBody>
      </p:sp>
      <p:grpSp>
        <p:nvGrpSpPr>
          <p:cNvPr id="60" name="Group 59">
            <a:extLst>
              <a:ext uri="{FF2B5EF4-FFF2-40B4-BE49-F238E27FC236}">
                <a16:creationId xmlns:a16="http://schemas.microsoft.com/office/drawing/2014/main" id="{859A8822-DC0F-E98D-C0D7-798723DA9A0D}"/>
              </a:ext>
            </a:extLst>
          </p:cNvPr>
          <p:cNvGrpSpPr/>
          <p:nvPr/>
        </p:nvGrpSpPr>
        <p:grpSpPr>
          <a:xfrm>
            <a:off x="4864095" y="1096645"/>
            <a:ext cx="1332000" cy="780854"/>
            <a:chOff x="1010106" y="1175547"/>
            <a:chExt cx="1332000" cy="780854"/>
          </a:xfrm>
        </p:grpSpPr>
        <p:sp>
          <p:nvSpPr>
            <p:cNvPr id="61" name="Rectangle: Single Corner Rounded 60">
              <a:extLst>
                <a:ext uri="{FF2B5EF4-FFF2-40B4-BE49-F238E27FC236}">
                  <a16:creationId xmlns:a16="http://schemas.microsoft.com/office/drawing/2014/main" id="{9566ED5E-5082-6528-C57D-B86699E5951F}"/>
                </a:ext>
              </a:extLst>
            </p:cNvPr>
            <p:cNvSpPr/>
            <p:nvPr/>
          </p:nvSpPr>
          <p:spPr>
            <a:xfrm>
              <a:off x="1010106" y="1669888"/>
              <a:ext cx="1332000" cy="286513"/>
            </a:xfrm>
            <a:prstGeom prst="round1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175204"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GESTOR DE </a:t>
              </a:r>
              <a:br>
                <a:rPr kumimoji="0" lang="pt-BR" sz="700" b="0"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br>
              <a:r>
                <a:rPr kumimoji="0" lang="pt-BR" sz="700" b="1" i="0" u="none" strike="noStrike" kern="0" cap="none" spc="0" normalizeH="0" baseline="0" noProof="0">
                  <a:ln>
                    <a:noFill/>
                  </a:ln>
                  <a:solidFill>
                    <a:srgbClr val="F6F6F6"/>
                  </a:solidFill>
                  <a:effectLst/>
                  <a:uLnTx/>
                  <a:uFillTx/>
                  <a:latin typeface="Versos" panose="020B0503020204030204" pitchFamily="34" charset="0"/>
                  <a:ea typeface="+mn-ea"/>
                  <a:cs typeface="Arial"/>
                  <a:sym typeface="Arial"/>
                </a:rPr>
                <a:t>CRÉDITO HIGH GRADE</a:t>
              </a:r>
            </a:p>
          </p:txBody>
        </p:sp>
        <p:sp>
          <p:nvSpPr>
            <p:cNvPr id="62" name="object 40">
              <a:extLst>
                <a:ext uri="{FF2B5EF4-FFF2-40B4-BE49-F238E27FC236}">
                  <a16:creationId xmlns:a16="http://schemas.microsoft.com/office/drawing/2014/main" id="{AAC69303-1C52-9BAE-D351-65CACDD562A0}"/>
                </a:ext>
              </a:extLst>
            </p:cNvPr>
            <p:cNvSpPr txBox="1"/>
            <p:nvPr/>
          </p:nvSpPr>
          <p:spPr>
            <a:xfrm>
              <a:off x="1010108" y="1175547"/>
              <a:ext cx="1250942" cy="394545"/>
            </a:xfrm>
            <a:prstGeom prst="rect">
              <a:avLst/>
            </a:prstGeom>
          </p:spPr>
          <p:txBody>
            <a:bodyPr vert="horz" wrap="square" lIns="0" tIns="7316" rIns="0" bIns="0" rtlCol="0">
              <a:spAutoFit/>
            </a:bodyPr>
            <a:lstStyle/>
            <a:p>
              <a:pPr marL="7701" marR="3081" lvl="0" indent="0" algn="l" defTabSz="914400" rtl="0" eaLnBrk="1" fontAlgn="auto" latinLnBrk="0" hangingPunct="1">
                <a:lnSpc>
                  <a:spcPct val="101200"/>
                </a:lnSpc>
                <a:spcBef>
                  <a:spcPts val="58"/>
                </a:spcBef>
                <a:spcAft>
                  <a:spcPts val="0"/>
                </a:spcAft>
                <a:buClr>
                  <a:srgbClr val="000000"/>
                </a:buClr>
                <a:buSzTx/>
                <a:buFont typeface="Arial"/>
                <a:buNone/>
                <a:tabLst/>
                <a:defRPr/>
              </a:pP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Pedro </a:t>
              </a:r>
              <a:b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br>
              <a:r>
                <a:rPr kumimoji="0" lang="pt-BR" sz="1273" b="1" i="0" u="none" strike="noStrike" kern="0" cap="none" spc="0" normalizeH="0" baseline="0" noProof="0">
                  <a:ln>
                    <a:noFill/>
                  </a:ln>
                  <a:solidFill>
                    <a:srgbClr val="E6EDF1">
                      <a:lumMod val="90000"/>
                    </a:srgbClr>
                  </a:solidFill>
                  <a:effectLst/>
                  <a:uLnTx/>
                  <a:uFillTx/>
                  <a:latin typeface="Versos" panose="020B0503020204030204" pitchFamily="34" charset="0"/>
                  <a:cs typeface="Arial"/>
                  <a:sym typeface="Arial"/>
                </a:rPr>
                <a:t>Bento, CFA</a:t>
              </a:r>
            </a:p>
          </p:txBody>
        </p:sp>
      </p:grpSp>
      <p:sp>
        <p:nvSpPr>
          <p:cNvPr id="63" name="bg object 18">
            <a:extLst>
              <a:ext uri="{FF2B5EF4-FFF2-40B4-BE49-F238E27FC236}">
                <a16:creationId xmlns:a16="http://schemas.microsoft.com/office/drawing/2014/main" id="{C7675CA0-CD12-1257-8041-EDC7F8DE6A02}"/>
              </a:ext>
            </a:extLst>
          </p:cNvPr>
          <p:cNvSpPr/>
          <p:nvPr/>
        </p:nvSpPr>
        <p:spPr>
          <a:xfrm>
            <a:off x="3833327" y="3236673"/>
            <a:ext cx="3324244" cy="372831"/>
          </a:xfrm>
          <a:custGeom>
            <a:avLst/>
            <a:gdLst/>
            <a:ahLst/>
            <a:cxnLst/>
            <a:rect l="l" t="t" r="r" b="b"/>
            <a:pathLst>
              <a:path w="3518535" h="967104">
                <a:moveTo>
                  <a:pt x="3518039" y="0"/>
                </a:moveTo>
                <a:lnTo>
                  <a:pt x="0" y="0"/>
                </a:lnTo>
                <a:lnTo>
                  <a:pt x="0" y="966892"/>
                </a:lnTo>
                <a:lnTo>
                  <a:pt x="3518039" y="966892"/>
                </a:lnTo>
                <a:lnTo>
                  <a:pt x="3518039" y="0"/>
                </a:lnTo>
                <a:close/>
              </a:path>
            </a:pathLst>
          </a:custGeom>
          <a:solidFill>
            <a:schemeClr val="tx1">
              <a:lumMod val="75000"/>
              <a:lumOff val="2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
                <a:srgbClr val="000000"/>
              </a:buClr>
              <a:buSzTx/>
              <a:buFont typeface="Arial"/>
              <a:buNone/>
              <a:tabLst/>
              <a:defRPr/>
            </a:pPr>
            <a:endParaRPr kumimoji="0" sz="1092" b="1" i="0" u="none" strike="noStrike" kern="0" cap="none" spc="0" normalizeH="0" baseline="0" noProof="0">
              <a:ln>
                <a:noFill/>
              </a:ln>
              <a:solidFill>
                <a:sysClr val="windowText" lastClr="000000"/>
              </a:solidFill>
              <a:effectLst/>
              <a:uLnTx/>
              <a:uFillTx/>
              <a:latin typeface="Arial"/>
              <a:cs typeface="Arial"/>
              <a:sym typeface="Arial"/>
            </a:endParaRPr>
          </a:p>
        </p:txBody>
      </p:sp>
      <p:sp>
        <p:nvSpPr>
          <p:cNvPr id="64" name="object 15">
            <a:extLst>
              <a:ext uri="{FF2B5EF4-FFF2-40B4-BE49-F238E27FC236}">
                <a16:creationId xmlns:a16="http://schemas.microsoft.com/office/drawing/2014/main" id="{9A521877-A001-5C6D-73D5-B336A42B6C8F}"/>
              </a:ext>
            </a:extLst>
          </p:cNvPr>
          <p:cNvSpPr txBox="1"/>
          <p:nvPr/>
        </p:nvSpPr>
        <p:spPr>
          <a:xfrm>
            <a:off x="3929130" y="2192008"/>
            <a:ext cx="3125339" cy="1044665"/>
          </a:xfrm>
          <a:prstGeom prst="rect">
            <a:avLst/>
          </a:prstGeom>
        </p:spPr>
        <p:txBody>
          <a:bodyPr vert="horz" wrap="square" lIns="0" tIns="0" rIns="0" bIns="0" numCol="1" rtlCol="0" anchor="t" anchorCtr="0">
            <a:noAutofit/>
          </a:bodyPr>
          <a:lstStyle/>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Iniciou sua carreira em 2014 como estagiário na área de </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produtos estruturados na BV Asset (antiga Tivio Capital).</a:t>
            </a:r>
          </a:p>
          <a:p>
            <a:pPr marL="0" marR="3081" lvl="0" indent="0" algn="l" defTabSz="914400" rtl="0" eaLnBrk="1" fontAlgn="auto" latinLnBrk="0" hangingPunct="1">
              <a:lnSpc>
                <a:spcPct val="100000"/>
              </a:lnSpc>
              <a:spcBef>
                <a:spcPts val="200"/>
              </a:spcBef>
              <a:spcAft>
                <a:spcPts val="200"/>
              </a:spcAft>
              <a:buClr>
                <a:srgbClr val="000000"/>
              </a:buClr>
              <a:buSzTx/>
              <a:buFont typeface="Arial"/>
              <a:buNone/>
              <a:tabLst/>
              <a:defRPr/>
            </a:pP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No ano de 2021, se tornou gestor de </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fundos de crédito high grade na Tivio. </a:t>
            </a: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b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br>
            <a:r>
              <a:rPr kumimoji="0" lang="pt-BR" sz="750" b="0" i="0" u="none" strike="noStrike" kern="0" cap="none" spc="0" normalizeH="0" baseline="0" noProof="0">
                <a:ln>
                  <a:noFill/>
                </a:ln>
                <a:solidFill>
                  <a:srgbClr val="FFFFFF"/>
                </a:solidFill>
                <a:effectLst/>
                <a:uLnTx/>
                <a:uFillTx/>
                <a:latin typeface="Versos Light" panose="020B0403020204030204" pitchFamily="34" charset="0"/>
                <a:cs typeface="Helvetica"/>
                <a:sym typeface="Arial"/>
              </a:rPr>
              <a:t>É formado em administração de empresas pelo Insper.</a:t>
            </a:r>
          </a:p>
        </p:txBody>
      </p:sp>
      <p:pic>
        <p:nvPicPr>
          <p:cNvPr id="65" name="object 9">
            <a:extLst>
              <a:ext uri="{FF2B5EF4-FFF2-40B4-BE49-F238E27FC236}">
                <a16:creationId xmlns:a16="http://schemas.microsoft.com/office/drawing/2014/main" id="{03BD9633-9142-26D9-FF63-0140BDAED66E}"/>
              </a:ext>
            </a:extLst>
          </p:cNvPr>
          <p:cNvPicPr/>
          <p:nvPr/>
        </p:nvPicPr>
        <p:blipFill rotWithShape="1">
          <a:blip r:embed="rId23"/>
          <a:srcRect t="4817" b="26081"/>
          <a:stretch/>
        </p:blipFill>
        <p:spPr>
          <a:xfrm>
            <a:off x="334963" y="1104073"/>
            <a:ext cx="968992" cy="1004399"/>
          </a:xfrm>
          <a:prstGeom prst="round1Rect">
            <a:avLst/>
          </a:prstGeom>
        </p:spPr>
      </p:pic>
      <p:pic>
        <p:nvPicPr>
          <p:cNvPr id="66" name="object 43">
            <a:extLst>
              <a:ext uri="{FF2B5EF4-FFF2-40B4-BE49-F238E27FC236}">
                <a16:creationId xmlns:a16="http://schemas.microsoft.com/office/drawing/2014/main" id="{7EEAD74D-43CF-C644-7CFA-3BA7B0E4FD25}"/>
              </a:ext>
            </a:extLst>
          </p:cNvPr>
          <p:cNvPicPr preferRelativeResize="0"/>
          <p:nvPr/>
        </p:nvPicPr>
        <p:blipFill rotWithShape="1">
          <a:blip r:embed="rId24" cstate="print"/>
          <a:srcRect l="1958" r="1958"/>
          <a:stretch/>
        </p:blipFill>
        <p:spPr>
          <a:xfrm>
            <a:off x="3833326" y="1098781"/>
            <a:ext cx="968992" cy="1004400"/>
          </a:xfrm>
          <a:prstGeom prst="round1Rect">
            <a:avLst/>
          </a:prstGeom>
        </p:spPr>
      </p:pic>
      <p:pic>
        <p:nvPicPr>
          <p:cNvPr id="67" name="Picture 66" descr="A black and white logo&#10;&#10;AI-generated content may be incorrect.">
            <a:extLst>
              <a:ext uri="{FF2B5EF4-FFF2-40B4-BE49-F238E27FC236}">
                <a16:creationId xmlns:a16="http://schemas.microsoft.com/office/drawing/2014/main" id="{D9D2C967-376E-04BD-0346-69DA4DEBDA1B}"/>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Lst>
          </a:blip>
          <a:stretch>
            <a:fillRect/>
          </a:stretch>
        </p:blipFill>
        <p:spPr>
          <a:xfrm>
            <a:off x="5389354" y="3358398"/>
            <a:ext cx="428014" cy="166069"/>
          </a:xfrm>
          <a:prstGeom prst="rect">
            <a:avLst/>
          </a:prstGeom>
        </p:spPr>
      </p:pic>
      <p:pic>
        <p:nvPicPr>
          <p:cNvPr id="68" name="Picture 8">
            <a:extLst>
              <a:ext uri="{FF2B5EF4-FFF2-40B4-BE49-F238E27FC236}">
                <a16:creationId xmlns:a16="http://schemas.microsoft.com/office/drawing/2014/main" id="{70153EF1-20F0-27A1-23F1-EB9EAEAC21F2}"/>
              </a:ext>
            </a:extLst>
          </p:cNvPr>
          <p:cNvPicPr>
            <a:picLocks noChangeAspect="1" noChangeArrowheads="1"/>
          </p:cNvPicPr>
          <p:nvPr/>
        </p:nvPicPr>
        <p:blipFill>
          <a:blip r:embed="rId20"/>
          <a:srcRect/>
          <a:stretch/>
        </p:blipFill>
        <p:spPr bwMode="auto">
          <a:xfrm>
            <a:off x="5036369" y="3361093"/>
            <a:ext cx="222373" cy="172618"/>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
            <a:extLst>
              <a:ext uri="{FF2B5EF4-FFF2-40B4-BE49-F238E27FC236}">
                <a16:creationId xmlns:a16="http://schemas.microsoft.com/office/drawing/2014/main" id="{7EE9A494-0CD2-42E5-27C7-6B7BAEA48CED}"/>
              </a:ext>
            </a:extLst>
          </p:cNvPr>
          <p:cNvPicPr>
            <a:picLocks noChangeAspect="1" noChangeArrowheads="1"/>
          </p:cNvPicPr>
          <p:nvPr/>
        </p:nvPicPr>
        <p:blipFill>
          <a:blip r:embed="rId25">
            <a:extLst>
              <a:ext uri="{BEBA8EAE-BF5A-486C-A8C5-ECC9F3942E4B}">
                <a14:imgProps xmlns:a14="http://schemas.microsoft.com/office/drawing/2010/main">
                  <a14:imgLayer r:embed="rId26">
                    <a14:imgEffect>
                      <a14:brightnessContrast bright="100000"/>
                    </a14:imgEffect>
                  </a14:imgLayer>
                </a14:imgProps>
              </a:ext>
            </a:extLst>
          </a:blip>
          <a:srcRect t="13484" b="13484"/>
          <a:stretch/>
        </p:blipFill>
        <p:spPr bwMode="auto">
          <a:xfrm>
            <a:off x="2173140" y="3351683"/>
            <a:ext cx="678936" cy="134870"/>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6">
            <a:extLst>
              <a:ext uri="{FF2B5EF4-FFF2-40B4-BE49-F238E27FC236}">
                <a16:creationId xmlns:a16="http://schemas.microsoft.com/office/drawing/2014/main" id="{F7B5DC59-4BDB-89F4-1FE2-93D5BF696A83}"/>
              </a:ext>
            </a:extLst>
          </p:cNvPr>
          <p:cNvPicPr>
            <a:picLocks noChangeAspect="1" noChangeArrowheads="1"/>
          </p:cNvPicPr>
          <p:nvPr/>
        </p:nvPicPr>
        <p:blipFill>
          <a:blip r:embed="rId27">
            <a:extLst>
              <a:ext uri="{BEBA8EAE-BF5A-486C-A8C5-ECC9F3942E4B}">
                <a14:imgProps xmlns:a14="http://schemas.microsoft.com/office/drawing/2010/main">
                  <a14:imgLayer r:embed="rId28">
                    <a14:imgEffect>
                      <a14:brightnessContrast bright="100000"/>
                    </a14:imgEffect>
                  </a14:imgLayer>
                </a14:imgProps>
              </a:ext>
            </a:extLst>
          </a:blip>
          <a:stretch/>
        </p:blipFill>
        <p:spPr bwMode="auto">
          <a:xfrm>
            <a:off x="1782694" y="3342941"/>
            <a:ext cx="314151" cy="155864"/>
          </a:xfrm>
          <a:prstGeom prst="rect">
            <a:avLst/>
          </a:prstGeom>
          <a:extLst>
            <a:ext uri="{909E8E84-426E-40DD-AFC4-6F175D3DCCD1}">
              <a14:hiddenFill xmlns:a14="http://schemas.microsoft.com/office/drawing/2010/main">
                <a:solidFill>
                  <a:srgbClr val="FFFFFF"/>
                </a:solidFill>
              </a14:hiddenFill>
            </a:ext>
          </a:extLst>
        </p:spPr>
      </p:pic>
      <p:pic>
        <p:nvPicPr>
          <p:cNvPr id="71" name="Picture 8">
            <a:extLst>
              <a:ext uri="{FF2B5EF4-FFF2-40B4-BE49-F238E27FC236}">
                <a16:creationId xmlns:a16="http://schemas.microsoft.com/office/drawing/2014/main" id="{05B72626-23E1-237F-77A1-9FC7E65EAA98}"/>
              </a:ext>
            </a:extLst>
          </p:cNvPr>
          <p:cNvPicPr>
            <a:picLocks noChangeAspect="1" noChangeArrowheads="1"/>
          </p:cNvPicPr>
          <p:nvPr/>
        </p:nvPicPr>
        <p:blipFill>
          <a:blip r:embed="rId20"/>
          <a:srcRect/>
          <a:stretch/>
        </p:blipFill>
        <p:spPr bwMode="auto">
          <a:xfrm>
            <a:off x="1429709" y="3340183"/>
            <a:ext cx="222373" cy="172618"/>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4">
            <a:extLst>
              <a:ext uri="{FF2B5EF4-FFF2-40B4-BE49-F238E27FC236}">
                <a16:creationId xmlns:a16="http://schemas.microsoft.com/office/drawing/2014/main" id="{6FB5B6F6-F803-F153-BAD1-0CABBDD21311}"/>
              </a:ext>
            </a:extLst>
          </p:cNvPr>
          <p:cNvPicPr>
            <a:picLocks noChangeAspect="1" noChangeArrowheads="1"/>
          </p:cNvPicPr>
          <p:nvPr/>
        </p:nvPicPr>
        <p:blipFill rotWithShape="1">
          <a:blip r:embed="rId11">
            <a:extLst>
              <a:ext uri="{BEBA8EAE-BF5A-486C-A8C5-ECC9F3942E4B}">
                <a14:imgProps xmlns:a14="http://schemas.microsoft.com/office/drawing/2010/main">
                  <a14:imgLayer r:embed="rId12">
                    <a14:imgEffect>
                      <a14:brightnessContrast bright="100000"/>
                    </a14:imgEffect>
                  </a14:imgLayer>
                </a14:imgProps>
              </a:ext>
            </a:extLst>
          </a:blip>
          <a:srcRect t="1" r="75472" b="-4964"/>
          <a:stretch/>
        </p:blipFill>
        <p:spPr bwMode="auto">
          <a:xfrm>
            <a:off x="7777025" y="5968286"/>
            <a:ext cx="210173" cy="271363"/>
          </a:xfrm>
          <a:prstGeom prst="rect">
            <a:avLst/>
          </a:prstGeom>
          <a:noFill/>
          <a:extLst>
            <a:ext uri="{909E8E84-426E-40DD-AFC4-6F175D3DCCD1}">
              <a14:hiddenFill xmlns:a14="http://schemas.microsoft.com/office/drawing/2010/main">
                <a:solidFill>
                  <a:srgbClr val="FFFFFF"/>
                </a:solidFill>
              </a14:hiddenFill>
            </a:ext>
          </a:extLst>
        </p:spPr>
      </p:pic>
      <p:pic>
        <p:nvPicPr>
          <p:cNvPr id="73" name="Graphic 72">
            <a:extLst>
              <a:ext uri="{FF2B5EF4-FFF2-40B4-BE49-F238E27FC236}">
                <a16:creationId xmlns:a16="http://schemas.microsoft.com/office/drawing/2014/main" id="{580432AF-2AE7-4F9C-E144-7B22644E870C}"/>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162550" y="6050859"/>
            <a:ext cx="486588" cy="97317"/>
          </a:xfrm>
          <a:prstGeom prst="rect">
            <a:avLst/>
          </a:prstGeom>
        </p:spPr>
      </p:pic>
      <p:sp>
        <p:nvSpPr>
          <p:cNvPr id="74" name="Rectangle: Single Corner Rounded 73">
            <a:extLst>
              <a:ext uri="{FF2B5EF4-FFF2-40B4-BE49-F238E27FC236}">
                <a16:creationId xmlns:a16="http://schemas.microsoft.com/office/drawing/2014/main" id="{34DC0D54-A1AC-BC41-729E-2D83B7D6E9C3}"/>
              </a:ext>
            </a:extLst>
          </p:cNvPr>
          <p:cNvSpPr/>
          <p:nvPr/>
        </p:nvSpPr>
        <p:spPr>
          <a:xfrm>
            <a:off x="334963" y="3818022"/>
            <a:ext cx="966794" cy="1011827"/>
          </a:xfrm>
          <a:prstGeom prst="round1Rect">
            <a:avLst/>
          </a:prstGeom>
          <a:blipFill dpi="0" rotWithShape="1">
            <a:blip r:embed="rId30">
              <a:extLst>
                <a:ext uri="{28A0092B-C50C-407E-A947-70E740481C1C}">
                  <a14:useLocalDpi xmlns:a14="http://schemas.microsoft.com/office/drawing/2010/main" val="0"/>
                </a:ext>
              </a:extLst>
            </a:blip>
            <a:srcRect/>
            <a:stretch>
              <a:fillRect l="-20400" t="-9261" r="-13181" b="-8219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75" name="Freeform: Shape 74">
            <a:extLst>
              <a:ext uri="{FF2B5EF4-FFF2-40B4-BE49-F238E27FC236}">
                <a16:creationId xmlns:a16="http://schemas.microsoft.com/office/drawing/2014/main" id="{F2AC7CF3-672A-19CA-D1FB-1F935A109B00}"/>
              </a:ext>
            </a:extLst>
          </p:cNvPr>
          <p:cNvSpPr/>
          <p:nvPr/>
        </p:nvSpPr>
        <p:spPr>
          <a:xfrm>
            <a:off x="8739899" y="5963138"/>
            <a:ext cx="698453" cy="266376"/>
          </a:xfrm>
          <a:custGeom>
            <a:avLst/>
            <a:gdLst>
              <a:gd name="connsiteX0" fmla="*/ 698175 w 698453"/>
              <a:gd name="connsiteY0" fmla="*/ 49842 h 266376"/>
              <a:gd name="connsiteX1" fmla="*/ 442248 w 698453"/>
              <a:gd name="connsiteY1" fmla="*/ 59434 h 266376"/>
              <a:gd name="connsiteX2" fmla="*/ 432732 w 698453"/>
              <a:gd name="connsiteY2" fmla="*/ 60245 h 266376"/>
              <a:gd name="connsiteX3" fmla="*/ 388244 w 698453"/>
              <a:gd name="connsiteY3" fmla="*/ 58088 h 266376"/>
              <a:gd name="connsiteX4" fmla="*/ 384588 w 698453"/>
              <a:gd name="connsiteY4" fmla="*/ 64605 h 266376"/>
              <a:gd name="connsiteX5" fmla="*/ 324342 w 698453"/>
              <a:gd name="connsiteY5" fmla="*/ 398 h 266376"/>
              <a:gd name="connsiteX6" fmla="*/ 323149 w 698453"/>
              <a:gd name="connsiteY6" fmla="*/ 0 h 266376"/>
              <a:gd name="connsiteX7" fmla="*/ 320763 w 698453"/>
              <a:gd name="connsiteY7" fmla="*/ 0 h 266376"/>
              <a:gd name="connsiteX8" fmla="*/ 318850 w 698453"/>
              <a:gd name="connsiteY8" fmla="*/ 3381 h 266376"/>
              <a:gd name="connsiteX9" fmla="*/ 325505 w 698453"/>
              <a:gd name="connsiteY9" fmla="*/ 41367 h 266376"/>
              <a:gd name="connsiteX10" fmla="*/ 314460 w 698453"/>
              <a:gd name="connsiteY10" fmla="*/ 63902 h 266376"/>
              <a:gd name="connsiteX11" fmla="*/ 265367 w 698453"/>
              <a:gd name="connsiteY11" fmla="*/ 59740 h 266376"/>
              <a:gd name="connsiteX12" fmla="*/ 256188 w 698453"/>
              <a:gd name="connsiteY12" fmla="*/ 58685 h 266376"/>
              <a:gd name="connsiteX13" fmla="*/ 3029 w 698453"/>
              <a:gd name="connsiteY13" fmla="*/ 49536 h 266376"/>
              <a:gd name="connsiteX14" fmla="*/ 0 w 698453"/>
              <a:gd name="connsiteY14" fmla="*/ 50240 h 266376"/>
              <a:gd name="connsiteX15" fmla="*/ 0 w 698453"/>
              <a:gd name="connsiteY15" fmla="*/ 53835 h 266376"/>
              <a:gd name="connsiteX16" fmla="*/ 796 w 698453"/>
              <a:gd name="connsiteY16" fmla="*/ 56222 h 266376"/>
              <a:gd name="connsiteX17" fmla="*/ 7848 w 698453"/>
              <a:gd name="connsiteY17" fmla="*/ 66120 h 266376"/>
              <a:gd name="connsiteX18" fmla="*/ 11474 w 698453"/>
              <a:gd name="connsiteY18" fmla="*/ 67879 h 266376"/>
              <a:gd name="connsiteX19" fmla="*/ 13356 w 698453"/>
              <a:gd name="connsiteY19" fmla="*/ 72576 h 266376"/>
              <a:gd name="connsiteX20" fmla="*/ 19184 w 698453"/>
              <a:gd name="connsiteY20" fmla="*/ 78711 h 266376"/>
              <a:gd name="connsiteX21" fmla="*/ 23330 w 698453"/>
              <a:gd name="connsiteY21" fmla="*/ 80944 h 266376"/>
              <a:gd name="connsiteX22" fmla="*/ 24539 w 698453"/>
              <a:gd name="connsiteY22" fmla="*/ 85319 h 266376"/>
              <a:gd name="connsiteX23" fmla="*/ 30184 w 698453"/>
              <a:gd name="connsiteY23" fmla="*/ 92433 h 266376"/>
              <a:gd name="connsiteX24" fmla="*/ 35722 w 698453"/>
              <a:gd name="connsiteY24" fmla="*/ 95279 h 266376"/>
              <a:gd name="connsiteX25" fmla="*/ 36624 w 698453"/>
              <a:gd name="connsiteY25" fmla="*/ 99562 h 266376"/>
              <a:gd name="connsiteX26" fmla="*/ 46936 w 698453"/>
              <a:gd name="connsiteY26" fmla="*/ 109996 h 266376"/>
              <a:gd name="connsiteX27" fmla="*/ 222179 w 698453"/>
              <a:gd name="connsiteY27" fmla="*/ 165942 h 266376"/>
              <a:gd name="connsiteX28" fmla="*/ 221445 w 698453"/>
              <a:gd name="connsiteY28" fmla="*/ 171679 h 266376"/>
              <a:gd name="connsiteX29" fmla="*/ 248156 w 698453"/>
              <a:gd name="connsiteY29" fmla="*/ 203592 h 266376"/>
              <a:gd name="connsiteX30" fmla="*/ 254933 w 698453"/>
              <a:gd name="connsiteY30" fmla="*/ 215968 h 266376"/>
              <a:gd name="connsiteX31" fmla="*/ 266790 w 698453"/>
              <a:gd name="connsiteY31" fmla="*/ 211425 h 266376"/>
              <a:gd name="connsiteX32" fmla="*/ 272817 w 698453"/>
              <a:gd name="connsiteY32" fmla="*/ 219058 h 266376"/>
              <a:gd name="connsiteX33" fmla="*/ 265382 w 698453"/>
              <a:gd name="connsiteY33" fmla="*/ 229446 h 266376"/>
              <a:gd name="connsiteX34" fmla="*/ 277300 w 698453"/>
              <a:gd name="connsiteY34" fmla="*/ 241088 h 266376"/>
              <a:gd name="connsiteX35" fmla="*/ 278065 w 698453"/>
              <a:gd name="connsiteY35" fmla="*/ 241088 h 266376"/>
              <a:gd name="connsiteX36" fmla="*/ 288192 w 698453"/>
              <a:gd name="connsiteY36" fmla="*/ 233363 h 266376"/>
              <a:gd name="connsiteX37" fmla="*/ 295566 w 698453"/>
              <a:gd name="connsiteY37" fmla="*/ 238717 h 266376"/>
              <a:gd name="connsiteX38" fmla="*/ 291252 w 698453"/>
              <a:gd name="connsiteY38" fmla="*/ 251216 h 266376"/>
              <a:gd name="connsiteX39" fmla="*/ 306933 w 698453"/>
              <a:gd name="connsiteY39" fmla="*/ 258360 h 266376"/>
              <a:gd name="connsiteX40" fmla="*/ 313802 w 698453"/>
              <a:gd name="connsiteY40" fmla="*/ 248034 h 266376"/>
              <a:gd name="connsiteX41" fmla="*/ 314796 w 698453"/>
              <a:gd name="connsiteY41" fmla="*/ 247789 h 266376"/>
              <a:gd name="connsiteX42" fmla="*/ 323118 w 698453"/>
              <a:gd name="connsiteY42" fmla="*/ 250481 h 266376"/>
              <a:gd name="connsiteX43" fmla="*/ 322797 w 698453"/>
              <a:gd name="connsiteY43" fmla="*/ 263577 h 266376"/>
              <a:gd name="connsiteX44" fmla="*/ 337943 w 698453"/>
              <a:gd name="connsiteY44" fmla="*/ 265979 h 266376"/>
              <a:gd name="connsiteX45" fmla="*/ 339136 w 698453"/>
              <a:gd name="connsiteY45" fmla="*/ 266377 h 266376"/>
              <a:gd name="connsiteX46" fmla="*/ 339931 w 698453"/>
              <a:gd name="connsiteY46" fmla="*/ 266377 h 266376"/>
              <a:gd name="connsiteX47" fmla="*/ 340819 w 698453"/>
              <a:gd name="connsiteY47" fmla="*/ 266147 h 266376"/>
              <a:gd name="connsiteX48" fmla="*/ 344307 w 698453"/>
              <a:gd name="connsiteY48" fmla="*/ 254505 h 266376"/>
              <a:gd name="connsiteX49" fmla="*/ 352736 w 698453"/>
              <a:gd name="connsiteY49" fmla="*/ 254459 h 266376"/>
              <a:gd name="connsiteX50" fmla="*/ 355827 w 698453"/>
              <a:gd name="connsiteY50" fmla="*/ 265841 h 266376"/>
              <a:gd name="connsiteX51" fmla="*/ 356683 w 698453"/>
              <a:gd name="connsiteY51" fmla="*/ 265979 h 266376"/>
              <a:gd name="connsiteX52" fmla="*/ 357877 w 698453"/>
              <a:gd name="connsiteY52" fmla="*/ 265979 h 266376"/>
              <a:gd name="connsiteX53" fmla="*/ 374185 w 698453"/>
              <a:gd name="connsiteY53" fmla="*/ 263546 h 266376"/>
              <a:gd name="connsiteX54" fmla="*/ 373879 w 698453"/>
              <a:gd name="connsiteY54" fmla="*/ 250466 h 266376"/>
              <a:gd name="connsiteX55" fmla="*/ 382981 w 698453"/>
              <a:gd name="connsiteY55" fmla="*/ 247651 h 266376"/>
              <a:gd name="connsiteX56" fmla="*/ 389988 w 698453"/>
              <a:gd name="connsiteY56" fmla="*/ 258299 h 266376"/>
              <a:gd name="connsiteX57" fmla="*/ 404965 w 698453"/>
              <a:gd name="connsiteY57" fmla="*/ 251017 h 266376"/>
              <a:gd name="connsiteX58" fmla="*/ 405302 w 698453"/>
              <a:gd name="connsiteY58" fmla="*/ 249931 h 266376"/>
              <a:gd name="connsiteX59" fmla="*/ 401339 w 698453"/>
              <a:gd name="connsiteY59" fmla="*/ 238319 h 266376"/>
              <a:gd name="connsiteX60" fmla="*/ 408438 w 698453"/>
              <a:gd name="connsiteY60" fmla="*/ 233332 h 266376"/>
              <a:gd name="connsiteX61" fmla="*/ 409738 w 698453"/>
              <a:gd name="connsiteY61" fmla="*/ 233470 h 266376"/>
              <a:gd name="connsiteX62" fmla="*/ 419116 w 698453"/>
              <a:gd name="connsiteY62" fmla="*/ 241241 h 266376"/>
              <a:gd name="connsiteX63" fmla="*/ 431584 w 698453"/>
              <a:gd name="connsiteY63" fmla="*/ 229094 h 266376"/>
              <a:gd name="connsiteX64" fmla="*/ 424088 w 698453"/>
              <a:gd name="connsiteY64" fmla="*/ 218722 h 266376"/>
              <a:gd name="connsiteX65" fmla="*/ 429336 w 698453"/>
              <a:gd name="connsiteY65" fmla="*/ 210981 h 266376"/>
              <a:gd name="connsiteX66" fmla="*/ 442033 w 698453"/>
              <a:gd name="connsiteY66" fmla="*/ 215708 h 266376"/>
              <a:gd name="connsiteX67" fmla="*/ 448459 w 698453"/>
              <a:gd name="connsiteY67" fmla="*/ 203576 h 266376"/>
              <a:gd name="connsiteX68" fmla="*/ 476822 w 698453"/>
              <a:gd name="connsiteY68" fmla="*/ 165927 h 266376"/>
              <a:gd name="connsiteX69" fmla="*/ 652326 w 698453"/>
              <a:gd name="connsiteY69" fmla="*/ 109843 h 266376"/>
              <a:gd name="connsiteX70" fmla="*/ 662805 w 698453"/>
              <a:gd name="connsiteY70" fmla="*/ 98384 h 266376"/>
              <a:gd name="connsiteX71" fmla="*/ 663570 w 698453"/>
              <a:gd name="connsiteY71" fmla="*/ 94973 h 266376"/>
              <a:gd name="connsiteX72" fmla="*/ 666293 w 698453"/>
              <a:gd name="connsiteY72" fmla="*/ 93902 h 266376"/>
              <a:gd name="connsiteX73" fmla="*/ 674172 w 698453"/>
              <a:gd name="connsiteY73" fmla="*/ 85824 h 266376"/>
              <a:gd name="connsiteX74" fmla="*/ 675534 w 698453"/>
              <a:gd name="connsiteY74" fmla="*/ 80210 h 266376"/>
              <a:gd name="connsiteX75" fmla="*/ 678762 w 698453"/>
              <a:gd name="connsiteY75" fmla="*/ 78864 h 266376"/>
              <a:gd name="connsiteX76" fmla="*/ 685110 w 698453"/>
              <a:gd name="connsiteY76" fmla="*/ 72836 h 266376"/>
              <a:gd name="connsiteX77" fmla="*/ 687252 w 698453"/>
              <a:gd name="connsiteY77" fmla="*/ 67787 h 266376"/>
              <a:gd name="connsiteX78" fmla="*/ 691780 w 698453"/>
              <a:gd name="connsiteY78" fmla="*/ 65141 h 266376"/>
              <a:gd name="connsiteX79" fmla="*/ 698206 w 698453"/>
              <a:gd name="connsiteY79" fmla="*/ 53805 h 266376"/>
              <a:gd name="connsiteX80" fmla="*/ 698206 w 698453"/>
              <a:gd name="connsiteY80" fmla="*/ 49812 h 266376"/>
              <a:gd name="connsiteX81" fmla="*/ 387479 w 698453"/>
              <a:gd name="connsiteY81" fmla="*/ 66502 h 266376"/>
              <a:gd name="connsiteX82" fmla="*/ 430055 w 698453"/>
              <a:gd name="connsiteY82" fmla="*/ 61224 h 266376"/>
              <a:gd name="connsiteX83" fmla="*/ 412844 w 698453"/>
              <a:gd name="connsiteY83" fmla="*/ 76706 h 266376"/>
              <a:gd name="connsiteX84" fmla="*/ 421503 w 698453"/>
              <a:gd name="connsiteY84" fmla="*/ 111663 h 266376"/>
              <a:gd name="connsiteX85" fmla="*/ 419499 w 698453"/>
              <a:gd name="connsiteY85" fmla="*/ 139981 h 266376"/>
              <a:gd name="connsiteX86" fmla="*/ 410503 w 698453"/>
              <a:gd name="connsiteY86" fmla="*/ 102913 h 266376"/>
              <a:gd name="connsiteX87" fmla="*/ 395648 w 698453"/>
              <a:gd name="connsiteY87" fmla="*/ 102806 h 266376"/>
              <a:gd name="connsiteX88" fmla="*/ 390585 w 698453"/>
              <a:gd name="connsiteY88" fmla="*/ 95707 h 266376"/>
              <a:gd name="connsiteX89" fmla="*/ 399963 w 698453"/>
              <a:gd name="connsiteY89" fmla="*/ 95707 h 266376"/>
              <a:gd name="connsiteX90" fmla="*/ 400559 w 698453"/>
              <a:gd name="connsiteY90" fmla="*/ 95110 h 266376"/>
              <a:gd name="connsiteX91" fmla="*/ 400559 w 698453"/>
              <a:gd name="connsiteY91" fmla="*/ 72576 h 266376"/>
              <a:gd name="connsiteX92" fmla="*/ 386393 w 698453"/>
              <a:gd name="connsiteY92" fmla="*/ 72576 h 266376"/>
              <a:gd name="connsiteX93" fmla="*/ 385949 w 698453"/>
              <a:gd name="connsiteY93" fmla="*/ 71750 h 266376"/>
              <a:gd name="connsiteX94" fmla="*/ 387494 w 698453"/>
              <a:gd name="connsiteY94" fmla="*/ 66487 h 266376"/>
              <a:gd name="connsiteX95" fmla="*/ 318881 w 698453"/>
              <a:gd name="connsiteY95" fmla="*/ 225392 h 266376"/>
              <a:gd name="connsiteX96" fmla="*/ 379937 w 698453"/>
              <a:gd name="connsiteY96" fmla="*/ 224474 h 266376"/>
              <a:gd name="connsiteX97" fmla="*/ 387969 w 698453"/>
              <a:gd name="connsiteY97" fmla="*/ 220145 h 266376"/>
              <a:gd name="connsiteX98" fmla="*/ 398938 w 698453"/>
              <a:gd name="connsiteY98" fmla="*/ 220145 h 266376"/>
              <a:gd name="connsiteX99" fmla="*/ 398433 w 698453"/>
              <a:gd name="connsiteY99" fmla="*/ 221063 h 266376"/>
              <a:gd name="connsiteX100" fmla="*/ 336948 w 698453"/>
              <a:gd name="connsiteY100" fmla="*/ 237233 h 266376"/>
              <a:gd name="connsiteX101" fmla="*/ 297585 w 698453"/>
              <a:gd name="connsiteY101" fmla="*/ 220145 h 266376"/>
              <a:gd name="connsiteX102" fmla="*/ 308554 w 698453"/>
              <a:gd name="connsiteY102" fmla="*/ 220145 h 266376"/>
              <a:gd name="connsiteX103" fmla="*/ 318850 w 698453"/>
              <a:gd name="connsiteY103" fmla="*/ 225392 h 266376"/>
              <a:gd name="connsiteX104" fmla="*/ 315561 w 698453"/>
              <a:gd name="connsiteY104" fmla="*/ 220129 h 266376"/>
              <a:gd name="connsiteX105" fmla="*/ 381390 w 698453"/>
              <a:gd name="connsiteY105" fmla="*/ 220129 h 266376"/>
              <a:gd name="connsiteX106" fmla="*/ 369014 w 698453"/>
              <a:gd name="connsiteY106" fmla="*/ 225514 h 266376"/>
              <a:gd name="connsiteX107" fmla="*/ 319952 w 698453"/>
              <a:gd name="connsiteY107" fmla="*/ 222715 h 266376"/>
              <a:gd name="connsiteX108" fmla="*/ 316066 w 698453"/>
              <a:gd name="connsiteY108" fmla="*/ 221032 h 266376"/>
              <a:gd name="connsiteX109" fmla="*/ 315561 w 698453"/>
              <a:gd name="connsiteY109" fmla="*/ 220129 h 266376"/>
              <a:gd name="connsiteX110" fmla="*/ 299712 w 698453"/>
              <a:gd name="connsiteY110" fmla="*/ 225805 h 266376"/>
              <a:gd name="connsiteX111" fmla="*/ 404154 w 698453"/>
              <a:gd name="connsiteY111" fmla="*/ 220359 h 266376"/>
              <a:gd name="connsiteX112" fmla="*/ 407719 w 698453"/>
              <a:gd name="connsiteY112" fmla="*/ 220145 h 266376"/>
              <a:gd name="connsiteX113" fmla="*/ 404323 w 698453"/>
              <a:gd name="connsiteY113" fmla="*/ 223725 h 266376"/>
              <a:gd name="connsiteX114" fmla="*/ 292231 w 698453"/>
              <a:gd name="connsiteY114" fmla="*/ 223327 h 266376"/>
              <a:gd name="connsiteX115" fmla="*/ 289232 w 698453"/>
              <a:gd name="connsiteY115" fmla="*/ 220344 h 266376"/>
              <a:gd name="connsiteX116" fmla="*/ 299727 w 698453"/>
              <a:gd name="connsiteY116" fmla="*/ 225805 h 266376"/>
              <a:gd name="connsiteX117" fmla="*/ 278049 w 698453"/>
              <a:gd name="connsiteY117" fmla="*/ 217345 h 266376"/>
              <a:gd name="connsiteX118" fmla="*/ 297203 w 698453"/>
              <a:gd name="connsiteY118" fmla="*/ 184637 h 266376"/>
              <a:gd name="connsiteX119" fmla="*/ 297203 w 698453"/>
              <a:gd name="connsiteY119" fmla="*/ 210553 h 266376"/>
              <a:gd name="connsiteX120" fmla="*/ 322139 w 698453"/>
              <a:gd name="connsiteY120" fmla="*/ 210553 h 266376"/>
              <a:gd name="connsiteX121" fmla="*/ 322736 w 698453"/>
              <a:gd name="connsiteY121" fmla="*/ 209956 h 266376"/>
              <a:gd name="connsiteX122" fmla="*/ 322736 w 698453"/>
              <a:gd name="connsiteY122" fmla="*/ 139767 h 266376"/>
              <a:gd name="connsiteX123" fmla="*/ 335908 w 698453"/>
              <a:gd name="connsiteY123" fmla="*/ 117630 h 266376"/>
              <a:gd name="connsiteX124" fmla="*/ 335908 w 698453"/>
              <a:gd name="connsiteY124" fmla="*/ 168681 h 266376"/>
              <a:gd name="connsiteX125" fmla="*/ 361441 w 698453"/>
              <a:gd name="connsiteY125" fmla="*/ 168681 h 266376"/>
              <a:gd name="connsiteX126" fmla="*/ 361441 w 698453"/>
              <a:gd name="connsiteY126" fmla="*/ 118028 h 266376"/>
              <a:gd name="connsiteX127" fmla="*/ 370284 w 698453"/>
              <a:gd name="connsiteY127" fmla="*/ 132515 h 266376"/>
              <a:gd name="connsiteX128" fmla="*/ 371431 w 698453"/>
              <a:gd name="connsiteY128" fmla="*/ 135758 h 266376"/>
              <a:gd name="connsiteX129" fmla="*/ 353455 w 698453"/>
              <a:gd name="connsiteY129" fmla="*/ 210553 h 266376"/>
              <a:gd name="connsiteX130" fmla="*/ 379386 w 698453"/>
              <a:gd name="connsiteY130" fmla="*/ 210553 h 266376"/>
              <a:gd name="connsiteX131" fmla="*/ 384557 w 698453"/>
              <a:gd name="connsiteY131" fmla="*/ 189196 h 266376"/>
              <a:gd name="connsiteX132" fmla="*/ 405103 w 698453"/>
              <a:gd name="connsiteY132" fmla="*/ 188997 h 266376"/>
              <a:gd name="connsiteX133" fmla="*/ 410304 w 698453"/>
              <a:gd name="connsiteY133" fmla="*/ 210170 h 266376"/>
              <a:gd name="connsiteX134" fmla="*/ 415536 w 698453"/>
              <a:gd name="connsiteY134" fmla="*/ 210920 h 266376"/>
              <a:gd name="connsiteX135" fmla="*/ 418902 w 698453"/>
              <a:gd name="connsiteY135" fmla="*/ 217330 h 266376"/>
              <a:gd name="connsiteX136" fmla="*/ 278065 w 698453"/>
              <a:gd name="connsiteY136" fmla="*/ 217330 h 266376"/>
              <a:gd name="connsiteX137" fmla="*/ 280390 w 698453"/>
              <a:gd name="connsiteY137" fmla="*/ 206866 h 266376"/>
              <a:gd name="connsiteX138" fmla="*/ 279243 w 698453"/>
              <a:gd name="connsiteY138" fmla="*/ 209772 h 266376"/>
              <a:gd name="connsiteX139" fmla="*/ 278279 w 698453"/>
              <a:gd name="connsiteY139" fmla="*/ 209344 h 266376"/>
              <a:gd name="connsiteX140" fmla="*/ 274500 w 698453"/>
              <a:gd name="connsiteY140" fmla="*/ 203944 h 266376"/>
              <a:gd name="connsiteX141" fmla="*/ 277590 w 698453"/>
              <a:gd name="connsiteY141" fmla="*/ 202659 h 266376"/>
              <a:gd name="connsiteX142" fmla="*/ 280405 w 698453"/>
              <a:gd name="connsiteY142" fmla="*/ 206866 h 266376"/>
              <a:gd name="connsiteX143" fmla="*/ 279656 w 698453"/>
              <a:gd name="connsiteY143" fmla="*/ 201389 h 266376"/>
              <a:gd name="connsiteX144" fmla="*/ 284842 w 698453"/>
              <a:gd name="connsiteY144" fmla="*/ 198987 h 266376"/>
              <a:gd name="connsiteX145" fmla="*/ 285637 w 698453"/>
              <a:gd name="connsiteY145" fmla="*/ 198191 h 266376"/>
              <a:gd name="connsiteX146" fmla="*/ 285240 w 698453"/>
              <a:gd name="connsiteY146" fmla="*/ 198987 h 266376"/>
              <a:gd name="connsiteX147" fmla="*/ 281843 w 698453"/>
              <a:gd name="connsiteY147" fmla="*/ 204556 h 266376"/>
              <a:gd name="connsiteX148" fmla="*/ 279656 w 698453"/>
              <a:gd name="connsiteY148" fmla="*/ 201373 h 266376"/>
              <a:gd name="connsiteX149" fmla="*/ 297203 w 698453"/>
              <a:gd name="connsiteY149" fmla="*/ 171878 h 266376"/>
              <a:gd name="connsiteX150" fmla="*/ 296530 w 698453"/>
              <a:gd name="connsiteY150" fmla="*/ 177386 h 266376"/>
              <a:gd name="connsiteX151" fmla="*/ 287029 w 698453"/>
              <a:gd name="connsiteY151" fmla="*/ 179053 h 266376"/>
              <a:gd name="connsiteX152" fmla="*/ 248248 w 698453"/>
              <a:gd name="connsiteY152" fmla="*/ 168772 h 266376"/>
              <a:gd name="connsiteX153" fmla="*/ 238962 w 698453"/>
              <a:gd name="connsiteY153" fmla="*/ 118043 h 266376"/>
              <a:gd name="connsiteX154" fmla="*/ 297218 w 698453"/>
              <a:gd name="connsiteY154" fmla="*/ 171878 h 266376"/>
              <a:gd name="connsiteX155" fmla="*/ 297203 w 698453"/>
              <a:gd name="connsiteY155" fmla="*/ 163510 h 266376"/>
              <a:gd name="connsiteX156" fmla="*/ 295704 w 698453"/>
              <a:gd name="connsiteY156" fmla="*/ 169384 h 266376"/>
              <a:gd name="connsiteX157" fmla="*/ 270094 w 698453"/>
              <a:gd name="connsiteY157" fmla="*/ 166891 h 266376"/>
              <a:gd name="connsiteX158" fmla="*/ 248569 w 698453"/>
              <a:gd name="connsiteY158" fmla="*/ 98537 h 266376"/>
              <a:gd name="connsiteX159" fmla="*/ 257427 w 698453"/>
              <a:gd name="connsiteY159" fmla="*/ 108573 h 266376"/>
              <a:gd name="connsiteX160" fmla="*/ 256907 w 698453"/>
              <a:gd name="connsiteY160" fmla="*/ 126610 h 266376"/>
              <a:gd name="connsiteX161" fmla="*/ 297218 w 698453"/>
              <a:gd name="connsiteY161" fmla="*/ 163510 h 266376"/>
              <a:gd name="connsiteX162" fmla="*/ 297203 w 698453"/>
              <a:gd name="connsiteY162" fmla="*/ 149542 h 266376"/>
              <a:gd name="connsiteX163" fmla="*/ 289722 w 698453"/>
              <a:gd name="connsiteY163" fmla="*/ 143668 h 266376"/>
              <a:gd name="connsiteX164" fmla="*/ 297203 w 698453"/>
              <a:gd name="connsiteY164" fmla="*/ 114050 h 266376"/>
              <a:gd name="connsiteX165" fmla="*/ 297203 w 698453"/>
              <a:gd name="connsiteY165" fmla="*/ 149542 h 266376"/>
              <a:gd name="connsiteX166" fmla="*/ 335893 w 698453"/>
              <a:gd name="connsiteY166" fmla="*/ 108695 h 266376"/>
              <a:gd name="connsiteX167" fmla="*/ 332512 w 698453"/>
              <a:gd name="connsiteY167" fmla="*/ 117263 h 266376"/>
              <a:gd name="connsiteX168" fmla="*/ 324572 w 698453"/>
              <a:gd name="connsiteY168" fmla="*/ 108053 h 266376"/>
              <a:gd name="connsiteX169" fmla="*/ 320411 w 698453"/>
              <a:gd name="connsiteY169" fmla="*/ 100251 h 266376"/>
              <a:gd name="connsiteX170" fmla="*/ 318758 w 698453"/>
              <a:gd name="connsiteY170" fmla="*/ 95722 h 266376"/>
              <a:gd name="connsiteX171" fmla="*/ 327938 w 698453"/>
              <a:gd name="connsiteY171" fmla="*/ 95722 h 266376"/>
              <a:gd name="connsiteX172" fmla="*/ 335893 w 698453"/>
              <a:gd name="connsiteY172" fmla="*/ 108695 h 266376"/>
              <a:gd name="connsiteX173" fmla="*/ 331120 w 698453"/>
              <a:gd name="connsiteY173" fmla="*/ 95921 h 266376"/>
              <a:gd name="connsiteX174" fmla="*/ 335908 w 698453"/>
              <a:gd name="connsiteY174" fmla="*/ 95722 h 266376"/>
              <a:gd name="connsiteX175" fmla="*/ 335908 w 698453"/>
              <a:gd name="connsiteY175" fmla="*/ 103295 h 266376"/>
              <a:gd name="connsiteX176" fmla="*/ 331120 w 698453"/>
              <a:gd name="connsiteY176" fmla="*/ 95921 h 266376"/>
              <a:gd name="connsiteX177" fmla="*/ 330615 w 698453"/>
              <a:gd name="connsiteY177" fmla="*/ 120231 h 266376"/>
              <a:gd name="connsiteX178" fmla="*/ 322751 w 698453"/>
              <a:gd name="connsiteY178" fmla="*/ 133601 h 266376"/>
              <a:gd name="connsiteX179" fmla="*/ 322751 w 698453"/>
              <a:gd name="connsiteY179" fmla="*/ 110868 h 266376"/>
              <a:gd name="connsiteX180" fmla="*/ 330615 w 698453"/>
              <a:gd name="connsiteY180" fmla="*/ 120231 h 266376"/>
              <a:gd name="connsiteX181" fmla="*/ 362420 w 698453"/>
              <a:gd name="connsiteY181" fmla="*/ 102071 h 266376"/>
              <a:gd name="connsiteX182" fmla="*/ 361441 w 698453"/>
              <a:gd name="connsiteY182" fmla="*/ 103693 h 266376"/>
              <a:gd name="connsiteX183" fmla="*/ 361441 w 698453"/>
              <a:gd name="connsiteY183" fmla="*/ 95722 h 266376"/>
              <a:gd name="connsiteX184" fmla="*/ 364638 w 698453"/>
              <a:gd name="connsiteY184" fmla="*/ 95921 h 266376"/>
              <a:gd name="connsiteX185" fmla="*/ 362420 w 698453"/>
              <a:gd name="connsiteY185" fmla="*/ 102071 h 266376"/>
              <a:gd name="connsiteX186" fmla="*/ 368019 w 698453"/>
              <a:gd name="connsiteY186" fmla="*/ 95707 h 266376"/>
              <a:gd name="connsiteX187" fmla="*/ 378193 w 698453"/>
              <a:gd name="connsiteY187" fmla="*/ 95707 h 266376"/>
              <a:gd name="connsiteX188" fmla="*/ 373068 w 698453"/>
              <a:gd name="connsiteY188" fmla="*/ 107135 h 266376"/>
              <a:gd name="connsiteX189" fmla="*/ 365618 w 698453"/>
              <a:gd name="connsiteY189" fmla="*/ 118043 h 266376"/>
              <a:gd name="connsiteX190" fmla="*/ 364914 w 698453"/>
              <a:gd name="connsiteY190" fmla="*/ 117538 h 266376"/>
              <a:gd name="connsiteX191" fmla="*/ 361456 w 698453"/>
              <a:gd name="connsiteY191" fmla="*/ 111464 h 266376"/>
              <a:gd name="connsiteX192" fmla="*/ 368019 w 698453"/>
              <a:gd name="connsiteY192" fmla="*/ 95707 h 266376"/>
              <a:gd name="connsiteX193" fmla="*/ 386179 w 698453"/>
              <a:gd name="connsiteY193" fmla="*/ 168696 h 266376"/>
              <a:gd name="connsiteX194" fmla="*/ 394761 w 698453"/>
              <a:gd name="connsiteY194" fmla="*/ 133601 h 266376"/>
              <a:gd name="connsiteX195" fmla="*/ 403344 w 698453"/>
              <a:gd name="connsiteY195" fmla="*/ 168696 h 266376"/>
              <a:gd name="connsiteX196" fmla="*/ 386194 w 698453"/>
              <a:gd name="connsiteY196" fmla="*/ 168696 h 266376"/>
              <a:gd name="connsiteX197" fmla="*/ 387311 w 698453"/>
              <a:gd name="connsiteY197" fmla="*/ 95768 h 266376"/>
              <a:gd name="connsiteX198" fmla="*/ 391763 w 698453"/>
              <a:gd name="connsiteY198" fmla="*/ 102683 h 266376"/>
              <a:gd name="connsiteX199" fmla="*/ 379233 w 698453"/>
              <a:gd name="connsiteY199" fmla="*/ 102851 h 266376"/>
              <a:gd name="connsiteX200" fmla="*/ 378606 w 698453"/>
              <a:gd name="connsiteY200" fmla="*/ 104473 h 266376"/>
              <a:gd name="connsiteX201" fmla="*/ 372609 w 698453"/>
              <a:gd name="connsiteY201" fmla="*/ 130389 h 266376"/>
              <a:gd name="connsiteX202" fmla="*/ 367086 w 698453"/>
              <a:gd name="connsiteY202" fmla="*/ 121317 h 266376"/>
              <a:gd name="connsiteX203" fmla="*/ 368616 w 698453"/>
              <a:gd name="connsiteY203" fmla="*/ 119007 h 266376"/>
              <a:gd name="connsiteX204" fmla="*/ 378208 w 698453"/>
              <a:gd name="connsiteY204" fmla="*/ 103662 h 266376"/>
              <a:gd name="connsiteX205" fmla="*/ 381038 w 698453"/>
              <a:gd name="connsiteY205" fmla="*/ 96319 h 266376"/>
              <a:gd name="connsiteX206" fmla="*/ 387326 w 698453"/>
              <a:gd name="connsiteY206" fmla="*/ 95753 h 266376"/>
              <a:gd name="connsiteX207" fmla="*/ 363843 w 698453"/>
              <a:gd name="connsiteY207" fmla="*/ 25518 h 266376"/>
              <a:gd name="connsiteX208" fmla="*/ 364638 w 698453"/>
              <a:gd name="connsiteY208" fmla="*/ 26313 h 266376"/>
              <a:gd name="connsiteX209" fmla="*/ 381788 w 698453"/>
              <a:gd name="connsiteY209" fmla="*/ 72576 h 266376"/>
              <a:gd name="connsiteX210" fmla="*/ 372808 w 698453"/>
              <a:gd name="connsiteY210" fmla="*/ 72576 h 266376"/>
              <a:gd name="connsiteX211" fmla="*/ 372624 w 698453"/>
              <a:gd name="connsiteY211" fmla="*/ 66808 h 266376"/>
              <a:gd name="connsiteX212" fmla="*/ 368723 w 698453"/>
              <a:gd name="connsiteY212" fmla="*/ 38369 h 266376"/>
              <a:gd name="connsiteX213" fmla="*/ 364225 w 698453"/>
              <a:gd name="connsiteY213" fmla="*/ 26313 h 266376"/>
              <a:gd name="connsiteX214" fmla="*/ 363828 w 698453"/>
              <a:gd name="connsiteY214" fmla="*/ 25518 h 266376"/>
              <a:gd name="connsiteX215" fmla="*/ 351467 w 698453"/>
              <a:gd name="connsiteY215" fmla="*/ 14350 h 266376"/>
              <a:gd name="connsiteX216" fmla="*/ 352262 w 698453"/>
              <a:gd name="connsiteY216" fmla="*/ 15145 h 266376"/>
              <a:gd name="connsiteX217" fmla="*/ 355031 w 698453"/>
              <a:gd name="connsiteY217" fmla="*/ 16966 h 266376"/>
              <a:gd name="connsiteX218" fmla="*/ 369442 w 698453"/>
              <a:gd name="connsiteY218" fmla="*/ 71199 h 266376"/>
              <a:gd name="connsiteX219" fmla="*/ 368830 w 698453"/>
              <a:gd name="connsiteY219" fmla="*/ 72576 h 266376"/>
              <a:gd name="connsiteX220" fmla="*/ 357265 w 698453"/>
              <a:gd name="connsiteY220" fmla="*/ 72576 h 266376"/>
              <a:gd name="connsiteX221" fmla="*/ 356729 w 698453"/>
              <a:gd name="connsiteY221" fmla="*/ 71658 h 266376"/>
              <a:gd name="connsiteX222" fmla="*/ 358534 w 698453"/>
              <a:gd name="connsiteY222" fmla="*/ 65080 h 266376"/>
              <a:gd name="connsiteX223" fmla="*/ 355414 w 698453"/>
              <a:gd name="connsiteY223" fmla="*/ 21785 h 266376"/>
              <a:gd name="connsiteX224" fmla="*/ 351880 w 698453"/>
              <a:gd name="connsiteY224" fmla="*/ 15145 h 266376"/>
              <a:gd name="connsiteX225" fmla="*/ 351482 w 698453"/>
              <a:gd name="connsiteY225" fmla="*/ 14350 h 266376"/>
              <a:gd name="connsiteX226" fmla="*/ 341492 w 698453"/>
              <a:gd name="connsiteY226" fmla="*/ 8766 h 266376"/>
              <a:gd name="connsiteX227" fmla="*/ 354771 w 698453"/>
              <a:gd name="connsiteY227" fmla="*/ 27996 h 266376"/>
              <a:gd name="connsiteX228" fmla="*/ 355658 w 698453"/>
              <a:gd name="connsiteY228" fmla="*/ 64605 h 266376"/>
              <a:gd name="connsiteX229" fmla="*/ 353256 w 698453"/>
              <a:gd name="connsiteY229" fmla="*/ 72576 h 266376"/>
              <a:gd name="connsiteX230" fmla="*/ 340681 w 698453"/>
              <a:gd name="connsiteY230" fmla="*/ 72576 h 266376"/>
              <a:gd name="connsiteX231" fmla="*/ 348055 w 698453"/>
              <a:gd name="connsiteY231" fmla="*/ 50638 h 266376"/>
              <a:gd name="connsiteX232" fmla="*/ 340681 w 698453"/>
              <a:gd name="connsiteY232" fmla="*/ 9164 h 266376"/>
              <a:gd name="connsiteX233" fmla="*/ 339488 w 698453"/>
              <a:gd name="connsiteY233" fmla="*/ 7970 h 266376"/>
              <a:gd name="connsiteX234" fmla="*/ 341477 w 698453"/>
              <a:gd name="connsiteY234" fmla="*/ 8766 h 266376"/>
              <a:gd name="connsiteX235" fmla="*/ 329131 w 698453"/>
              <a:gd name="connsiteY235" fmla="*/ 4391 h 266376"/>
              <a:gd name="connsiteX236" fmla="*/ 347474 w 698453"/>
              <a:gd name="connsiteY236" fmla="*/ 32111 h 266376"/>
              <a:gd name="connsiteX237" fmla="*/ 340788 w 698453"/>
              <a:gd name="connsiteY237" fmla="*/ 61714 h 266376"/>
              <a:gd name="connsiteX238" fmla="*/ 337300 w 698453"/>
              <a:gd name="connsiteY238" fmla="*/ 72591 h 266376"/>
              <a:gd name="connsiteX239" fmla="*/ 327127 w 698453"/>
              <a:gd name="connsiteY239" fmla="*/ 72591 h 266376"/>
              <a:gd name="connsiteX240" fmla="*/ 338417 w 698453"/>
              <a:gd name="connsiteY240" fmla="*/ 44993 h 266376"/>
              <a:gd name="connsiteX241" fmla="*/ 335434 w 698453"/>
              <a:gd name="connsiteY241" fmla="*/ 11459 h 266376"/>
              <a:gd name="connsiteX242" fmla="*/ 329131 w 698453"/>
              <a:gd name="connsiteY242" fmla="*/ 4804 h 266376"/>
              <a:gd name="connsiteX243" fmla="*/ 328335 w 698453"/>
              <a:gd name="connsiteY243" fmla="*/ 4008 h 266376"/>
              <a:gd name="connsiteX244" fmla="*/ 329131 w 698453"/>
              <a:gd name="connsiteY244" fmla="*/ 4406 h 266376"/>
              <a:gd name="connsiteX245" fmla="*/ 318850 w 698453"/>
              <a:gd name="connsiteY245" fmla="*/ 62112 h 266376"/>
              <a:gd name="connsiteX246" fmla="*/ 332190 w 698453"/>
              <a:gd name="connsiteY246" fmla="*/ 19857 h 266376"/>
              <a:gd name="connsiteX247" fmla="*/ 327524 w 698453"/>
              <a:gd name="connsiteY247" fmla="*/ 8368 h 266376"/>
              <a:gd name="connsiteX248" fmla="*/ 326729 w 698453"/>
              <a:gd name="connsiteY248" fmla="*/ 7175 h 266376"/>
              <a:gd name="connsiteX249" fmla="*/ 325933 w 698453"/>
              <a:gd name="connsiteY249" fmla="*/ 6578 h 266376"/>
              <a:gd name="connsiteX250" fmla="*/ 326132 w 698453"/>
              <a:gd name="connsiteY250" fmla="*/ 6379 h 266376"/>
              <a:gd name="connsiteX251" fmla="*/ 327127 w 698453"/>
              <a:gd name="connsiteY251" fmla="*/ 7175 h 266376"/>
              <a:gd name="connsiteX252" fmla="*/ 327922 w 698453"/>
              <a:gd name="connsiteY252" fmla="*/ 7970 h 266376"/>
              <a:gd name="connsiteX253" fmla="*/ 336902 w 698453"/>
              <a:gd name="connsiteY253" fmla="*/ 39485 h 266376"/>
              <a:gd name="connsiteX254" fmla="*/ 323929 w 698453"/>
              <a:gd name="connsiteY254" fmla="*/ 72576 h 266376"/>
              <a:gd name="connsiteX255" fmla="*/ 316953 w 698453"/>
              <a:gd name="connsiteY255" fmla="*/ 72576 h 266376"/>
              <a:gd name="connsiteX256" fmla="*/ 316372 w 698453"/>
              <a:gd name="connsiteY256" fmla="*/ 71612 h 266376"/>
              <a:gd name="connsiteX257" fmla="*/ 318850 w 698453"/>
              <a:gd name="connsiteY257" fmla="*/ 62096 h 266376"/>
              <a:gd name="connsiteX258" fmla="*/ 315500 w 698453"/>
              <a:gd name="connsiteY258" fmla="*/ 95768 h 266376"/>
              <a:gd name="connsiteX259" fmla="*/ 318345 w 698453"/>
              <a:gd name="connsiteY259" fmla="*/ 102897 h 266376"/>
              <a:gd name="connsiteX260" fmla="*/ 307178 w 698453"/>
              <a:gd name="connsiteY260" fmla="*/ 102897 h 266376"/>
              <a:gd name="connsiteX261" fmla="*/ 311629 w 698453"/>
              <a:gd name="connsiteY261" fmla="*/ 95784 h 266376"/>
              <a:gd name="connsiteX262" fmla="*/ 315500 w 698453"/>
              <a:gd name="connsiteY262" fmla="*/ 95784 h 266376"/>
              <a:gd name="connsiteX263" fmla="*/ 274668 w 698453"/>
              <a:gd name="connsiteY263" fmla="*/ 55044 h 266376"/>
              <a:gd name="connsiteX264" fmla="*/ 313159 w 698453"/>
              <a:gd name="connsiteY264" fmla="*/ 72576 h 266376"/>
              <a:gd name="connsiteX265" fmla="*/ 296805 w 698453"/>
              <a:gd name="connsiteY265" fmla="*/ 72576 h 266376"/>
              <a:gd name="connsiteX266" fmla="*/ 296805 w 698453"/>
              <a:gd name="connsiteY266" fmla="*/ 95110 h 266376"/>
              <a:gd name="connsiteX267" fmla="*/ 297402 w 698453"/>
              <a:gd name="connsiteY267" fmla="*/ 95707 h 266376"/>
              <a:gd name="connsiteX268" fmla="*/ 308371 w 698453"/>
              <a:gd name="connsiteY268" fmla="*/ 95707 h 266376"/>
              <a:gd name="connsiteX269" fmla="*/ 302986 w 698453"/>
              <a:gd name="connsiteY269" fmla="*/ 103280 h 266376"/>
              <a:gd name="connsiteX270" fmla="*/ 297203 w 698453"/>
              <a:gd name="connsiteY270" fmla="*/ 103280 h 266376"/>
              <a:gd name="connsiteX271" fmla="*/ 297203 w 698453"/>
              <a:gd name="connsiteY271" fmla="*/ 109858 h 266376"/>
              <a:gd name="connsiteX272" fmla="*/ 291420 w 698453"/>
              <a:gd name="connsiteY272" fmla="*/ 115641 h 266376"/>
              <a:gd name="connsiteX273" fmla="*/ 288039 w 698453"/>
              <a:gd name="connsiteY273" fmla="*/ 146360 h 266376"/>
              <a:gd name="connsiteX274" fmla="*/ 288437 w 698453"/>
              <a:gd name="connsiteY274" fmla="*/ 146559 h 266376"/>
              <a:gd name="connsiteX275" fmla="*/ 288238 w 698453"/>
              <a:gd name="connsiteY275" fmla="*/ 146758 h 266376"/>
              <a:gd name="connsiteX276" fmla="*/ 287641 w 698453"/>
              <a:gd name="connsiteY276" fmla="*/ 146360 h 266376"/>
              <a:gd name="connsiteX277" fmla="*/ 274056 w 698453"/>
              <a:gd name="connsiteY277" fmla="*/ 122617 h 266376"/>
              <a:gd name="connsiteX278" fmla="*/ 288452 w 698453"/>
              <a:gd name="connsiteY278" fmla="*/ 89955 h 266376"/>
              <a:gd name="connsiteX279" fmla="*/ 269283 w 698453"/>
              <a:gd name="connsiteY279" fmla="*/ 61821 h 266376"/>
              <a:gd name="connsiteX280" fmla="*/ 274684 w 698453"/>
              <a:gd name="connsiteY280" fmla="*/ 55059 h 266376"/>
              <a:gd name="connsiteX281" fmla="*/ 3151 w 698453"/>
              <a:gd name="connsiteY281" fmla="*/ 53636 h 266376"/>
              <a:gd name="connsiteX282" fmla="*/ 12545 w 698453"/>
              <a:gd name="connsiteY282" fmla="*/ 53422 h 266376"/>
              <a:gd name="connsiteX283" fmla="*/ 232353 w 698453"/>
              <a:gd name="connsiteY283" fmla="*/ 61836 h 266376"/>
              <a:gd name="connsiteX284" fmla="*/ 283939 w 698453"/>
              <a:gd name="connsiteY284" fmla="*/ 78864 h 266376"/>
              <a:gd name="connsiteX285" fmla="*/ 271960 w 698453"/>
              <a:gd name="connsiteY285" fmla="*/ 117339 h 266376"/>
              <a:gd name="connsiteX286" fmla="*/ 297203 w 698453"/>
              <a:gd name="connsiteY286" fmla="*/ 152342 h 266376"/>
              <a:gd name="connsiteX287" fmla="*/ 297203 w 698453"/>
              <a:gd name="connsiteY287" fmla="*/ 160312 h 266376"/>
              <a:gd name="connsiteX288" fmla="*/ 260150 w 698453"/>
              <a:gd name="connsiteY288" fmla="*/ 134535 h 266376"/>
              <a:gd name="connsiteX289" fmla="*/ 257794 w 698453"/>
              <a:gd name="connsiteY289" fmla="*/ 102591 h 266376"/>
              <a:gd name="connsiteX290" fmla="*/ 229125 w 698453"/>
              <a:gd name="connsiteY290" fmla="*/ 91760 h 266376"/>
              <a:gd name="connsiteX291" fmla="*/ 14641 w 698453"/>
              <a:gd name="connsiteY291" fmla="*/ 65676 h 266376"/>
              <a:gd name="connsiteX292" fmla="*/ 3151 w 698453"/>
              <a:gd name="connsiteY292" fmla="*/ 53621 h 266376"/>
              <a:gd name="connsiteX293" fmla="*/ 15130 w 698453"/>
              <a:gd name="connsiteY293" fmla="*/ 68598 h 266376"/>
              <a:gd name="connsiteX294" fmla="*/ 246121 w 698453"/>
              <a:gd name="connsiteY294" fmla="*/ 97512 h 266376"/>
              <a:gd name="connsiteX295" fmla="*/ 243154 w 698453"/>
              <a:gd name="connsiteY295" fmla="*/ 102913 h 266376"/>
              <a:gd name="connsiteX296" fmla="*/ 240063 w 698453"/>
              <a:gd name="connsiteY296" fmla="*/ 112184 h 266376"/>
              <a:gd name="connsiteX297" fmla="*/ 235183 w 698453"/>
              <a:gd name="connsiteY297" fmla="*/ 117920 h 266376"/>
              <a:gd name="connsiteX298" fmla="*/ 27491 w 698453"/>
              <a:gd name="connsiteY298" fmla="*/ 78772 h 266376"/>
              <a:gd name="connsiteX299" fmla="*/ 15130 w 698453"/>
              <a:gd name="connsiteY299" fmla="*/ 68598 h 266376"/>
              <a:gd name="connsiteX300" fmla="*/ 221445 w 698453"/>
              <a:gd name="connsiteY300" fmla="*/ 157666 h 266376"/>
              <a:gd name="connsiteX301" fmla="*/ 222394 w 698453"/>
              <a:gd name="connsiteY301" fmla="*/ 163097 h 266376"/>
              <a:gd name="connsiteX302" fmla="*/ 47731 w 698453"/>
              <a:gd name="connsiteY302" fmla="*/ 107181 h 266376"/>
              <a:gd name="connsiteX303" fmla="*/ 38674 w 698453"/>
              <a:gd name="connsiteY303" fmla="*/ 96105 h 266376"/>
              <a:gd name="connsiteX304" fmla="*/ 223005 w 698453"/>
              <a:gd name="connsiteY304" fmla="*/ 142765 h 266376"/>
              <a:gd name="connsiteX305" fmla="*/ 221460 w 698453"/>
              <a:gd name="connsiteY305" fmla="*/ 157666 h 266376"/>
              <a:gd name="connsiteX306" fmla="*/ 38674 w 698453"/>
              <a:gd name="connsiteY306" fmla="*/ 93122 h 266376"/>
              <a:gd name="connsiteX307" fmla="*/ 26711 w 698453"/>
              <a:gd name="connsiteY307" fmla="*/ 81755 h 266376"/>
              <a:gd name="connsiteX308" fmla="*/ 233378 w 698453"/>
              <a:gd name="connsiteY308" fmla="*/ 120445 h 266376"/>
              <a:gd name="connsiteX309" fmla="*/ 229997 w 698453"/>
              <a:gd name="connsiteY309" fmla="*/ 128033 h 266376"/>
              <a:gd name="connsiteX310" fmla="*/ 228758 w 698453"/>
              <a:gd name="connsiteY310" fmla="*/ 133173 h 266376"/>
              <a:gd name="connsiteX311" fmla="*/ 224015 w 698453"/>
              <a:gd name="connsiteY311" fmla="*/ 140287 h 266376"/>
              <a:gd name="connsiteX312" fmla="*/ 38674 w 698453"/>
              <a:gd name="connsiteY312" fmla="*/ 93122 h 266376"/>
              <a:gd name="connsiteX313" fmla="*/ 228176 w 698453"/>
              <a:gd name="connsiteY313" fmla="*/ 139185 h 266376"/>
              <a:gd name="connsiteX314" fmla="*/ 264801 w 698453"/>
              <a:gd name="connsiteY314" fmla="*/ 179741 h 266376"/>
              <a:gd name="connsiteX315" fmla="*/ 287825 w 698453"/>
              <a:gd name="connsiteY315" fmla="*/ 181837 h 266376"/>
              <a:gd name="connsiteX316" fmla="*/ 295214 w 698453"/>
              <a:gd name="connsiteY316" fmla="*/ 180644 h 266376"/>
              <a:gd name="connsiteX317" fmla="*/ 295413 w 698453"/>
              <a:gd name="connsiteY317" fmla="*/ 180246 h 266376"/>
              <a:gd name="connsiteX318" fmla="*/ 296010 w 698453"/>
              <a:gd name="connsiteY318" fmla="*/ 180843 h 266376"/>
              <a:gd name="connsiteX319" fmla="*/ 295612 w 698453"/>
              <a:gd name="connsiteY319" fmla="*/ 181042 h 266376"/>
              <a:gd name="connsiteX320" fmla="*/ 282929 w 698453"/>
              <a:gd name="connsiteY320" fmla="*/ 187314 h 266376"/>
              <a:gd name="connsiteX321" fmla="*/ 227977 w 698453"/>
              <a:gd name="connsiteY321" fmla="*/ 167090 h 266376"/>
              <a:gd name="connsiteX322" fmla="*/ 228176 w 698453"/>
              <a:gd name="connsiteY322" fmla="*/ 139170 h 266376"/>
              <a:gd name="connsiteX323" fmla="*/ 230379 w 698453"/>
              <a:gd name="connsiteY323" fmla="*/ 188630 h 266376"/>
              <a:gd name="connsiteX324" fmla="*/ 224597 w 698453"/>
              <a:gd name="connsiteY324" fmla="*/ 176070 h 266376"/>
              <a:gd name="connsiteX325" fmla="*/ 224597 w 698453"/>
              <a:gd name="connsiteY325" fmla="*/ 168696 h 266376"/>
              <a:gd name="connsiteX326" fmla="*/ 225514 w 698453"/>
              <a:gd name="connsiteY326" fmla="*/ 169201 h 266376"/>
              <a:gd name="connsiteX327" fmla="*/ 230578 w 698453"/>
              <a:gd name="connsiteY327" fmla="*/ 176085 h 266376"/>
              <a:gd name="connsiteX328" fmla="*/ 287351 w 698453"/>
              <a:gd name="connsiteY328" fmla="*/ 188936 h 266376"/>
              <a:gd name="connsiteX329" fmla="*/ 292032 w 698453"/>
              <a:gd name="connsiteY329" fmla="*/ 187238 h 266376"/>
              <a:gd name="connsiteX330" fmla="*/ 281920 w 698453"/>
              <a:gd name="connsiteY330" fmla="*/ 197075 h 266376"/>
              <a:gd name="connsiteX331" fmla="*/ 230379 w 698453"/>
              <a:gd name="connsiteY331" fmla="*/ 188630 h 266376"/>
              <a:gd name="connsiteX332" fmla="*/ 268243 w 698453"/>
              <a:gd name="connsiteY332" fmla="*/ 207829 h 266376"/>
              <a:gd name="connsiteX333" fmla="*/ 255759 w 698453"/>
              <a:gd name="connsiteY333" fmla="*/ 212113 h 266376"/>
              <a:gd name="connsiteX334" fmla="*/ 251721 w 698453"/>
              <a:gd name="connsiteY334" fmla="*/ 204188 h 266376"/>
              <a:gd name="connsiteX335" fmla="*/ 265505 w 698453"/>
              <a:gd name="connsiteY335" fmla="*/ 204999 h 266376"/>
              <a:gd name="connsiteX336" fmla="*/ 272083 w 698453"/>
              <a:gd name="connsiteY336" fmla="*/ 204770 h 266376"/>
              <a:gd name="connsiteX337" fmla="*/ 277544 w 698453"/>
              <a:gd name="connsiteY337" fmla="*/ 212358 h 266376"/>
              <a:gd name="connsiteX338" fmla="*/ 275066 w 698453"/>
              <a:gd name="connsiteY338" fmla="*/ 216550 h 266376"/>
              <a:gd name="connsiteX339" fmla="*/ 268243 w 698453"/>
              <a:gd name="connsiteY339" fmla="*/ 207829 h 266376"/>
              <a:gd name="connsiteX340" fmla="*/ 427240 w 698453"/>
              <a:gd name="connsiteY340" fmla="*/ 228651 h 266376"/>
              <a:gd name="connsiteX341" fmla="*/ 418367 w 698453"/>
              <a:gd name="connsiteY341" fmla="*/ 236835 h 266376"/>
              <a:gd name="connsiteX342" fmla="*/ 408729 w 698453"/>
              <a:gd name="connsiteY342" fmla="*/ 229308 h 266376"/>
              <a:gd name="connsiteX343" fmla="*/ 397377 w 698453"/>
              <a:gd name="connsiteY343" fmla="*/ 236927 h 266376"/>
              <a:gd name="connsiteX344" fmla="*/ 401691 w 698453"/>
              <a:gd name="connsiteY344" fmla="*/ 249074 h 266376"/>
              <a:gd name="connsiteX345" fmla="*/ 390829 w 698453"/>
              <a:gd name="connsiteY345" fmla="*/ 254398 h 266376"/>
              <a:gd name="connsiteX346" fmla="*/ 383272 w 698453"/>
              <a:gd name="connsiteY346" fmla="*/ 244163 h 266376"/>
              <a:gd name="connsiteX347" fmla="*/ 370666 w 698453"/>
              <a:gd name="connsiteY347" fmla="*/ 248110 h 266376"/>
              <a:gd name="connsiteX348" fmla="*/ 370605 w 698453"/>
              <a:gd name="connsiteY348" fmla="*/ 261206 h 266376"/>
              <a:gd name="connsiteX349" fmla="*/ 359253 w 698453"/>
              <a:gd name="connsiteY349" fmla="*/ 262843 h 266376"/>
              <a:gd name="connsiteX350" fmla="*/ 358336 w 698453"/>
              <a:gd name="connsiteY350" fmla="*/ 262154 h 266376"/>
              <a:gd name="connsiteX351" fmla="*/ 355444 w 698453"/>
              <a:gd name="connsiteY351" fmla="*/ 250481 h 266376"/>
              <a:gd name="connsiteX352" fmla="*/ 341737 w 698453"/>
              <a:gd name="connsiteY352" fmla="*/ 250497 h 266376"/>
              <a:gd name="connsiteX353" fmla="*/ 341171 w 698453"/>
              <a:gd name="connsiteY353" fmla="*/ 251155 h 266376"/>
              <a:gd name="connsiteX354" fmla="*/ 337897 w 698453"/>
              <a:gd name="connsiteY354" fmla="*/ 263240 h 266376"/>
              <a:gd name="connsiteX355" fmla="*/ 325949 w 698453"/>
              <a:gd name="connsiteY355" fmla="*/ 261221 h 266376"/>
              <a:gd name="connsiteX356" fmla="*/ 325918 w 698453"/>
              <a:gd name="connsiteY356" fmla="*/ 253052 h 266376"/>
              <a:gd name="connsiteX357" fmla="*/ 325933 w 698453"/>
              <a:gd name="connsiteY357" fmla="*/ 248279 h 266376"/>
              <a:gd name="connsiteX358" fmla="*/ 313006 w 698453"/>
              <a:gd name="connsiteY358" fmla="*/ 244133 h 266376"/>
              <a:gd name="connsiteX359" fmla="*/ 305785 w 698453"/>
              <a:gd name="connsiteY359" fmla="*/ 254826 h 266376"/>
              <a:gd name="connsiteX360" fmla="*/ 294816 w 698453"/>
              <a:gd name="connsiteY360" fmla="*/ 249671 h 266376"/>
              <a:gd name="connsiteX361" fmla="*/ 298733 w 698453"/>
              <a:gd name="connsiteY361" fmla="*/ 238212 h 266376"/>
              <a:gd name="connsiteX362" fmla="*/ 298412 w 698453"/>
              <a:gd name="connsiteY362" fmla="*/ 236713 h 266376"/>
              <a:gd name="connsiteX363" fmla="*/ 287488 w 698453"/>
              <a:gd name="connsiteY363" fmla="*/ 229385 h 266376"/>
              <a:gd name="connsiteX364" fmla="*/ 277514 w 698453"/>
              <a:gd name="connsiteY364" fmla="*/ 237279 h 266376"/>
              <a:gd name="connsiteX365" fmla="*/ 268901 w 698453"/>
              <a:gd name="connsiteY365" fmla="*/ 228742 h 266376"/>
              <a:gd name="connsiteX366" fmla="*/ 275678 w 698453"/>
              <a:gd name="connsiteY366" fmla="*/ 220374 h 266376"/>
              <a:gd name="connsiteX367" fmla="*/ 284169 w 698453"/>
              <a:gd name="connsiteY367" fmla="*/ 220252 h 266376"/>
              <a:gd name="connsiteX368" fmla="*/ 289049 w 698453"/>
              <a:gd name="connsiteY368" fmla="*/ 224551 h 266376"/>
              <a:gd name="connsiteX369" fmla="*/ 406327 w 698453"/>
              <a:gd name="connsiteY369" fmla="*/ 225744 h 266376"/>
              <a:gd name="connsiteX370" fmla="*/ 412217 w 698453"/>
              <a:gd name="connsiteY370" fmla="*/ 220466 h 266376"/>
              <a:gd name="connsiteX371" fmla="*/ 420891 w 698453"/>
              <a:gd name="connsiteY371" fmla="*/ 220374 h 266376"/>
              <a:gd name="connsiteX372" fmla="*/ 427255 w 698453"/>
              <a:gd name="connsiteY372" fmla="*/ 228681 h 266376"/>
              <a:gd name="connsiteX373" fmla="*/ 421488 w 698453"/>
              <a:gd name="connsiteY373" fmla="*/ 215754 h 266376"/>
              <a:gd name="connsiteX374" fmla="*/ 418887 w 698453"/>
              <a:gd name="connsiteY374" fmla="*/ 210568 h 266376"/>
              <a:gd name="connsiteX375" fmla="*/ 425664 w 698453"/>
              <a:gd name="connsiteY375" fmla="*/ 210568 h 266376"/>
              <a:gd name="connsiteX376" fmla="*/ 421472 w 698453"/>
              <a:gd name="connsiteY376" fmla="*/ 215754 h 266376"/>
              <a:gd name="connsiteX377" fmla="*/ 424257 w 698453"/>
              <a:gd name="connsiteY377" fmla="*/ 159915 h 266376"/>
              <a:gd name="connsiteX378" fmla="*/ 442033 w 698453"/>
              <a:gd name="connsiteY378" fmla="*/ 124621 h 266376"/>
              <a:gd name="connsiteX379" fmla="*/ 440855 w 698453"/>
              <a:gd name="connsiteY379" fmla="*/ 117431 h 266376"/>
              <a:gd name="connsiteX380" fmla="*/ 450187 w 698453"/>
              <a:gd name="connsiteY380" fmla="*/ 98522 h 266376"/>
              <a:gd name="connsiteX381" fmla="*/ 425695 w 698453"/>
              <a:gd name="connsiteY381" fmla="*/ 167885 h 266376"/>
              <a:gd name="connsiteX382" fmla="*/ 424272 w 698453"/>
              <a:gd name="connsiteY382" fmla="*/ 159899 h 266376"/>
              <a:gd name="connsiteX383" fmla="*/ 426643 w 698453"/>
              <a:gd name="connsiteY383" fmla="*/ 170654 h 266376"/>
              <a:gd name="connsiteX384" fmla="*/ 459458 w 698453"/>
              <a:gd name="connsiteY384" fmla="*/ 132469 h 266376"/>
              <a:gd name="connsiteX385" fmla="*/ 460391 w 698453"/>
              <a:gd name="connsiteY385" fmla="*/ 125034 h 266376"/>
              <a:gd name="connsiteX386" fmla="*/ 460177 w 698453"/>
              <a:gd name="connsiteY386" fmla="*/ 118043 h 266376"/>
              <a:gd name="connsiteX387" fmla="*/ 428081 w 698453"/>
              <a:gd name="connsiteY387" fmla="*/ 177844 h 266376"/>
              <a:gd name="connsiteX388" fmla="*/ 426643 w 698453"/>
              <a:gd name="connsiteY388" fmla="*/ 170654 h 266376"/>
              <a:gd name="connsiteX389" fmla="*/ 440458 w 698453"/>
              <a:gd name="connsiteY389" fmla="*/ 211991 h 266376"/>
              <a:gd name="connsiteX390" fmla="*/ 436143 w 698453"/>
              <a:gd name="connsiteY390" fmla="*/ 210476 h 266376"/>
              <a:gd name="connsiteX391" fmla="*/ 434858 w 698453"/>
              <a:gd name="connsiteY391" fmla="*/ 204586 h 266376"/>
              <a:gd name="connsiteX392" fmla="*/ 444833 w 698453"/>
              <a:gd name="connsiteY392" fmla="*/ 204188 h 266376"/>
              <a:gd name="connsiteX393" fmla="*/ 440458 w 698453"/>
              <a:gd name="connsiteY393" fmla="*/ 211991 h 266376"/>
              <a:gd name="connsiteX394" fmla="*/ 474359 w 698453"/>
              <a:gd name="connsiteY394" fmla="*/ 176468 h 266376"/>
              <a:gd name="connsiteX395" fmla="*/ 471850 w 698453"/>
              <a:gd name="connsiteY395" fmla="*/ 183535 h 266376"/>
              <a:gd name="connsiteX396" fmla="*/ 442982 w 698453"/>
              <a:gd name="connsiteY396" fmla="*/ 201741 h 266376"/>
              <a:gd name="connsiteX397" fmla="*/ 434308 w 698453"/>
              <a:gd name="connsiteY397" fmla="*/ 201741 h 266376"/>
              <a:gd name="connsiteX398" fmla="*/ 433742 w 698453"/>
              <a:gd name="connsiteY398" fmla="*/ 201113 h 266376"/>
              <a:gd name="connsiteX399" fmla="*/ 431661 w 698453"/>
              <a:gd name="connsiteY399" fmla="*/ 192026 h 266376"/>
              <a:gd name="connsiteX400" fmla="*/ 470351 w 698453"/>
              <a:gd name="connsiteY400" fmla="*/ 173668 h 266376"/>
              <a:gd name="connsiteX401" fmla="*/ 473227 w 698453"/>
              <a:gd name="connsiteY401" fmla="*/ 169354 h 266376"/>
              <a:gd name="connsiteX402" fmla="*/ 474359 w 698453"/>
              <a:gd name="connsiteY402" fmla="*/ 168681 h 266376"/>
              <a:gd name="connsiteX403" fmla="*/ 474359 w 698453"/>
              <a:gd name="connsiteY403" fmla="*/ 176452 h 266376"/>
              <a:gd name="connsiteX404" fmla="*/ 430896 w 698453"/>
              <a:gd name="connsiteY404" fmla="*/ 188982 h 266376"/>
              <a:gd name="connsiteX405" fmla="*/ 428923 w 698453"/>
              <a:gd name="connsiteY405" fmla="*/ 181225 h 266376"/>
              <a:gd name="connsiteX406" fmla="*/ 429244 w 698453"/>
              <a:gd name="connsiteY406" fmla="*/ 180828 h 266376"/>
              <a:gd name="connsiteX407" fmla="*/ 470947 w 698453"/>
              <a:gd name="connsiteY407" fmla="*/ 139170 h 266376"/>
              <a:gd name="connsiteX408" fmla="*/ 430896 w 698453"/>
              <a:gd name="connsiteY408" fmla="*/ 188982 h 266376"/>
              <a:gd name="connsiteX409" fmla="*/ 649480 w 698453"/>
              <a:gd name="connsiteY409" fmla="*/ 107854 h 266376"/>
              <a:gd name="connsiteX410" fmla="*/ 476348 w 698453"/>
              <a:gd name="connsiteY410" fmla="*/ 163097 h 266376"/>
              <a:gd name="connsiteX411" fmla="*/ 475950 w 698453"/>
              <a:gd name="connsiteY411" fmla="*/ 142765 h 266376"/>
              <a:gd name="connsiteX412" fmla="*/ 660281 w 698453"/>
              <a:gd name="connsiteY412" fmla="*/ 96105 h 266376"/>
              <a:gd name="connsiteX413" fmla="*/ 649496 w 698453"/>
              <a:gd name="connsiteY413" fmla="*/ 107854 h 266376"/>
              <a:gd name="connsiteX414" fmla="*/ 661474 w 698453"/>
              <a:gd name="connsiteY414" fmla="*/ 92724 h 266376"/>
              <a:gd name="connsiteX415" fmla="*/ 475705 w 698453"/>
              <a:gd name="connsiteY415" fmla="*/ 139966 h 266376"/>
              <a:gd name="connsiteX416" fmla="*/ 473181 w 698453"/>
              <a:gd name="connsiteY416" fmla="*/ 136967 h 266376"/>
              <a:gd name="connsiteX417" fmla="*/ 469081 w 698453"/>
              <a:gd name="connsiteY417" fmla="*/ 127895 h 266376"/>
              <a:gd name="connsiteX418" fmla="*/ 465593 w 698453"/>
              <a:gd name="connsiteY418" fmla="*/ 120429 h 266376"/>
              <a:gd name="connsiteX419" fmla="*/ 672657 w 698453"/>
              <a:gd name="connsiteY419" fmla="*/ 81342 h 266376"/>
              <a:gd name="connsiteX420" fmla="*/ 661490 w 698453"/>
              <a:gd name="connsiteY420" fmla="*/ 92709 h 266376"/>
              <a:gd name="connsiteX421" fmla="*/ 672719 w 698453"/>
              <a:gd name="connsiteY421" fmla="*/ 78450 h 266376"/>
              <a:gd name="connsiteX422" fmla="*/ 464553 w 698453"/>
              <a:gd name="connsiteY422" fmla="*/ 117676 h 266376"/>
              <a:gd name="connsiteX423" fmla="*/ 463344 w 698453"/>
              <a:gd name="connsiteY423" fmla="*/ 117293 h 266376"/>
              <a:gd name="connsiteX424" fmla="*/ 459244 w 698453"/>
              <a:gd name="connsiteY424" fmla="*/ 112627 h 266376"/>
              <a:gd name="connsiteX425" fmla="*/ 456597 w 698453"/>
              <a:gd name="connsiteY425" fmla="*/ 104504 h 266376"/>
              <a:gd name="connsiteX426" fmla="*/ 453216 w 698453"/>
              <a:gd name="connsiteY426" fmla="*/ 97512 h 266376"/>
              <a:gd name="connsiteX427" fmla="*/ 456720 w 698453"/>
              <a:gd name="connsiteY427" fmla="*/ 96243 h 266376"/>
              <a:gd name="connsiteX428" fmla="*/ 684223 w 698453"/>
              <a:gd name="connsiteY428" fmla="*/ 68614 h 266376"/>
              <a:gd name="connsiteX429" fmla="*/ 672734 w 698453"/>
              <a:gd name="connsiteY429" fmla="*/ 78466 h 266376"/>
              <a:gd name="connsiteX430" fmla="*/ 684315 w 698453"/>
              <a:gd name="connsiteY430" fmla="*/ 65692 h 266376"/>
              <a:gd name="connsiteX431" fmla="*/ 473013 w 698453"/>
              <a:gd name="connsiteY431" fmla="*/ 91362 h 266376"/>
              <a:gd name="connsiteX432" fmla="*/ 438836 w 698453"/>
              <a:gd name="connsiteY432" fmla="*/ 107043 h 266376"/>
              <a:gd name="connsiteX433" fmla="*/ 438836 w 698453"/>
              <a:gd name="connsiteY433" fmla="*/ 124208 h 266376"/>
              <a:gd name="connsiteX434" fmla="*/ 423492 w 698453"/>
              <a:gd name="connsiteY434" fmla="*/ 156702 h 266376"/>
              <a:gd name="connsiteX435" fmla="*/ 422971 w 698453"/>
              <a:gd name="connsiteY435" fmla="*/ 156014 h 266376"/>
              <a:gd name="connsiteX436" fmla="*/ 420202 w 698453"/>
              <a:gd name="connsiteY436" fmla="*/ 143775 h 266376"/>
              <a:gd name="connsiteX437" fmla="*/ 424165 w 698453"/>
              <a:gd name="connsiteY437" fmla="*/ 138206 h 266376"/>
              <a:gd name="connsiteX438" fmla="*/ 426674 w 698453"/>
              <a:gd name="connsiteY438" fmla="*/ 116421 h 266376"/>
              <a:gd name="connsiteX439" fmla="*/ 414619 w 698453"/>
              <a:gd name="connsiteY439" fmla="*/ 79613 h 266376"/>
              <a:gd name="connsiteX440" fmla="*/ 445062 w 698453"/>
              <a:gd name="connsiteY440" fmla="*/ 62586 h 266376"/>
              <a:gd name="connsiteX441" fmla="*/ 675258 w 698453"/>
              <a:gd name="connsiteY441" fmla="*/ 53805 h 266376"/>
              <a:gd name="connsiteX442" fmla="*/ 695804 w 698453"/>
              <a:gd name="connsiteY442" fmla="*/ 53407 h 266376"/>
              <a:gd name="connsiteX443" fmla="*/ 684330 w 698453"/>
              <a:gd name="connsiteY443" fmla="*/ 65661 h 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Lst>
            <a:rect l="l" t="t" r="r" b="b"/>
            <a:pathLst>
              <a:path w="698453" h="266376">
                <a:moveTo>
                  <a:pt x="698175" y="49842"/>
                </a:moveTo>
                <a:cubicBezTo>
                  <a:pt x="612886" y="53636"/>
                  <a:pt x="527521" y="55227"/>
                  <a:pt x="442248" y="59434"/>
                </a:cubicBezTo>
                <a:cubicBezTo>
                  <a:pt x="438989" y="59587"/>
                  <a:pt x="435960" y="59236"/>
                  <a:pt x="432732" y="60245"/>
                </a:cubicBezTo>
                <a:cubicBezTo>
                  <a:pt x="422757" y="43341"/>
                  <a:pt x="399856" y="41765"/>
                  <a:pt x="388244" y="58088"/>
                </a:cubicBezTo>
                <a:lnTo>
                  <a:pt x="384588" y="64605"/>
                </a:lnTo>
                <a:cubicBezTo>
                  <a:pt x="381298" y="33213"/>
                  <a:pt x="355750" y="5278"/>
                  <a:pt x="324342" y="398"/>
                </a:cubicBezTo>
                <a:cubicBezTo>
                  <a:pt x="323991" y="245"/>
                  <a:pt x="323593" y="107"/>
                  <a:pt x="323149" y="0"/>
                </a:cubicBezTo>
                <a:lnTo>
                  <a:pt x="320763" y="0"/>
                </a:lnTo>
                <a:cubicBezTo>
                  <a:pt x="318728" y="229"/>
                  <a:pt x="318147" y="1469"/>
                  <a:pt x="318850" y="3381"/>
                </a:cubicBezTo>
                <a:cubicBezTo>
                  <a:pt x="328458" y="13524"/>
                  <a:pt x="333078" y="28776"/>
                  <a:pt x="325505" y="41367"/>
                </a:cubicBezTo>
                <a:cubicBezTo>
                  <a:pt x="320961" y="48297"/>
                  <a:pt x="316938" y="55839"/>
                  <a:pt x="314460" y="63902"/>
                </a:cubicBezTo>
                <a:cubicBezTo>
                  <a:pt x="305541" y="42514"/>
                  <a:pt x="278034" y="39960"/>
                  <a:pt x="265367" y="59740"/>
                </a:cubicBezTo>
                <a:cubicBezTo>
                  <a:pt x="262475" y="58960"/>
                  <a:pt x="259385" y="58807"/>
                  <a:pt x="256188" y="58685"/>
                </a:cubicBezTo>
                <a:cubicBezTo>
                  <a:pt x="172521" y="55533"/>
                  <a:pt x="87002" y="52489"/>
                  <a:pt x="3029" y="49536"/>
                </a:cubicBezTo>
                <a:cubicBezTo>
                  <a:pt x="1989" y="49613"/>
                  <a:pt x="979" y="49842"/>
                  <a:pt x="0" y="50240"/>
                </a:cubicBezTo>
                <a:lnTo>
                  <a:pt x="0" y="53835"/>
                </a:lnTo>
                <a:lnTo>
                  <a:pt x="796" y="56222"/>
                </a:lnTo>
                <a:cubicBezTo>
                  <a:pt x="2861" y="60475"/>
                  <a:pt x="3473" y="63274"/>
                  <a:pt x="7848" y="66120"/>
                </a:cubicBezTo>
                <a:cubicBezTo>
                  <a:pt x="8690" y="66671"/>
                  <a:pt x="11030" y="67420"/>
                  <a:pt x="11474" y="67879"/>
                </a:cubicBezTo>
                <a:cubicBezTo>
                  <a:pt x="11872" y="68292"/>
                  <a:pt x="12759" y="71490"/>
                  <a:pt x="13356" y="72576"/>
                </a:cubicBezTo>
                <a:cubicBezTo>
                  <a:pt x="14595" y="74840"/>
                  <a:pt x="17042" y="77288"/>
                  <a:pt x="19184" y="78711"/>
                </a:cubicBezTo>
                <a:cubicBezTo>
                  <a:pt x="20056" y="79292"/>
                  <a:pt x="23024" y="80439"/>
                  <a:pt x="23330" y="80944"/>
                </a:cubicBezTo>
                <a:cubicBezTo>
                  <a:pt x="23667" y="81495"/>
                  <a:pt x="24080" y="84172"/>
                  <a:pt x="24539" y="85319"/>
                </a:cubicBezTo>
                <a:cubicBezTo>
                  <a:pt x="25610" y="87981"/>
                  <a:pt x="27889" y="90750"/>
                  <a:pt x="30184" y="92433"/>
                </a:cubicBezTo>
                <a:cubicBezTo>
                  <a:pt x="31255" y="93229"/>
                  <a:pt x="35538" y="95019"/>
                  <a:pt x="35722" y="95279"/>
                </a:cubicBezTo>
                <a:cubicBezTo>
                  <a:pt x="35951" y="95631"/>
                  <a:pt x="36257" y="98476"/>
                  <a:pt x="36624" y="99562"/>
                </a:cubicBezTo>
                <a:cubicBezTo>
                  <a:pt x="38231" y="104137"/>
                  <a:pt x="42560" y="108068"/>
                  <a:pt x="46936" y="109996"/>
                </a:cubicBezTo>
                <a:lnTo>
                  <a:pt x="222179" y="165942"/>
                </a:lnTo>
                <a:cubicBezTo>
                  <a:pt x="222638" y="166646"/>
                  <a:pt x="221537" y="170501"/>
                  <a:pt x="221445" y="171679"/>
                </a:cubicBezTo>
                <a:cubicBezTo>
                  <a:pt x="220282" y="187406"/>
                  <a:pt x="234219" y="199599"/>
                  <a:pt x="248156" y="203592"/>
                </a:cubicBezTo>
                <a:lnTo>
                  <a:pt x="254933" y="215968"/>
                </a:lnTo>
                <a:lnTo>
                  <a:pt x="266790" y="211425"/>
                </a:lnTo>
                <a:cubicBezTo>
                  <a:pt x="267937" y="211929"/>
                  <a:pt x="272924" y="218447"/>
                  <a:pt x="272817" y="219058"/>
                </a:cubicBezTo>
                <a:cubicBezTo>
                  <a:pt x="272083" y="220803"/>
                  <a:pt x="265168" y="228391"/>
                  <a:pt x="265382" y="229446"/>
                </a:cubicBezTo>
                <a:lnTo>
                  <a:pt x="277300" y="241088"/>
                </a:lnTo>
                <a:lnTo>
                  <a:pt x="278065" y="241088"/>
                </a:lnTo>
                <a:cubicBezTo>
                  <a:pt x="279671" y="240140"/>
                  <a:pt x="287060" y="233179"/>
                  <a:pt x="288192" y="233363"/>
                </a:cubicBezTo>
                <a:cubicBezTo>
                  <a:pt x="288636" y="233439"/>
                  <a:pt x="295490" y="238273"/>
                  <a:pt x="295566" y="238717"/>
                </a:cubicBezTo>
                <a:lnTo>
                  <a:pt x="291252" y="251216"/>
                </a:lnTo>
                <a:lnTo>
                  <a:pt x="306933" y="258360"/>
                </a:lnTo>
                <a:cubicBezTo>
                  <a:pt x="307958" y="258100"/>
                  <a:pt x="312700" y="249457"/>
                  <a:pt x="313802" y="248034"/>
                </a:cubicBezTo>
                <a:cubicBezTo>
                  <a:pt x="314108" y="247560"/>
                  <a:pt x="314368" y="247712"/>
                  <a:pt x="314796" y="247789"/>
                </a:cubicBezTo>
                <a:cubicBezTo>
                  <a:pt x="317336" y="248248"/>
                  <a:pt x="320411" y="250099"/>
                  <a:pt x="323118" y="250481"/>
                </a:cubicBezTo>
                <a:cubicBezTo>
                  <a:pt x="323241" y="254857"/>
                  <a:pt x="323271" y="259232"/>
                  <a:pt x="322797" y="263577"/>
                </a:cubicBezTo>
                <a:cubicBezTo>
                  <a:pt x="327846" y="264372"/>
                  <a:pt x="332894" y="265183"/>
                  <a:pt x="337943" y="265979"/>
                </a:cubicBezTo>
                <a:cubicBezTo>
                  <a:pt x="338295" y="266132"/>
                  <a:pt x="338692" y="266270"/>
                  <a:pt x="339136" y="266377"/>
                </a:cubicBezTo>
                <a:lnTo>
                  <a:pt x="339931" y="266377"/>
                </a:lnTo>
                <a:lnTo>
                  <a:pt x="340819" y="266147"/>
                </a:lnTo>
                <a:lnTo>
                  <a:pt x="344307" y="254505"/>
                </a:lnTo>
                <a:cubicBezTo>
                  <a:pt x="347106" y="254398"/>
                  <a:pt x="349906" y="254383"/>
                  <a:pt x="352736" y="254459"/>
                </a:cubicBezTo>
                <a:lnTo>
                  <a:pt x="355827" y="265841"/>
                </a:lnTo>
                <a:lnTo>
                  <a:pt x="356683" y="265979"/>
                </a:lnTo>
                <a:cubicBezTo>
                  <a:pt x="357081" y="266254"/>
                  <a:pt x="357509" y="266270"/>
                  <a:pt x="357877" y="265979"/>
                </a:cubicBezTo>
                <a:cubicBezTo>
                  <a:pt x="363308" y="265535"/>
                  <a:pt x="368800" y="264357"/>
                  <a:pt x="374185" y="263546"/>
                </a:cubicBezTo>
                <a:cubicBezTo>
                  <a:pt x="373665" y="259217"/>
                  <a:pt x="373818" y="254842"/>
                  <a:pt x="373879" y="250466"/>
                </a:cubicBezTo>
                <a:lnTo>
                  <a:pt x="382981" y="247651"/>
                </a:lnTo>
                <a:lnTo>
                  <a:pt x="389988" y="258299"/>
                </a:lnTo>
                <a:lnTo>
                  <a:pt x="404965" y="251017"/>
                </a:lnTo>
                <a:lnTo>
                  <a:pt x="405302" y="249931"/>
                </a:lnTo>
                <a:lnTo>
                  <a:pt x="401339" y="238319"/>
                </a:lnTo>
                <a:cubicBezTo>
                  <a:pt x="403221" y="237738"/>
                  <a:pt x="407107" y="233714"/>
                  <a:pt x="408438" y="233332"/>
                </a:cubicBezTo>
                <a:cubicBezTo>
                  <a:pt x="408897" y="233210"/>
                  <a:pt x="409325" y="233194"/>
                  <a:pt x="409738" y="233470"/>
                </a:cubicBezTo>
                <a:lnTo>
                  <a:pt x="419116" y="241241"/>
                </a:lnTo>
                <a:lnTo>
                  <a:pt x="431584" y="229094"/>
                </a:lnTo>
                <a:lnTo>
                  <a:pt x="424088" y="218722"/>
                </a:lnTo>
                <a:lnTo>
                  <a:pt x="429336" y="210981"/>
                </a:lnTo>
                <a:cubicBezTo>
                  <a:pt x="430192" y="210476"/>
                  <a:pt x="440090" y="215586"/>
                  <a:pt x="442033" y="215708"/>
                </a:cubicBezTo>
                <a:lnTo>
                  <a:pt x="448459" y="203576"/>
                </a:lnTo>
                <a:cubicBezTo>
                  <a:pt x="465853" y="199522"/>
                  <a:pt x="480524" y="184989"/>
                  <a:pt x="476822" y="165927"/>
                </a:cubicBezTo>
                <a:lnTo>
                  <a:pt x="652326" y="109843"/>
                </a:lnTo>
                <a:cubicBezTo>
                  <a:pt x="657573" y="107349"/>
                  <a:pt x="660924" y="103907"/>
                  <a:pt x="662805" y="98384"/>
                </a:cubicBezTo>
                <a:cubicBezTo>
                  <a:pt x="663050" y="97681"/>
                  <a:pt x="663463" y="95095"/>
                  <a:pt x="663570" y="94973"/>
                </a:cubicBezTo>
                <a:cubicBezTo>
                  <a:pt x="663662" y="94866"/>
                  <a:pt x="665635" y="94284"/>
                  <a:pt x="666293" y="93902"/>
                </a:cubicBezTo>
                <a:cubicBezTo>
                  <a:pt x="669598" y="92020"/>
                  <a:pt x="672719" y="89450"/>
                  <a:pt x="674172" y="85824"/>
                </a:cubicBezTo>
                <a:cubicBezTo>
                  <a:pt x="674646" y="84646"/>
                  <a:pt x="675350" y="80424"/>
                  <a:pt x="675534" y="80210"/>
                </a:cubicBezTo>
                <a:cubicBezTo>
                  <a:pt x="675656" y="80072"/>
                  <a:pt x="678012" y="79322"/>
                  <a:pt x="678762" y="78864"/>
                </a:cubicBezTo>
                <a:cubicBezTo>
                  <a:pt x="681270" y="77349"/>
                  <a:pt x="683596" y="75375"/>
                  <a:pt x="685110" y="72836"/>
                </a:cubicBezTo>
                <a:cubicBezTo>
                  <a:pt x="685921" y="71490"/>
                  <a:pt x="686671" y="68568"/>
                  <a:pt x="687252" y="67787"/>
                </a:cubicBezTo>
                <a:cubicBezTo>
                  <a:pt x="687696" y="67191"/>
                  <a:pt x="690725" y="65952"/>
                  <a:pt x="691780" y="65141"/>
                </a:cubicBezTo>
                <a:cubicBezTo>
                  <a:pt x="695345" y="62433"/>
                  <a:pt x="697839" y="58256"/>
                  <a:pt x="698206" y="53805"/>
                </a:cubicBezTo>
                <a:cubicBezTo>
                  <a:pt x="698573" y="52611"/>
                  <a:pt x="698497" y="51020"/>
                  <a:pt x="698206" y="49812"/>
                </a:cubicBezTo>
                <a:close/>
                <a:moveTo>
                  <a:pt x="387479" y="66502"/>
                </a:moveTo>
                <a:cubicBezTo>
                  <a:pt x="394868" y="47150"/>
                  <a:pt x="418367" y="43937"/>
                  <a:pt x="430055" y="61224"/>
                </a:cubicBezTo>
                <a:cubicBezTo>
                  <a:pt x="422482" y="64514"/>
                  <a:pt x="416225" y="68920"/>
                  <a:pt x="412844" y="76706"/>
                </a:cubicBezTo>
                <a:cubicBezTo>
                  <a:pt x="405822" y="92862"/>
                  <a:pt x="414634" y="99241"/>
                  <a:pt x="421503" y="111663"/>
                </a:cubicBezTo>
                <a:cubicBezTo>
                  <a:pt x="426704" y="121087"/>
                  <a:pt x="426215" y="131460"/>
                  <a:pt x="419499" y="139981"/>
                </a:cubicBezTo>
                <a:lnTo>
                  <a:pt x="410503" y="102913"/>
                </a:lnTo>
                <a:lnTo>
                  <a:pt x="395648" y="102806"/>
                </a:lnTo>
                <a:cubicBezTo>
                  <a:pt x="394379" y="102438"/>
                  <a:pt x="391288" y="97099"/>
                  <a:pt x="390585" y="95707"/>
                </a:cubicBezTo>
                <a:lnTo>
                  <a:pt x="399963" y="95707"/>
                </a:lnTo>
                <a:cubicBezTo>
                  <a:pt x="399963" y="95707"/>
                  <a:pt x="400559" y="95156"/>
                  <a:pt x="400559" y="95110"/>
                </a:cubicBezTo>
                <a:lnTo>
                  <a:pt x="400559" y="72576"/>
                </a:lnTo>
                <a:lnTo>
                  <a:pt x="386393" y="72576"/>
                </a:lnTo>
                <a:cubicBezTo>
                  <a:pt x="386056" y="72499"/>
                  <a:pt x="385949" y="72117"/>
                  <a:pt x="385949" y="71750"/>
                </a:cubicBezTo>
                <a:cubicBezTo>
                  <a:pt x="385949" y="70572"/>
                  <a:pt x="387020" y="67726"/>
                  <a:pt x="387494" y="66487"/>
                </a:cubicBezTo>
                <a:close/>
                <a:moveTo>
                  <a:pt x="318881" y="225392"/>
                </a:moveTo>
                <a:cubicBezTo>
                  <a:pt x="338524" y="233623"/>
                  <a:pt x="360554" y="233271"/>
                  <a:pt x="379937" y="224474"/>
                </a:cubicBezTo>
                <a:cubicBezTo>
                  <a:pt x="381268" y="223862"/>
                  <a:pt x="387510" y="220145"/>
                  <a:pt x="387969" y="220145"/>
                </a:cubicBezTo>
                <a:lnTo>
                  <a:pt x="398938" y="220145"/>
                </a:lnTo>
                <a:cubicBezTo>
                  <a:pt x="399182" y="221078"/>
                  <a:pt x="398723" y="220818"/>
                  <a:pt x="398433" y="221063"/>
                </a:cubicBezTo>
                <a:cubicBezTo>
                  <a:pt x="382721" y="234541"/>
                  <a:pt x="357158" y="240002"/>
                  <a:pt x="336948" y="237233"/>
                </a:cubicBezTo>
                <a:cubicBezTo>
                  <a:pt x="322966" y="235321"/>
                  <a:pt x="308187" y="229400"/>
                  <a:pt x="297585" y="220145"/>
                </a:cubicBezTo>
                <a:lnTo>
                  <a:pt x="308554" y="220145"/>
                </a:lnTo>
                <a:cubicBezTo>
                  <a:pt x="309136" y="220145"/>
                  <a:pt x="317152" y="224688"/>
                  <a:pt x="318850" y="225392"/>
                </a:cubicBezTo>
                <a:close/>
                <a:moveTo>
                  <a:pt x="315561" y="220129"/>
                </a:moveTo>
                <a:lnTo>
                  <a:pt x="381390" y="220129"/>
                </a:lnTo>
                <a:cubicBezTo>
                  <a:pt x="377979" y="222654"/>
                  <a:pt x="373114" y="224321"/>
                  <a:pt x="369014" y="225514"/>
                </a:cubicBezTo>
                <a:cubicBezTo>
                  <a:pt x="352537" y="230303"/>
                  <a:pt x="335755" y="229217"/>
                  <a:pt x="319952" y="222715"/>
                </a:cubicBezTo>
                <a:cubicBezTo>
                  <a:pt x="318881" y="222271"/>
                  <a:pt x="316923" y="221583"/>
                  <a:pt x="316066" y="221032"/>
                </a:cubicBezTo>
                <a:cubicBezTo>
                  <a:pt x="315653" y="220772"/>
                  <a:pt x="315377" y="221063"/>
                  <a:pt x="315561" y="220129"/>
                </a:cubicBezTo>
                <a:close/>
                <a:moveTo>
                  <a:pt x="299712" y="225805"/>
                </a:moveTo>
                <a:cubicBezTo>
                  <a:pt x="332007" y="247743"/>
                  <a:pt x="374429" y="245739"/>
                  <a:pt x="404154" y="220359"/>
                </a:cubicBezTo>
                <a:lnTo>
                  <a:pt x="407719" y="220145"/>
                </a:lnTo>
                <a:cubicBezTo>
                  <a:pt x="408270" y="220634"/>
                  <a:pt x="404797" y="223311"/>
                  <a:pt x="404323" y="223725"/>
                </a:cubicBezTo>
                <a:cubicBezTo>
                  <a:pt x="372578" y="250527"/>
                  <a:pt x="323853" y="249915"/>
                  <a:pt x="292231" y="223327"/>
                </a:cubicBezTo>
                <a:cubicBezTo>
                  <a:pt x="291588" y="222791"/>
                  <a:pt x="289232" y="220986"/>
                  <a:pt x="289232" y="220344"/>
                </a:cubicBezTo>
                <a:cubicBezTo>
                  <a:pt x="293179" y="219257"/>
                  <a:pt x="296545" y="223663"/>
                  <a:pt x="299727" y="225805"/>
                </a:cubicBezTo>
                <a:close/>
                <a:moveTo>
                  <a:pt x="278049" y="217345"/>
                </a:moveTo>
                <a:lnTo>
                  <a:pt x="297203" y="184637"/>
                </a:lnTo>
                <a:lnTo>
                  <a:pt x="297203" y="210553"/>
                </a:lnTo>
                <a:lnTo>
                  <a:pt x="322139" y="210553"/>
                </a:lnTo>
                <a:cubicBezTo>
                  <a:pt x="322139" y="210553"/>
                  <a:pt x="322736" y="210002"/>
                  <a:pt x="322736" y="209956"/>
                </a:cubicBezTo>
                <a:lnTo>
                  <a:pt x="322736" y="139767"/>
                </a:lnTo>
                <a:lnTo>
                  <a:pt x="335908" y="117630"/>
                </a:lnTo>
                <a:lnTo>
                  <a:pt x="335908" y="168681"/>
                </a:lnTo>
                <a:lnTo>
                  <a:pt x="361441" y="168681"/>
                </a:lnTo>
                <a:lnTo>
                  <a:pt x="361441" y="118028"/>
                </a:lnTo>
                <a:cubicBezTo>
                  <a:pt x="364363" y="122510"/>
                  <a:pt x="367912" y="127711"/>
                  <a:pt x="370284" y="132515"/>
                </a:cubicBezTo>
                <a:cubicBezTo>
                  <a:pt x="370788" y="133540"/>
                  <a:pt x="371538" y="134535"/>
                  <a:pt x="371431" y="135758"/>
                </a:cubicBezTo>
                <a:lnTo>
                  <a:pt x="353455" y="210553"/>
                </a:lnTo>
                <a:lnTo>
                  <a:pt x="379386" y="210553"/>
                </a:lnTo>
                <a:lnTo>
                  <a:pt x="384557" y="189196"/>
                </a:lnTo>
                <a:lnTo>
                  <a:pt x="405103" y="188997"/>
                </a:lnTo>
                <a:lnTo>
                  <a:pt x="410304" y="210170"/>
                </a:lnTo>
                <a:cubicBezTo>
                  <a:pt x="411054" y="211164"/>
                  <a:pt x="414205" y="209956"/>
                  <a:pt x="415536" y="210920"/>
                </a:cubicBezTo>
                <a:cubicBezTo>
                  <a:pt x="416286" y="211455"/>
                  <a:pt x="418397" y="216136"/>
                  <a:pt x="418902" y="217330"/>
                </a:cubicBezTo>
                <a:lnTo>
                  <a:pt x="278065" y="217330"/>
                </a:lnTo>
                <a:close/>
                <a:moveTo>
                  <a:pt x="280390" y="206866"/>
                </a:moveTo>
                <a:cubicBezTo>
                  <a:pt x="280512" y="207325"/>
                  <a:pt x="279365" y="209681"/>
                  <a:pt x="279243" y="209772"/>
                </a:cubicBezTo>
                <a:cubicBezTo>
                  <a:pt x="278829" y="210063"/>
                  <a:pt x="278539" y="209604"/>
                  <a:pt x="278279" y="209344"/>
                </a:cubicBezTo>
                <a:cubicBezTo>
                  <a:pt x="277835" y="208916"/>
                  <a:pt x="274546" y="204265"/>
                  <a:pt x="274500" y="203944"/>
                </a:cubicBezTo>
                <a:cubicBezTo>
                  <a:pt x="274347" y="202980"/>
                  <a:pt x="276994" y="202307"/>
                  <a:pt x="277590" y="202659"/>
                </a:cubicBezTo>
                <a:cubicBezTo>
                  <a:pt x="277805" y="202781"/>
                  <a:pt x="280329" y="206621"/>
                  <a:pt x="280405" y="206866"/>
                </a:cubicBezTo>
                <a:close/>
                <a:moveTo>
                  <a:pt x="279656" y="201389"/>
                </a:moveTo>
                <a:lnTo>
                  <a:pt x="284842" y="198987"/>
                </a:lnTo>
                <a:lnTo>
                  <a:pt x="285637" y="198191"/>
                </a:lnTo>
                <a:cubicBezTo>
                  <a:pt x="285867" y="198941"/>
                  <a:pt x="285301" y="198865"/>
                  <a:pt x="285240" y="198987"/>
                </a:cubicBezTo>
                <a:cubicBezTo>
                  <a:pt x="284811" y="199828"/>
                  <a:pt x="282333" y="204571"/>
                  <a:pt x="281843" y="204556"/>
                </a:cubicBezTo>
                <a:lnTo>
                  <a:pt x="279656" y="201373"/>
                </a:lnTo>
                <a:close/>
                <a:moveTo>
                  <a:pt x="297203" y="171878"/>
                </a:moveTo>
                <a:cubicBezTo>
                  <a:pt x="296943" y="173286"/>
                  <a:pt x="297876" y="176697"/>
                  <a:pt x="296530" y="177386"/>
                </a:cubicBezTo>
                <a:cubicBezTo>
                  <a:pt x="295367" y="177982"/>
                  <a:pt x="288651" y="178946"/>
                  <a:pt x="287029" y="179053"/>
                </a:cubicBezTo>
                <a:cubicBezTo>
                  <a:pt x="273230" y="180002"/>
                  <a:pt x="259508" y="176850"/>
                  <a:pt x="248248" y="168772"/>
                </a:cubicBezTo>
                <a:cubicBezTo>
                  <a:pt x="231450" y="156733"/>
                  <a:pt x="224459" y="134825"/>
                  <a:pt x="238962" y="118043"/>
                </a:cubicBezTo>
                <a:cubicBezTo>
                  <a:pt x="234984" y="150200"/>
                  <a:pt x="264969" y="179665"/>
                  <a:pt x="297218" y="171878"/>
                </a:cubicBezTo>
                <a:close/>
                <a:moveTo>
                  <a:pt x="297203" y="163510"/>
                </a:moveTo>
                <a:cubicBezTo>
                  <a:pt x="296836" y="165820"/>
                  <a:pt x="298366" y="168436"/>
                  <a:pt x="295704" y="169384"/>
                </a:cubicBezTo>
                <a:cubicBezTo>
                  <a:pt x="288620" y="171909"/>
                  <a:pt x="276978" y="169721"/>
                  <a:pt x="270094" y="166891"/>
                </a:cubicBezTo>
                <a:cubicBezTo>
                  <a:pt x="243383" y="155906"/>
                  <a:pt x="233806" y="122969"/>
                  <a:pt x="248569" y="98537"/>
                </a:cubicBezTo>
                <a:cubicBezTo>
                  <a:pt x="252730" y="100021"/>
                  <a:pt x="256188" y="104351"/>
                  <a:pt x="257427" y="108573"/>
                </a:cubicBezTo>
                <a:cubicBezTo>
                  <a:pt x="259385" y="115274"/>
                  <a:pt x="257228" y="120108"/>
                  <a:pt x="256907" y="126610"/>
                </a:cubicBezTo>
                <a:cubicBezTo>
                  <a:pt x="255729" y="150323"/>
                  <a:pt x="273705" y="166937"/>
                  <a:pt x="297218" y="163510"/>
                </a:cubicBezTo>
                <a:close/>
                <a:moveTo>
                  <a:pt x="297203" y="149542"/>
                </a:moveTo>
                <a:cubicBezTo>
                  <a:pt x="292567" y="149802"/>
                  <a:pt x="291206" y="147554"/>
                  <a:pt x="289722" y="143668"/>
                </a:cubicBezTo>
                <a:cubicBezTo>
                  <a:pt x="285836" y="133510"/>
                  <a:pt x="288422" y="120812"/>
                  <a:pt x="297203" y="114050"/>
                </a:cubicBezTo>
                <a:lnTo>
                  <a:pt x="297203" y="149542"/>
                </a:lnTo>
                <a:close/>
                <a:moveTo>
                  <a:pt x="335893" y="108695"/>
                </a:moveTo>
                <a:cubicBezTo>
                  <a:pt x="336520" y="112015"/>
                  <a:pt x="333858" y="114524"/>
                  <a:pt x="332512" y="117263"/>
                </a:cubicBezTo>
                <a:cubicBezTo>
                  <a:pt x="331104" y="117263"/>
                  <a:pt x="325474" y="109583"/>
                  <a:pt x="324572" y="108053"/>
                </a:cubicBezTo>
                <a:cubicBezTo>
                  <a:pt x="323134" y="105636"/>
                  <a:pt x="321635" y="102760"/>
                  <a:pt x="320411" y="100251"/>
                </a:cubicBezTo>
                <a:cubicBezTo>
                  <a:pt x="319738" y="98889"/>
                  <a:pt x="319141" y="97206"/>
                  <a:pt x="318758" y="95722"/>
                </a:cubicBezTo>
                <a:lnTo>
                  <a:pt x="327938" y="95722"/>
                </a:lnTo>
                <a:cubicBezTo>
                  <a:pt x="328228" y="99455"/>
                  <a:pt x="335403" y="106064"/>
                  <a:pt x="335893" y="108695"/>
                </a:cubicBezTo>
                <a:close/>
                <a:moveTo>
                  <a:pt x="331120" y="95921"/>
                </a:moveTo>
                <a:lnTo>
                  <a:pt x="335908" y="95722"/>
                </a:lnTo>
                <a:lnTo>
                  <a:pt x="335908" y="103295"/>
                </a:lnTo>
                <a:cubicBezTo>
                  <a:pt x="333935" y="101260"/>
                  <a:pt x="332298" y="98522"/>
                  <a:pt x="331120" y="95921"/>
                </a:cubicBezTo>
                <a:close/>
                <a:moveTo>
                  <a:pt x="330615" y="120231"/>
                </a:moveTo>
                <a:lnTo>
                  <a:pt x="322751" y="133601"/>
                </a:lnTo>
                <a:lnTo>
                  <a:pt x="322751" y="110868"/>
                </a:lnTo>
                <a:lnTo>
                  <a:pt x="330615" y="120231"/>
                </a:lnTo>
                <a:close/>
                <a:moveTo>
                  <a:pt x="362420" y="102071"/>
                </a:moveTo>
                <a:cubicBezTo>
                  <a:pt x="362206" y="102561"/>
                  <a:pt x="362038" y="103678"/>
                  <a:pt x="361441" y="103693"/>
                </a:cubicBezTo>
                <a:lnTo>
                  <a:pt x="361441" y="95722"/>
                </a:lnTo>
                <a:lnTo>
                  <a:pt x="364638" y="95921"/>
                </a:lnTo>
                <a:cubicBezTo>
                  <a:pt x="363950" y="97987"/>
                  <a:pt x="363292" y="100082"/>
                  <a:pt x="362420" y="102071"/>
                </a:cubicBezTo>
                <a:close/>
                <a:moveTo>
                  <a:pt x="368019" y="95707"/>
                </a:moveTo>
                <a:lnTo>
                  <a:pt x="378193" y="95707"/>
                </a:lnTo>
                <a:cubicBezTo>
                  <a:pt x="376678" y="99593"/>
                  <a:pt x="375103" y="103494"/>
                  <a:pt x="373068" y="107135"/>
                </a:cubicBezTo>
                <a:cubicBezTo>
                  <a:pt x="372318" y="108497"/>
                  <a:pt x="366245" y="117829"/>
                  <a:pt x="365618" y="118043"/>
                </a:cubicBezTo>
                <a:cubicBezTo>
                  <a:pt x="364899" y="118272"/>
                  <a:pt x="365067" y="117752"/>
                  <a:pt x="364914" y="117538"/>
                </a:cubicBezTo>
                <a:cubicBezTo>
                  <a:pt x="364424" y="116880"/>
                  <a:pt x="361472" y="111862"/>
                  <a:pt x="361456" y="111464"/>
                </a:cubicBezTo>
                <a:lnTo>
                  <a:pt x="368019" y="95707"/>
                </a:lnTo>
                <a:close/>
                <a:moveTo>
                  <a:pt x="386179" y="168696"/>
                </a:moveTo>
                <a:lnTo>
                  <a:pt x="394761" y="133601"/>
                </a:lnTo>
                <a:lnTo>
                  <a:pt x="403344" y="168696"/>
                </a:lnTo>
                <a:lnTo>
                  <a:pt x="386194" y="168696"/>
                </a:lnTo>
                <a:close/>
                <a:moveTo>
                  <a:pt x="387311" y="95768"/>
                </a:moveTo>
                <a:cubicBezTo>
                  <a:pt x="387663" y="95982"/>
                  <a:pt x="390676" y="101964"/>
                  <a:pt x="391763" y="102683"/>
                </a:cubicBezTo>
                <a:lnTo>
                  <a:pt x="379233" y="102851"/>
                </a:lnTo>
                <a:lnTo>
                  <a:pt x="378606" y="104473"/>
                </a:lnTo>
                <a:lnTo>
                  <a:pt x="372609" y="130389"/>
                </a:lnTo>
                <a:lnTo>
                  <a:pt x="367086" y="121317"/>
                </a:lnTo>
                <a:cubicBezTo>
                  <a:pt x="366826" y="120276"/>
                  <a:pt x="368081" y="119726"/>
                  <a:pt x="368616" y="119007"/>
                </a:cubicBezTo>
                <a:cubicBezTo>
                  <a:pt x="372227" y="114172"/>
                  <a:pt x="375638" y="109139"/>
                  <a:pt x="378208" y="103662"/>
                </a:cubicBezTo>
                <a:cubicBezTo>
                  <a:pt x="379019" y="101934"/>
                  <a:pt x="380228" y="97436"/>
                  <a:pt x="381038" y="96319"/>
                </a:cubicBezTo>
                <a:cubicBezTo>
                  <a:pt x="381635" y="95493"/>
                  <a:pt x="386775" y="95401"/>
                  <a:pt x="387326" y="95753"/>
                </a:cubicBezTo>
                <a:close/>
                <a:moveTo>
                  <a:pt x="363843" y="25518"/>
                </a:moveTo>
                <a:cubicBezTo>
                  <a:pt x="364317" y="25503"/>
                  <a:pt x="364424" y="26069"/>
                  <a:pt x="364638" y="26313"/>
                </a:cubicBezTo>
                <a:cubicBezTo>
                  <a:pt x="375837" y="38873"/>
                  <a:pt x="382155" y="55656"/>
                  <a:pt x="381788" y="72576"/>
                </a:cubicBezTo>
                <a:lnTo>
                  <a:pt x="372808" y="72576"/>
                </a:lnTo>
                <a:cubicBezTo>
                  <a:pt x="371538" y="72576"/>
                  <a:pt x="372609" y="67726"/>
                  <a:pt x="372624" y="66808"/>
                </a:cubicBezTo>
                <a:cubicBezTo>
                  <a:pt x="372762" y="57599"/>
                  <a:pt x="371278" y="47196"/>
                  <a:pt x="368723" y="38369"/>
                </a:cubicBezTo>
                <a:cubicBezTo>
                  <a:pt x="367515" y="34223"/>
                  <a:pt x="365801" y="30306"/>
                  <a:pt x="364225" y="26313"/>
                </a:cubicBezTo>
                <a:cubicBezTo>
                  <a:pt x="364195" y="26222"/>
                  <a:pt x="363598" y="26252"/>
                  <a:pt x="363828" y="25518"/>
                </a:cubicBezTo>
                <a:close/>
                <a:moveTo>
                  <a:pt x="351467" y="14350"/>
                </a:moveTo>
                <a:cubicBezTo>
                  <a:pt x="351941" y="14304"/>
                  <a:pt x="352048" y="14992"/>
                  <a:pt x="352262" y="15145"/>
                </a:cubicBezTo>
                <a:cubicBezTo>
                  <a:pt x="353073" y="15727"/>
                  <a:pt x="354327" y="16216"/>
                  <a:pt x="355031" y="16966"/>
                </a:cubicBezTo>
                <a:cubicBezTo>
                  <a:pt x="365511" y="28317"/>
                  <a:pt x="371202" y="56237"/>
                  <a:pt x="369442" y="71199"/>
                </a:cubicBezTo>
                <a:cubicBezTo>
                  <a:pt x="369396" y="71597"/>
                  <a:pt x="369259" y="72576"/>
                  <a:pt x="368830" y="72576"/>
                </a:cubicBezTo>
                <a:lnTo>
                  <a:pt x="357265" y="72576"/>
                </a:lnTo>
                <a:cubicBezTo>
                  <a:pt x="357020" y="72576"/>
                  <a:pt x="356699" y="72010"/>
                  <a:pt x="356729" y="71658"/>
                </a:cubicBezTo>
                <a:cubicBezTo>
                  <a:pt x="356821" y="70342"/>
                  <a:pt x="358183" y="66824"/>
                  <a:pt x="358534" y="65080"/>
                </a:cubicBezTo>
                <a:cubicBezTo>
                  <a:pt x="361579" y="50271"/>
                  <a:pt x="361701" y="35783"/>
                  <a:pt x="355414" y="21785"/>
                </a:cubicBezTo>
                <a:cubicBezTo>
                  <a:pt x="354389" y="19490"/>
                  <a:pt x="353027" y="17364"/>
                  <a:pt x="351880" y="15145"/>
                </a:cubicBezTo>
                <a:cubicBezTo>
                  <a:pt x="351818" y="15023"/>
                  <a:pt x="351268" y="15084"/>
                  <a:pt x="351482" y="14350"/>
                </a:cubicBezTo>
                <a:close/>
                <a:moveTo>
                  <a:pt x="341492" y="8766"/>
                </a:moveTo>
                <a:cubicBezTo>
                  <a:pt x="347367" y="11719"/>
                  <a:pt x="352767" y="21831"/>
                  <a:pt x="354771" y="27996"/>
                </a:cubicBezTo>
                <a:cubicBezTo>
                  <a:pt x="358519" y="39501"/>
                  <a:pt x="358198" y="52856"/>
                  <a:pt x="355658" y="64605"/>
                </a:cubicBezTo>
                <a:cubicBezTo>
                  <a:pt x="355092" y="67206"/>
                  <a:pt x="354465" y="70296"/>
                  <a:pt x="353256" y="72576"/>
                </a:cubicBezTo>
                <a:lnTo>
                  <a:pt x="340681" y="72576"/>
                </a:lnTo>
                <a:cubicBezTo>
                  <a:pt x="341660" y="64789"/>
                  <a:pt x="345913" y="58058"/>
                  <a:pt x="348055" y="50638"/>
                </a:cubicBezTo>
                <a:cubicBezTo>
                  <a:pt x="352247" y="36135"/>
                  <a:pt x="350962" y="20806"/>
                  <a:pt x="340681" y="9164"/>
                </a:cubicBezTo>
                <a:cubicBezTo>
                  <a:pt x="340375" y="8812"/>
                  <a:pt x="339549" y="8598"/>
                  <a:pt x="339488" y="7970"/>
                </a:cubicBezTo>
                <a:cubicBezTo>
                  <a:pt x="340482" y="7665"/>
                  <a:pt x="340941" y="8491"/>
                  <a:pt x="341477" y="8766"/>
                </a:cubicBezTo>
                <a:close/>
                <a:moveTo>
                  <a:pt x="329131" y="4391"/>
                </a:moveTo>
                <a:cubicBezTo>
                  <a:pt x="339274" y="8353"/>
                  <a:pt x="346663" y="21556"/>
                  <a:pt x="347474" y="32111"/>
                </a:cubicBezTo>
                <a:cubicBezTo>
                  <a:pt x="348422" y="44518"/>
                  <a:pt x="344720" y="50852"/>
                  <a:pt x="340788" y="61714"/>
                </a:cubicBezTo>
                <a:cubicBezTo>
                  <a:pt x="339488" y="65309"/>
                  <a:pt x="338646" y="69118"/>
                  <a:pt x="337300" y="72591"/>
                </a:cubicBezTo>
                <a:lnTo>
                  <a:pt x="327127" y="72591"/>
                </a:lnTo>
                <a:cubicBezTo>
                  <a:pt x="328351" y="62464"/>
                  <a:pt x="335311" y="54585"/>
                  <a:pt x="338417" y="44993"/>
                </a:cubicBezTo>
                <a:cubicBezTo>
                  <a:pt x="342012" y="33871"/>
                  <a:pt x="342196" y="21418"/>
                  <a:pt x="335434" y="11459"/>
                </a:cubicBezTo>
                <a:cubicBezTo>
                  <a:pt x="333720" y="8950"/>
                  <a:pt x="331441" y="6762"/>
                  <a:pt x="329131" y="4804"/>
                </a:cubicBezTo>
                <a:cubicBezTo>
                  <a:pt x="328886" y="4590"/>
                  <a:pt x="328320" y="4498"/>
                  <a:pt x="328335" y="4008"/>
                </a:cubicBezTo>
                <a:cubicBezTo>
                  <a:pt x="329070" y="3779"/>
                  <a:pt x="329039" y="4360"/>
                  <a:pt x="329131" y="4406"/>
                </a:cubicBezTo>
                <a:close/>
                <a:moveTo>
                  <a:pt x="318850" y="62112"/>
                </a:moveTo>
                <a:cubicBezTo>
                  <a:pt x="324296" y="46278"/>
                  <a:pt x="336398" y="38674"/>
                  <a:pt x="332190" y="19857"/>
                </a:cubicBezTo>
                <a:cubicBezTo>
                  <a:pt x="331380" y="16232"/>
                  <a:pt x="329467" y="11520"/>
                  <a:pt x="327524" y="8368"/>
                </a:cubicBezTo>
                <a:cubicBezTo>
                  <a:pt x="327371" y="8123"/>
                  <a:pt x="326897" y="7404"/>
                  <a:pt x="326729" y="7175"/>
                </a:cubicBezTo>
                <a:cubicBezTo>
                  <a:pt x="326607" y="7007"/>
                  <a:pt x="326086" y="6884"/>
                  <a:pt x="325933" y="6578"/>
                </a:cubicBezTo>
                <a:lnTo>
                  <a:pt x="326132" y="6379"/>
                </a:lnTo>
                <a:cubicBezTo>
                  <a:pt x="326790" y="6211"/>
                  <a:pt x="326867" y="6961"/>
                  <a:pt x="327127" y="7175"/>
                </a:cubicBezTo>
                <a:cubicBezTo>
                  <a:pt x="327463" y="7466"/>
                  <a:pt x="327662" y="7741"/>
                  <a:pt x="327922" y="7970"/>
                </a:cubicBezTo>
                <a:cubicBezTo>
                  <a:pt x="337545" y="16813"/>
                  <a:pt x="339595" y="26726"/>
                  <a:pt x="336902" y="39485"/>
                </a:cubicBezTo>
                <a:cubicBezTo>
                  <a:pt x="334363" y="51525"/>
                  <a:pt x="325857" y="60383"/>
                  <a:pt x="323929" y="72576"/>
                </a:cubicBezTo>
                <a:lnTo>
                  <a:pt x="316953" y="72576"/>
                </a:lnTo>
                <a:cubicBezTo>
                  <a:pt x="316708" y="72576"/>
                  <a:pt x="316402" y="71979"/>
                  <a:pt x="316372" y="71612"/>
                </a:cubicBezTo>
                <a:cubicBezTo>
                  <a:pt x="316265" y="70205"/>
                  <a:pt x="318254" y="63825"/>
                  <a:pt x="318850" y="62096"/>
                </a:cubicBezTo>
                <a:close/>
                <a:moveTo>
                  <a:pt x="315500" y="95768"/>
                </a:moveTo>
                <a:cubicBezTo>
                  <a:pt x="315821" y="95982"/>
                  <a:pt x="317443" y="102056"/>
                  <a:pt x="318345" y="102897"/>
                </a:cubicBezTo>
                <a:lnTo>
                  <a:pt x="307178" y="102897"/>
                </a:lnTo>
                <a:cubicBezTo>
                  <a:pt x="308432" y="102194"/>
                  <a:pt x="311278" y="96013"/>
                  <a:pt x="311629" y="95784"/>
                </a:cubicBezTo>
                <a:cubicBezTo>
                  <a:pt x="311874" y="95631"/>
                  <a:pt x="315270" y="95631"/>
                  <a:pt x="315500" y="95784"/>
                </a:cubicBezTo>
                <a:close/>
                <a:moveTo>
                  <a:pt x="274668" y="55044"/>
                </a:moveTo>
                <a:cubicBezTo>
                  <a:pt x="290273" y="42545"/>
                  <a:pt x="310987" y="54187"/>
                  <a:pt x="313159" y="72576"/>
                </a:cubicBezTo>
                <a:lnTo>
                  <a:pt x="296805" y="72576"/>
                </a:lnTo>
                <a:lnTo>
                  <a:pt x="296805" y="95110"/>
                </a:lnTo>
                <a:cubicBezTo>
                  <a:pt x="296805" y="95110"/>
                  <a:pt x="297356" y="95707"/>
                  <a:pt x="297402" y="95707"/>
                </a:cubicBezTo>
                <a:lnTo>
                  <a:pt x="308371" y="95707"/>
                </a:lnTo>
                <a:cubicBezTo>
                  <a:pt x="307866" y="96747"/>
                  <a:pt x="303445" y="103280"/>
                  <a:pt x="302986" y="103280"/>
                </a:cubicBezTo>
                <a:lnTo>
                  <a:pt x="297203" y="103280"/>
                </a:lnTo>
                <a:lnTo>
                  <a:pt x="297203" y="109858"/>
                </a:lnTo>
                <a:cubicBezTo>
                  <a:pt x="297203" y="110271"/>
                  <a:pt x="292200" y="114692"/>
                  <a:pt x="291420" y="115641"/>
                </a:cubicBezTo>
                <a:cubicBezTo>
                  <a:pt x="284398" y="123979"/>
                  <a:pt x="283756" y="136585"/>
                  <a:pt x="288039" y="146360"/>
                </a:cubicBezTo>
                <a:cubicBezTo>
                  <a:pt x="288039" y="146376"/>
                  <a:pt x="288284" y="146284"/>
                  <a:pt x="288437" y="146559"/>
                </a:cubicBezTo>
                <a:lnTo>
                  <a:pt x="288238" y="146758"/>
                </a:lnTo>
                <a:cubicBezTo>
                  <a:pt x="287779" y="147033"/>
                  <a:pt x="287748" y="146391"/>
                  <a:pt x="287641" y="146360"/>
                </a:cubicBezTo>
                <a:cubicBezTo>
                  <a:pt x="278860" y="142918"/>
                  <a:pt x="273521" y="131750"/>
                  <a:pt x="274056" y="122617"/>
                </a:cubicBezTo>
                <a:cubicBezTo>
                  <a:pt x="274821" y="109873"/>
                  <a:pt x="287458" y="102469"/>
                  <a:pt x="288452" y="89955"/>
                </a:cubicBezTo>
                <a:cubicBezTo>
                  <a:pt x="289477" y="76905"/>
                  <a:pt x="281660" y="65600"/>
                  <a:pt x="269283" y="61821"/>
                </a:cubicBezTo>
                <a:cubicBezTo>
                  <a:pt x="268518" y="60949"/>
                  <a:pt x="273735" y="55809"/>
                  <a:pt x="274684" y="55059"/>
                </a:cubicBezTo>
                <a:close/>
                <a:moveTo>
                  <a:pt x="3151" y="53636"/>
                </a:moveTo>
                <a:cubicBezTo>
                  <a:pt x="3182" y="53162"/>
                  <a:pt x="11627" y="53392"/>
                  <a:pt x="12545" y="53422"/>
                </a:cubicBezTo>
                <a:cubicBezTo>
                  <a:pt x="85763" y="55319"/>
                  <a:pt x="159150" y="58884"/>
                  <a:pt x="232353" y="61836"/>
                </a:cubicBezTo>
                <a:cubicBezTo>
                  <a:pt x="249762" y="62540"/>
                  <a:pt x="276229" y="58624"/>
                  <a:pt x="283939" y="78864"/>
                </a:cubicBezTo>
                <a:cubicBezTo>
                  <a:pt x="290839" y="96962"/>
                  <a:pt x="275678" y="103112"/>
                  <a:pt x="271960" y="117339"/>
                </a:cubicBezTo>
                <a:cubicBezTo>
                  <a:pt x="267509" y="134366"/>
                  <a:pt x="279854" y="151011"/>
                  <a:pt x="297203" y="152342"/>
                </a:cubicBezTo>
                <a:lnTo>
                  <a:pt x="297203" y="160312"/>
                </a:lnTo>
                <a:cubicBezTo>
                  <a:pt x="279365" y="163510"/>
                  <a:pt x="262827" y="152694"/>
                  <a:pt x="260150" y="134535"/>
                </a:cubicBezTo>
                <a:cubicBezTo>
                  <a:pt x="258452" y="123000"/>
                  <a:pt x="264571" y="113040"/>
                  <a:pt x="257794" y="102591"/>
                </a:cubicBezTo>
                <a:cubicBezTo>
                  <a:pt x="251445" y="92800"/>
                  <a:pt x="239589" y="93137"/>
                  <a:pt x="229125" y="91760"/>
                </a:cubicBezTo>
                <a:cubicBezTo>
                  <a:pt x="157727" y="82413"/>
                  <a:pt x="86054" y="74932"/>
                  <a:pt x="14641" y="65676"/>
                </a:cubicBezTo>
                <a:cubicBezTo>
                  <a:pt x="8628" y="64636"/>
                  <a:pt x="4008" y="59618"/>
                  <a:pt x="3151" y="53621"/>
                </a:cubicBezTo>
                <a:close/>
                <a:moveTo>
                  <a:pt x="15130" y="68598"/>
                </a:moveTo>
                <a:lnTo>
                  <a:pt x="246121" y="97512"/>
                </a:lnTo>
                <a:cubicBezTo>
                  <a:pt x="245066" y="99272"/>
                  <a:pt x="243980" y="101016"/>
                  <a:pt x="243154" y="102913"/>
                </a:cubicBezTo>
                <a:cubicBezTo>
                  <a:pt x="241930" y="105728"/>
                  <a:pt x="241241" y="109843"/>
                  <a:pt x="240063" y="112184"/>
                </a:cubicBezTo>
                <a:cubicBezTo>
                  <a:pt x="239176" y="113958"/>
                  <a:pt x="236315" y="116115"/>
                  <a:pt x="235183" y="117920"/>
                </a:cubicBezTo>
                <a:lnTo>
                  <a:pt x="27491" y="78772"/>
                </a:lnTo>
                <a:cubicBezTo>
                  <a:pt x="22122" y="77747"/>
                  <a:pt x="16308" y="74305"/>
                  <a:pt x="15130" y="68598"/>
                </a:cubicBezTo>
                <a:close/>
                <a:moveTo>
                  <a:pt x="221445" y="157666"/>
                </a:moveTo>
                <a:cubicBezTo>
                  <a:pt x="221705" y="159486"/>
                  <a:pt x="222684" y="161337"/>
                  <a:pt x="222394" y="163097"/>
                </a:cubicBezTo>
                <a:lnTo>
                  <a:pt x="47731" y="107181"/>
                </a:lnTo>
                <a:cubicBezTo>
                  <a:pt x="43264" y="104932"/>
                  <a:pt x="39608" y="101169"/>
                  <a:pt x="38674" y="96105"/>
                </a:cubicBezTo>
                <a:lnTo>
                  <a:pt x="223005" y="142765"/>
                </a:lnTo>
                <a:cubicBezTo>
                  <a:pt x="221231" y="147584"/>
                  <a:pt x="220757" y="152602"/>
                  <a:pt x="221460" y="157666"/>
                </a:cubicBezTo>
                <a:close/>
                <a:moveTo>
                  <a:pt x="38674" y="93122"/>
                </a:moveTo>
                <a:cubicBezTo>
                  <a:pt x="33029" y="91546"/>
                  <a:pt x="27583" y="88012"/>
                  <a:pt x="26711" y="81755"/>
                </a:cubicBezTo>
                <a:lnTo>
                  <a:pt x="233378" y="120445"/>
                </a:lnTo>
                <a:cubicBezTo>
                  <a:pt x="232230" y="122969"/>
                  <a:pt x="230930" y="125401"/>
                  <a:pt x="229997" y="128033"/>
                </a:cubicBezTo>
                <a:cubicBezTo>
                  <a:pt x="229431" y="129639"/>
                  <a:pt x="229339" y="131750"/>
                  <a:pt x="228758" y="133173"/>
                </a:cubicBezTo>
                <a:cubicBezTo>
                  <a:pt x="227932" y="135162"/>
                  <a:pt x="224918" y="137977"/>
                  <a:pt x="224015" y="140287"/>
                </a:cubicBezTo>
                <a:lnTo>
                  <a:pt x="38674" y="93122"/>
                </a:lnTo>
                <a:close/>
                <a:moveTo>
                  <a:pt x="228176" y="139185"/>
                </a:moveTo>
                <a:cubicBezTo>
                  <a:pt x="228957" y="159655"/>
                  <a:pt x="246137" y="174601"/>
                  <a:pt x="264801" y="179741"/>
                </a:cubicBezTo>
                <a:cubicBezTo>
                  <a:pt x="272006" y="181730"/>
                  <a:pt x="280359" y="182465"/>
                  <a:pt x="287825" y="181837"/>
                </a:cubicBezTo>
                <a:cubicBezTo>
                  <a:pt x="289691" y="181684"/>
                  <a:pt x="293791" y="180476"/>
                  <a:pt x="295214" y="180644"/>
                </a:cubicBezTo>
                <a:lnTo>
                  <a:pt x="295413" y="180246"/>
                </a:lnTo>
                <a:cubicBezTo>
                  <a:pt x="296025" y="180155"/>
                  <a:pt x="296101" y="180216"/>
                  <a:pt x="296010" y="180843"/>
                </a:cubicBezTo>
                <a:lnTo>
                  <a:pt x="295612" y="181042"/>
                </a:lnTo>
                <a:cubicBezTo>
                  <a:pt x="295505" y="182403"/>
                  <a:pt x="284704" y="186794"/>
                  <a:pt x="282929" y="187314"/>
                </a:cubicBezTo>
                <a:cubicBezTo>
                  <a:pt x="263577" y="192837"/>
                  <a:pt x="238074" y="185218"/>
                  <a:pt x="227977" y="167090"/>
                </a:cubicBezTo>
                <a:cubicBezTo>
                  <a:pt x="223143" y="158431"/>
                  <a:pt x="222256" y="147538"/>
                  <a:pt x="228176" y="139170"/>
                </a:cubicBezTo>
                <a:close/>
                <a:moveTo>
                  <a:pt x="230379" y="188630"/>
                </a:moveTo>
                <a:cubicBezTo>
                  <a:pt x="228314" y="186121"/>
                  <a:pt x="224597" y="179206"/>
                  <a:pt x="224597" y="176070"/>
                </a:cubicBezTo>
                <a:lnTo>
                  <a:pt x="224597" y="168696"/>
                </a:lnTo>
                <a:cubicBezTo>
                  <a:pt x="225530" y="168467"/>
                  <a:pt x="225254" y="168880"/>
                  <a:pt x="225514" y="169201"/>
                </a:cubicBezTo>
                <a:cubicBezTo>
                  <a:pt x="227258" y="171419"/>
                  <a:pt x="228559" y="173882"/>
                  <a:pt x="230578" y="176085"/>
                </a:cubicBezTo>
                <a:cubicBezTo>
                  <a:pt x="244255" y="190971"/>
                  <a:pt x="268549" y="195866"/>
                  <a:pt x="287351" y="188936"/>
                </a:cubicBezTo>
                <a:cubicBezTo>
                  <a:pt x="288865" y="188385"/>
                  <a:pt x="290380" y="187039"/>
                  <a:pt x="292032" y="187238"/>
                </a:cubicBezTo>
                <a:cubicBezTo>
                  <a:pt x="290227" y="191858"/>
                  <a:pt x="286173" y="194810"/>
                  <a:pt x="281920" y="197075"/>
                </a:cubicBezTo>
                <a:cubicBezTo>
                  <a:pt x="265642" y="205734"/>
                  <a:pt x="242419" y="203301"/>
                  <a:pt x="230379" y="188630"/>
                </a:cubicBezTo>
                <a:close/>
                <a:moveTo>
                  <a:pt x="268243" y="207829"/>
                </a:moveTo>
                <a:cubicBezTo>
                  <a:pt x="266315" y="208105"/>
                  <a:pt x="256815" y="212786"/>
                  <a:pt x="255759" y="212113"/>
                </a:cubicBezTo>
                <a:cubicBezTo>
                  <a:pt x="255377" y="211868"/>
                  <a:pt x="252593" y="205122"/>
                  <a:pt x="251721" y="204188"/>
                </a:cubicBezTo>
                <a:cubicBezTo>
                  <a:pt x="256172" y="205183"/>
                  <a:pt x="260930" y="205198"/>
                  <a:pt x="265505" y="204999"/>
                </a:cubicBezTo>
                <a:cubicBezTo>
                  <a:pt x="267340" y="204923"/>
                  <a:pt x="270874" y="203668"/>
                  <a:pt x="272083" y="204770"/>
                </a:cubicBezTo>
                <a:cubicBezTo>
                  <a:pt x="272450" y="205106"/>
                  <a:pt x="277499" y="211884"/>
                  <a:pt x="277544" y="212358"/>
                </a:cubicBezTo>
                <a:cubicBezTo>
                  <a:pt x="277560" y="212603"/>
                  <a:pt x="275311" y="216534"/>
                  <a:pt x="275066" y="216550"/>
                </a:cubicBezTo>
                <a:lnTo>
                  <a:pt x="268243" y="207829"/>
                </a:lnTo>
                <a:close/>
                <a:moveTo>
                  <a:pt x="427240" y="228651"/>
                </a:moveTo>
                <a:cubicBezTo>
                  <a:pt x="426077" y="229645"/>
                  <a:pt x="418963" y="236912"/>
                  <a:pt x="418367" y="236835"/>
                </a:cubicBezTo>
                <a:lnTo>
                  <a:pt x="408729" y="229308"/>
                </a:lnTo>
                <a:lnTo>
                  <a:pt x="397377" y="236927"/>
                </a:lnTo>
                <a:lnTo>
                  <a:pt x="401691" y="249074"/>
                </a:lnTo>
                <a:lnTo>
                  <a:pt x="390829" y="254398"/>
                </a:lnTo>
                <a:cubicBezTo>
                  <a:pt x="389040" y="253312"/>
                  <a:pt x="384802" y="244133"/>
                  <a:pt x="383272" y="244163"/>
                </a:cubicBezTo>
                <a:lnTo>
                  <a:pt x="370666" y="248110"/>
                </a:lnTo>
                <a:lnTo>
                  <a:pt x="370605" y="261206"/>
                </a:lnTo>
                <a:lnTo>
                  <a:pt x="359253" y="262843"/>
                </a:lnTo>
                <a:cubicBezTo>
                  <a:pt x="358672" y="262858"/>
                  <a:pt x="358565" y="262598"/>
                  <a:pt x="358336" y="262154"/>
                </a:cubicBezTo>
                <a:cubicBezTo>
                  <a:pt x="357586" y="260670"/>
                  <a:pt x="355903" y="250879"/>
                  <a:pt x="355444" y="250481"/>
                </a:cubicBezTo>
                <a:cubicBezTo>
                  <a:pt x="350946" y="251032"/>
                  <a:pt x="346219" y="251155"/>
                  <a:pt x="341737" y="250497"/>
                </a:cubicBezTo>
                <a:cubicBezTo>
                  <a:pt x="341370" y="250573"/>
                  <a:pt x="341308" y="250864"/>
                  <a:pt x="341171" y="251155"/>
                </a:cubicBezTo>
                <a:cubicBezTo>
                  <a:pt x="340299" y="252914"/>
                  <a:pt x="338432" y="262674"/>
                  <a:pt x="337897" y="263240"/>
                </a:cubicBezTo>
                <a:lnTo>
                  <a:pt x="325949" y="261221"/>
                </a:lnTo>
                <a:cubicBezTo>
                  <a:pt x="325995" y="258513"/>
                  <a:pt x="325826" y="255759"/>
                  <a:pt x="325918" y="253052"/>
                </a:cubicBezTo>
                <a:cubicBezTo>
                  <a:pt x="325964" y="251828"/>
                  <a:pt x="326974" y="249151"/>
                  <a:pt x="325933" y="248279"/>
                </a:cubicBezTo>
                <a:lnTo>
                  <a:pt x="313006" y="244133"/>
                </a:lnTo>
                <a:lnTo>
                  <a:pt x="305785" y="254826"/>
                </a:lnTo>
                <a:lnTo>
                  <a:pt x="294816" y="249671"/>
                </a:lnTo>
                <a:cubicBezTo>
                  <a:pt x="294449" y="249181"/>
                  <a:pt x="298503" y="239910"/>
                  <a:pt x="298733" y="238212"/>
                </a:cubicBezTo>
                <a:cubicBezTo>
                  <a:pt x="298809" y="237646"/>
                  <a:pt x="298962" y="237141"/>
                  <a:pt x="298412" y="236713"/>
                </a:cubicBezTo>
                <a:lnTo>
                  <a:pt x="287488" y="229385"/>
                </a:lnTo>
                <a:cubicBezTo>
                  <a:pt x="286203" y="230364"/>
                  <a:pt x="278263" y="237401"/>
                  <a:pt x="277514" y="237279"/>
                </a:cubicBezTo>
                <a:lnTo>
                  <a:pt x="268901" y="228742"/>
                </a:lnTo>
                <a:cubicBezTo>
                  <a:pt x="270691" y="227457"/>
                  <a:pt x="274148" y="221017"/>
                  <a:pt x="275678" y="220374"/>
                </a:cubicBezTo>
                <a:cubicBezTo>
                  <a:pt x="276596" y="219992"/>
                  <a:pt x="283052" y="219992"/>
                  <a:pt x="284169" y="220252"/>
                </a:cubicBezTo>
                <a:cubicBezTo>
                  <a:pt x="285622" y="220588"/>
                  <a:pt x="287748" y="223464"/>
                  <a:pt x="289049" y="224551"/>
                </a:cubicBezTo>
                <a:cubicBezTo>
                  <a:pt x="323608" y="253419"/>
                  <a:pt x="371171" y="253954"/>
                  <a:pt x="406327" y="225744"/>
                </a:cubicBezTo>
                <a:cubicBezTo>
                  <a:pt x="407597" y="224719"/>
                  <a:pt x="411238" y="220879"/>
                  <a:pt x="412217" y="220466"/>
                </a:cubicBezTo>
                <a:cubicBezTo>
                  <a:pt x="413364" y="219992"/>
                  <a:pt x="419835" y="219930"/>
                  <a:pt x="420891" y="220374"/>
                </a:cubicBezTo>
                <a:cubicBezTo>
                  <a:pt x="421380" y="220573"/>
                  <a:pt x="427347" y="228161"/>
                  <a:pt x="427255" y="228681"/>
                </a:cubicBezTo>
                <a:close/>
                <a:moveTo>
                  <a:pt x="421488" y="215754"/>
                </a:moveTo>
                <a:lnTo>
                  <a:pt x="418887" y="210568"/>
                </a:lnTo>
                <a:lnTo>
                  <a:pt x="425664" y="210568"/>
                </a:lnTo>
                <a:cubicBezTo>
                  <a:pt x="425190" y="211501"/>
                  <a:pt x="422268" y="215754"/>
                  <a:pt x="421472" y="215754"/>
                </a:cubicBezTo>
                <a:close/>
                <a:moveTo>
                  <a:pt x="424257" y="159915"/>
                </a:moveTo>
                <a:cubicBezTo>
                  <a:pt x="437459" y="152923"/>
                  <a:pt x="443089" y="139201"/>
                  <a:pt x="442033" y="124621"/>
                </a:cubicBezTo>
                <a:cubicBezTo>
                  <a:pt x="441865" y="122296"/>
                  <a:pt x="441008" y="119710"/>
                  <a:pt x="440855" y="117431"/>
                </a:cubicBezTo>
                <a:cubicBezTo>
                  <a:pt x="440274" y="109537"/>
                  <a:pt x="442446" y="101826"/>
                  <a:pt x="450187" y="98522"/>
                </a:cubicBezTo>
                <a:cubicBezTo>
                  <a:pt x="466358" y="123397"/>
                  <a:pt x="454088" y="158981"/>
                  <a:pt x="425695" y="167885"/>
                </a:cubicBezTo>
                <a:cubicBezTo>
                  <a:pt x="425909" y="166386"/>
                  <a:pt x="423736" y="160741"/>
                  <a:pt x="424272" y="159899"/>
                </a:cubicBezTo>
                <a:close/>
                <a:moveTo>
                  <a:pt x="426643" y="170654"/>
                </a:moveTo>
                <a:cubicBezTo>
                  <a:pt x="443594" y="164749"/>
                  <a:pt x="456307" y="150200"/>
                  <a:pt x="459458" y="132469"/>
                </a:cubicBezTo>
                <a:cubicBezTo>
                  <a:pt x="459856" y="130266"/>
                  <a:pt x="460330" y="127222"/>
                  <a:pt x="460391" y="125034"/>
                </a:cubicBezTo>
                <a:cubicBezTo>
                  <a:pt x="460468" y="122663"/>
                  <a:pt x="459994" y="120383"/>
                  <a:pt x="460177" y="118043"/>
                </a:cubicBezTo>
                <a:cubicBezTo>
                  <a:pt x="481213" y="143454"/>
                  <a:pt x="455725" y="174708"/>
                  <a:pt x="428081" y="177844"/>
                </a:cubicBezTo>
                <a:lnTo>
                  <a:pt x="426643" y="170654"/>
                </a:lnTo>
                <a:close/>
                <a:moveTo>
                  <a:pt x="440458" y="211991"/>
                </a:moveTo>
                <a:cubicBezTo>
                  <a:pt x="440259" y="212113"/>
                  <a:pt x="436342" y="210690"/>
                  <a:pt x="436143" y="210476"/>
                </a:cubicBezTo>
                <a:cubicBezTo>
                  <a:pt x="435761" y="210078"/>
                  <a:pt x="434644" y="204800"/>
                  <a:pt x="434858" y="204586"/>
                </a:cubicBezTo>
                <a:cubicBezTo>
                  <a:pt x="438193" y="204540"/>
                  <a:pt x="441544" y="204800"/>
                  <a:pt x="444833" y="204188"/>
                </a:cubicBezTo>
                <a:lnTo>
                  <a:pt x="440458" y="211991"/>
                </a:lnTo>
                <a:close/>
                <a:moveTo>
                  <a:pt x="474359" y="176468"/>
                </a:moveTo>
                <a:cubicBezTo>
                  <a:pt x="474359" y="177569"/>
                  <a:pt x="472477" y="182266"/>
                  <a:pt x="471850" y="183535"/>
                </a:cubicBezTo>
                <a:cubicBezTo>
                  <a:pt x="466847" y="193648"/>
                  <a:pt x="454012" y="200777"/>
                  <a:pt x="442982" y="201741"/>
                </a:cubicBezTo>
                <a:cubicBezTo>
                  <a:pt x="441559" y="201863"/>
                  <a:pt x="435271" y="202062"/>
                  <a:pt x="434308" y="201741"/>
                </a:cubicBezTo>
                <a:cubicBezTo>
                  <a:pt x="433910" y="201603"/>
                  <a:pt x="433895" y="201419"/>
                  <a:pt x="433742" y="201113"/>
                </a:cubicBezTo>
                <a:cubicBezTo>
                  <a:pt x="433527" y="200700"/>
                  <a:pt x="431646" y="192485"/>
                  <a:pt x="431661" y="192026"/>
                </a:cubicBezTo>
                <a:cubicBezTo>
                  <a:pt x="446286" y="191246"/>
                  <a:pt x="461065" y="185188"/>
                  <a:pt x="470351" y="173668"/>
                </a:cubicBezTo>
                <a:cubicBezTo>
                  <a:pt x="471452" y="172306"/>
                  <a:pt x="472263" y="170593"/>
                  <a:pt x="473227" y="169354"/>
                </a:cubicBezTo>
                <a:cubicBezTo>
                  <a:pt x="473579" y="168910"/>
                  <a:pt x="473625" y="168528"/>
                  <a:pt x="474359" y="168681"/>
                </a:cubicBezTo>
                <a:lnTo>
                  <a:pt x="474359" y="176452"/>
                </a:lnTo>
                <a:close/>
                <a:moveTo>
                  <a:pt x="430896" y="188982"/>
                </a:moveTo>
                <a:lnTo>
                  <a:pt x="428923" y="181225"/>
                </a:lnTo>
                <a:lnTo>
                  <a:pt x="429244" y="180828"/>
                </a:lnTo>
                <a:cubicBezTo>
                  <a:pt x="450050" y="176972"/>
                  <a:pt x="469601" y="161460"/>
                  <a:pt x="470947" y="139170"/>
                </a:cubicBezTo>
                <a:cubicBezTo>
                  <a:pt x="485833" y="165437"/>
                  <a:pt x="455649" y="189471"/>
                  <a:pt x="430896" y="188982"/>
                </a:cubicBezTo>
                <a:close/>
                <a:moveTo>
                  <a:pt x="649480" y="107854"/>
                </a:moveTo>
                <a:lnTo>
                  <a:pt x="476348" y="163097"/>
                </a:lnTo>
                <a:cubicBezTo>
                  <a:pt x="478138" y="156289"/>
                  <a:pt x="478612" y="149435"/>
                  <a:pt x="475950" y="142765"/>
                </a:cubicBezTo>
                <a:lnTo>
                  <a:pt x="660281" y="96105"/>
                </a:lnTo>
                <a:cubicBezTo>
                  <a:pt x="659348" y="101719"/>
                  <a:pt x="654728" y="106018"/>
                  <a:pt x="649496" y="107854"/>
                </a:cubicBezTo>
                <a:close/>
                <a:moveTo>
                  <a:pt x="661474" y="92724"/>
                </a:moveTo>
                <a:lnTo>
                  <a:pt x="475705" y="139966"/>
                </a:lnTo>
                <a:cubicBezTo>
                  <a:pt x="474206" y="140073"/>
                  <a:pt x="473946" y="138084"/>
                  <a:pt x="473181" y="136967"/>
                </a:cubicBezTo>
                <a:cubicBezTo>
                  <a:pt x="470228" y="132683"/>
                  <a:pt x="470718" y="132546"/>
                  <a:pt x="469081" y="127895"/>
                </a:cubicBezTo>
                <a:cubicBezTo>
                  <a:pt x="468163" y="125294"/>
                  <a:pt x="466786" y="122892"/>
                  <a:pt x="465593" y="120429"/>
                </a:cubicBezTo>
                <a:lnTo>
                  <a:pt x="672657" y="81342"/>
                </a:lnTo>
                <a:cubicBezTo>
                  <a:pt x="672168" y="87048"/>
                  <a:pt x="666722" y="91332"/>
                  <a:pt x="661490" y="92709"/>
                </a:cubicBezTo>
                <a:close/>
                <a:moveTo>
                  <a:pt x="672719" y="78450"/>
                </a:moveTo>
                <a:lnTo>
                  <a:pt x="464553" y="117676"/>
                </a:lnTo>
                <a:cubicBezTo>
                  <a:pt x="464063" y="117737"/>
                  <a:pt x="463727" y="117569"/>
                  <a:pt x="463344" y="117293"/>
                </a:cubicBezTo>
                <a:cubicBezTo>
                  <a:pt x="463099" y="117110"/>
                  <a:pt x="459382" y="112903"/>
                  <a:pt x="459244" y="112627"/>
                </a:cubicBezTo>
                <a:cubicBezTo>
                  <a:pt x="458219" y="110761"/>
                  <a:pt x="457546" y="106844"/>
                  <a:pt x="456597" y="104504"/>
                </a:cubicBezTo>
                <a:cubicBezTo>
                  <a:pt x="455863" y="102729"/>
                  <a:pt x="453415" y="99012"/>
                  <a:pt x="453216" y="97512"/>
                </a:cubicBezTo>
                <a:cubicBezTo>
                  <a:pt x="453079" y="96457"/>
                  <a:pt x="455985" y="96656"/>
                  <a:pt x="456720" y="96243"/>
                </a:cubicBezTo>
                <a:lnTo>
                  <a:pt x="684223" y="68614"/>
                </a:lnTo>
                <a:cubicBezTo>
                  <a:pt x="682647" y="73907"/>
                  <a:pt x="677874" y="77074"/>
                  <a:pt x="672734" y="78466"/>
                </a:cubicBezTo>
                <a:close/>
                <a:moveTo>
                  <a:pt x="684315" y="65692"/>
                </a:moveTo>
                <a:cubicBezTo>
                  <a:pt x="613942" y="74672"/>
                  <a:pt x="543370" y="82321"/>
                  <a:pt x="473013" y="91362"/>
                </a:cubicBezTo>
                <a:cubicBezTo>
                  <a:pt x="460193" y="93015"/>
                  <a:pt x="443762" y="92341"/>
                  <a:pt x="438836" y="107043"/>
                </a:cubicBezTo>
                <a:cubicBezTo>
                  <a:pt x="436526" y="113958"/>
                  <a:pt x="438408" y="117676"/>
                  <a:pt x="438836" y="124208"/>
                </a:cubicBezTo>
                <a:cubicBezTo>
                  <a:pt x="439754" y="137839"/>
                  <a:pt x="435883" y="149925"/>
                  <a:pt x="423492" y="156702"/>
                </a:cubicBezTo>
                <a:lnTo>
                  <a:pt x="422971" y="156014"/>
                </a:lnTo>
                <a:cubicBezTo>
                  <a:pt x="423094" y="153245"/>
                  <a:pt x="419774" y="145932"/>
                  <a:pt x="420202" y="143775"/>
                </a:cubicBezTo>
                <a:cubicBezTo>
                  <a:pt x="420264" y="143438"/>
                  <a:pt x="423568" y="139277"/>
                  <a:pt x="424165" y="138206"/>
                </a:cubicBezTo>
                <a:cubicBezTo>
                  <a:pt x="427821" y="131750"/>
                  <a:pt x="428892" y="123535"/>
                  <a:pt x="426674" y="116421"/>
                </a:cubicBezTo>
                <a:cubicBezTo>
                  <a:pt x="422375" y="102683"/>
                  <a:pt x="408882" y="97069"/>
                  <a:pt x="414619" y="79613"/>
                </a:cubicBezTo>
                <a:cubicBezTo>
                  <a:pt x="419285" y="65401"/>
                  <a:pt x="432151" y="63259"/>
                  <a:pt x="445062" y="62586"/>
                </a:cubicBezTo>
                <a:cubicBezTo>
                  <a:pt x="521646" y="58547"/>
                  <a:pt x="598552" y="56329"/>
                  <a:pt x="675258" y="53805"/>
                </a:cubicBezTo>
                <a:cubicBezTo>
                  <a:pt x="682112" y="53575"/>
                  <a:pt x="688935" y="53453"/>
                  <a:pt x="695804" y="53407"/>
                </a:cubicBezTo>
                <a:cubicBezTo>
                  <a:pt x="694810" y="59419"/>
                  <a:pt x="690526" y="64636"/>
                  <a:pt x="684330" y="65661"/>
                </a:cubicBezTo>
                <a:close/>
              </a:path>
            </a:pathLst>
          </a:custGeom>
          <a:solidFill>
            <a:schemeClr val="bg1"/>
          </a:solidFill>
          <a:ln w="152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000000"/>
              </a:solidFill>
              <a:effectLst/>
              <a:uLnTx/>
              <a:uFillTx/>
              <a:latin typeface="Arial"/>
              <a:cs typeface="Arial"/>
              <a:sym typeface="Arial"/>
            </a:endParaRPr>
          </a:p>
        </p:txBody>
      </p:sp>
      <p:pic>
        <p:nvPicPr>
          <p:cNvPr id="77" name="Picture 76">
            <a:extLst>
              <a:ext uri="{FF2B5EF4-FFF2-40B4-BE49-F238E27FC236}">
                <a16:creationId xmlns:a16="http://schemas.microsoft.com/office/drawing/2014/main" id="{8E9B9E8C-3CB5-496B-786C-06C3FE3C3304}"/>
              </a:ext>
            </a:extLst>
          </p:cNvPr>
          <p:cNvPicPr>
            <a:picLocks noChangeAspect="1"/>
          </p:cNvPicPr>
          <p:nvPr/>
        </p:nvPicPr>
        <p:blipFill>
          <a:blip r:embed="rId31">
            <a:extLst>
              <a:ext uri="{BEBA8EAE-BF5A-486C-A8C5-ECC9F3942E4B}">
                <a14:imgProps xmlns:a14="http://schemas.microsoft.com/office/drawing/2010/main">
                  <a14:imgLayer r:embed="rId32">
                    <a14:imgEffect>
                      <a14:brightnessContrast bright="100000"/>
                    </a14:imgEffect>
                  </a14:imgLayer>
                </a14:imgProps>
              </a:ext>
            </a:extLst>
          </a:blip>
          <a:srcRect/>
          <a:stretch/>
        </p:blipFill>
        <p:spPr>
          <a:xfrm>
            <a:off x="1560901" y="6056241"/>
            <a:ext cx="701317" cy="188069"/>
          </a:xfrm>
          <a:prstGeom prst="rect">
            <a:avLst/>
          </a:prstGeom>
        </p:spPr>
      </p:pic>
      <p:pic>
        <p:nvPicPr>
          <p:cNvPr id="78" name="Picture 8">
            <a:extLst>
              <a:ext uri="{FF2B5EF4-FFF2-40B4-BE49-F238E27FC236}">
                <a16:creationId xmlns:a16="http://schemas.microsoft.com/office/drawing/2014/main" id="{7E2E55DF-3D9C-8BF4-6480-C9C773A26308}"/>
              </a:ext>
            </a:extLst>
          </p:cNvPr>
          <p:cNvPicPr>
            <a:picLocks noChangeAspect="1" noChangeArrowheads="1"/>
          </p:cNvPicPr>
          <p:nvPr/>
        </p:nvPicPr>
        <p:blipFill>
          <a:blip r:embed="rId20"/>
          <a:srcRect/>
          <a:stretch/>
        </p:blipFill>
        <p:spPr bwMode="auto">
          <a:xfrm>
            <a:off x="1222101" y="6089086"/>
            <a:ext cx="222373" cy="17261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78">
            <a:extLst>
              <a:ext uri="{FF2B5EF4-FFF2-40B4-BE49-F238E27FC236}">
                <a16:creationId xmlns:a16="http://schemas.microsoft.com/office/drawing/2014/main" id="{90D0069C-B8F4-6204-F6E8-12B4A528DE91}"/>
              </a:ext>
            </a:extLst>
          </p:cNvPr>
          <p:cNvPicPr>
            <a:picLocks noChangeAspect="1"/>
          </p:cNvPicPr>
          <p:nvPr/>
        </p:nvPicPr>
        <p:blipFill>
          <a:blip r:embed="rId33"/>
          <a:stretch>
            <a:fillRect/>
          </a:stretch>
        </p:blipFill>
        <p:spPr>
          <a:xfrm>
            <a:off x="2347838" y="6102598"/>
            <a:ext cx="428191" cy="147600"/>
          </a:xfrm>
          <a:prstGeom prst="rect">
            <a:avLst/>
          </a:prstGeom>
        </p:spPr>
      </p:pic>
    </p:spTree>
    <p:extLst>
      <p:ext uri="{BB962C8B-B14F-4D97-AF65-F5344CB8AC3E}">
        <p14:creationId xmlns:p14="http://schemas.microsoft.com/office/powerpoint/2010/main" val="2374284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138A1B-FA19-3E3D-19EC-F7C1883C4C89}"/>
              </a:ext>
            </a:extLst>
          </p:cNvPr>
          <p:cNvSpPr>
            <a:spLocks noGrp="1"/>
          </p:cNvSpPr>
          <p:nvPr>
            <p:ph type="body" sz="quarter" idx="13"/>
          </p:nvPr>
        </p:nvSpPr>
        <p:spPr/>
        <p:txBody>
          <a:bodyPr/>
          <a:lstStyle/>
          <a:p>
            <a:r>
              <a:rPr lang="pt-BR" err="1"/>
              <a:t>Disclaimer</a:t>
            </a:r>
            <a:endParaRPr lang="pt-BR"/>
          </a:p>
        </p:txBody>
      </p:sp>
      <p:sp>
        <p:nvSpPr>
          <p:cNvPr id="12" name="Retângulo 3">
            <a:extLst>
              <a:ext uri="{FF2B5EF4-FFF2-40B4-BE49-F238E27FC236}">
                <a16:creationId xmlns:a16="http://schemas.microsoft.com/office/drawing/2014/main" id="{5F66E51C-575A-48F1-1145-1710E3D17614}"/>
              </a:ext>
            </a:extLst>
          </p:cNvPr>
          <p:cNvSpPr/>
          <p:nvPr/>
        </p:nvSpPr>
        <p:spPr>
          <a:xfrm>
            <a:off x="6681007" y="5710577"/>
            <a:ext cx="1017908" cy="453201"/>
          </a:xfrm>
          <a:prstGeom prst="rect">
            <a:avLst/>
          </a:prstGeom>
        </p:spPr>
        <p:txBody>
          <a:bodyPr wrap="square" lIns="0" tIns="0" rIns="0" bIns="0">
            <a:spAutoFit/>
          </a:bodyPr>
          <a:lstStyle/>
          <a:p>
            <a:pPr marL="0" marR="0" lvl="0" indent="0" algn="ctr" defTabSz="720056" rtl="0" eaLnBrk="1" fontAlgn="auto" latinLnBrk="0" hangingPunct="1">
              <a:lnSpc>
                <a:spcPct val="100000"/>
              </a:lnSpc>
              <a:spcBef>
                <a:spcPts val="0"/>
              </a:spcBef>
              <a:spcAft>
                <a:spcPts val="0"/>
              </a:spcAft>
              <a:buClrTx/>
              <a:buSzTx/>
              <a:buFont typeface="Arial"/>
              <a:buNone/>
              <a:tabLst/>
              <a:defRPr/>
            </a:pPr>
            <a:r>
              <a:rPr kumimoji="0" lang="pt-BR" sz="945" b="0"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RATING S&amp;P:</a:t>
            </a:r>
          </a:p>
          <a:p>
            <a:pPr marL="0" marR="0" lvl="0" indent="0" algn="ctr" defTabSz="720056" rtl="0" eaLnBrk="1" fontAlgn="auto" latinLnBrk="0" hangingPunct="1">
              <a:lnSpc>
                <a:spcPct val="100000"/>
              </a:lnSpc>
              <a:spcBef>
                <a:spcPts val="0"/>
              </a:spcBef>
              <a:spcAft>
                <a:spcPts val="0"/>
              </a:spcAft>
              <a:buClrTx/>
              <a:buSzTx/>
              <a:buFont typeface="Arial"/>
              <a:buNone/>
              <a:tabLst/>
              <a:defRPr/>
            </a:pPr>
            <a:r>
              <a:rPr kumimoji="0" lang="pt-BR" sz="2000" b="1" i="0" u="none" strike="noStrike" kern="1200" cap="none" spc="0" normalizeH="0" baseline="0" noProof="0">
                <a:ln>
                  <a:noFill/>
                </a:ln>
                <a:solidFill>
                  <a:srgbClr val="FFFFFF"/>
                </a:solidFill>
                <a:effectLst/>
                <a:uLnTx/>
                <a:uFillTx/>
                <a:latin typeface="Versos" panose="020B0503020204030204" pitchFamily="34" charset="0"/>
                <a:ea typeface="+mn-ea"/>
                <a:cs typeface="Arial"/>
                <a:sym typeface="Arial"/>
              </a:rPr>
              <a:t>AMP-1</a:t>
            </a:r>
          </a:p>
        </p:txBody>
      </p:sp>
      <p:pic>
        <p:nvPicPr>
          <p:cNvPr id="13" name="Imagem 3">
            <a:extLst>
              <a:ext uri="{FF2B5EF4-FFF2-40B4-BE49-F238E27FC236}">
                <a16:creationId xmlns:a16="http://schemas.microsoft.com/office/drawing/2014/main" id="{61A21C53-9378-FEEA-276F-AB304D48C88F}"/>
              </a:ext>
            </a:extLst>
          </p:cNvPr>
          <p:cNvPicPr>
            <a:picLocks noChangeAspect="1"/>
          </p:cNvPicPr>
          <p:nvPr/>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7924459" y="5632710"/>
            <a:ext cx="1503649" cy="557964"/>
          </a:xfrm>
          <a:prstGeom prst="rect">
            <a:avLst/>
          </a:prstGeom>
        </p:spPr>
      </p:pic>
      <p:sp>
        <p:nvSpPr>
          <p:cNvPr id="9" name="Text Placeholder 2">
            <a:extLst>
              <a:ext uri="{FF2B5EF4-FFF2-40B4-BE49-F238E27FC236}">
                <a16:creationId xmlns:a16="http://schemas.microsoft.com/office/drawing/2014/main" id="{F4D92846-595F-0E97-1468-5B9ED16C5648}"/>
              </a:ext>
            </a:extLst>
          </p:cNvPr>
          <p:cNvSpPr txBox="1">
            <a:spLocks/>
          </p:cNvSpPr>
          <p:nvPr/>
        </p:nvSpPr>
        <p:spPr>
          <a:xfrm>
            <a:off x="335367" y="1103749"/>
            <a:ext cx="11521267" cy="4134046"/>
          </a:xfrm>
          <a:prstGeom prst="rect">
            <a:avLst/>
          </a:prstGeom>
        </p:spPr>
        <p:txBody>
          <a:bodyPr lIns="0" tIns="0" rIns="0" bIns="0"/>
          <a:lstStyle>
            <a:lvl1pPr marL="0" indent="0" algn="just" eaLnBrk="1" hangingPunct="1">
              <a:lnSpc>
                <a:spcPct val="100000"/>
              </a:lnSpc>
              <a:spcBef>
                <a:spcPts val="0"/>
              </a:spcBef>
              <a:buNone/>
              <a:defRPr sz="1000" b="0" i="0">
                <a:solidFill>
                  <a:schemeClr val="bg1"/>
                </a:solidFill>
                <a:latin typeface="Versos Light" panose="020B0403020204030204" pitchFamily="34" charset="0"/>
                <a:ea typeface="+mn-ea"/>
                <a:cs typeface="+mn-cs"/>
              </a:defRPr>
            </a:lvl1pPr>
            <a:lvl2pPr marL="265313" eaLnBrk="1" hangingPunct="1">
              <a:defRPr sz="2000">
                <a:latin typeface="Versos" panose="020B0503020204030204" pitchFamily="34" charset="0"/>
                <a:ea typeface="+mn-ea"/>
                <a:cs typeface="+mn-cs"/>
              </a:defRPr>
            </a:lvl2pPr>
            <a:lvl3pPr marL="530626" eaLnBrk="1" hangingPunct="1">
              <a:defRPr sz="2000">
                <a:latin typeface="Versos" panose="020B0503020204030204" pitchFamily="34" charset="0"/>
                <a:ea typeface="+mn-ea"/>
                <a:cs typeface="+mn-cs"/>
              </a:defRPr>
            </a:lvl3pPr>
            <a:lvl4pPr marL="795939" eaLnBrk="1" hangingPunct="1">
              <a:defRPr sz="2000">
                <a:latin typeface="Versos" panose="020B0503020204030204" pitchFamily="34" charset="0"/>
                <a:ea typeface="+mn-ea"/>
                <a:cs typeface="+mn-cs"/>
              </a:defRPr>
            </a:lvl4pPr>
            <a:lvl5pPr marL="1061253" eaLnBrk="1" hangingPunct="1">
              <a:defRPr sz="2000">
                <a:latin typeface="Versos" panose="020B0503020204030204" pitchFamily="34" charset="0"/>
                <a:ea typeface="+mn-ea"/>
                <a:cs typeface="+mn-cs"/>
              </a:defRPr>
            </a:lvl5pPr>
            <a:lvl6pPr marL="1326566" eaLnBrk="1" hangingPunct="1">
              <a:defRPr>
                <a:latin typeface="+mn-lt"/>
                <a:ea typeface="+mn-ea"/>
                <a:cs typeface="+mn-cs"/>
              </a:defRPr>
            </a:lvl6pPr>
            <a:lvl7pPr marL="1591879" eaLnBrk="1" hangingPunct="1">
              <a:defRPr>
                <a:latin typeface="+mn-lt"/>
                <a:ea typeface="+mn-ea"/>
                <a:cs typeface="+mn-cs"/>
              </a:defRPr>
            </a:lvl7pPr>
            <a:lvl8pPr marL="1857192" eaLnBrk="1" hangingPunct="1">
              <a:defRPr>
                <a:latin typeface="+mn-lt"/>
                <a:ea typeface="+mn-ea"/>
                <a:cs typeface="+mn-cs"/>
              </a:defRPr>
            </a:lvl8pPr>
            <a:lvl9pPr marL="2122505" eaLnBrk="1" hangingPunct="1">
              <a:defRPr>
                <a:latin typeface="+mn-lt"/>
                <a:ea typeface="+mn-ea"/>
                <a:cs typeface="+mn-cs"/>
              </a:defRPr>
            </a:lvl9pPr>
          </a:lstStyle>
          <a:p>
            <a:pPr marL="0" marR="0" lvl="0" indent="0" algn="just" defTabSz="914358" rtl="0" eaLnBrk="1" fontAlgn="auto" latinLnBrk="0" hangingPunct="1">
              <a:lnSpc>
                <a:spcPct val="100000"/>
              </a:lnSpc>
              <a:spcBef>
                <a:spcPts val="0"/>
              </a:spcBef>
              <a:spcAft>
                <a:spcPts val="0"/>
              </a:spcAft>
              <a:buClrTx/>
              <a:buSzTx/>
              <a:buFont typeface="Arial"/>
              <a:buNone/>
              <a:tabLst/>
              <a:defRPr/>
            </a:pPr>
            <a:r>
              <a:rPr kumimoji="0" lang="pt-BR" sz="950" b="0" i="0" u="none" strike="noStrike" kern="0" cap="none" spc="0" normalizeH="0" baseline="0" noProof="0">
                <a:ln>
                  <a:noFill/>
                </a:ln>
                <a:effectLst/>
                <a:uLnTx/>
                <a:uFillTx/>
                <a:latin typeface="Versos Light" panose="020B0403020204030204" pitchFamily="34" charset="0"/>
                <a:ea typeface="+mn-ea"/>
                <a:cs typeface="+mn-cs"/>
                <a:sym typeface="Arial"/>
              </a:rPr>
              <a:t>Este material foi elaborado pela </a:t>
            </a:r>
            <a:r>
              <a:rPr kumimoji="0" lang="pt-BR" sz="950" b="0" i="0" u="none" strike="noStrike" kern="0" cap="none" spc="0" normalizeH="0" baseline="0" noProof="0" err="1">
                <a:ln>
                  <a:noFill/>
                </a:ln>
                <a:effectLst/>
                <a:uLnTx/>
                <a:uFillTx/>
                <a:latin typeface="Versos Light" panose="020B0403020204030204" pitchFamily="34" charset="0"/>
                <a:ea typeface="+mn-ea"/>
                <a:cs typeface="+mn-cs"/>
                <a:sym typeface="Arial"/>
              </a:rPr>
              <a:t>Tivio</a:t>
            </a:r>
            <a:r>
              <a:rPr kumimoji="0" lang="pt-BR" sz="950" b="0" i="0" u="none" strike="noStrike" kern="0" cap="none" spc="0" normalizeH="0" baseline="0" noProof="0">
                <a:ln>
                  <a:noFill/>
                </a:ln>
                <a:effectLst/>
                <a:uLnTx/>
                <a:uFillTx/>
                <a:latin typeface="Versos Light" panose="020B0403020204030204" pitchFamily="34" charset="0"/>
                <a:ea typeface="+mn-ea"/>
                <a:cs typeface="+mn-cs"/>
                <a:sym typeface="Arial"/>
              </a:rPr>
              <a:t>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marL="0" marR="0" lvl="0" indent="0" algn="just" defTabSz="914358" rtl="0" eaLnBrk="1" fontAlgn="auto" latinLnBrk="0" hangingPunct="1">
              <a:lnSpc>
                <a:spcPct val="100000"/>
              </a:lnSpc>
              <a:spcBef>
                <a:spcPts val="0"/>
              </a:spcBef>
              <a:spcAft>
                <a:spcPts val="0"/>
              </a:spcAft>
              <a:buClrTx/>
              <a:buSzTx/>
              <a:buFont typeface="Arial"/>
              <a:buNone/>
              <a:tabLst/>
              <a:defRPr/>
            </a:pPr>
            <a:endParaRPr kumimoji="0" lang="pt-BR" sz="950" b="0" i="0" u="none" strike="noStrike" kern="0" cap="none" spc="0" normalizeH="0" baseline="0" noProof="0">
              <a:ln>
                <a:noFill/>
              </a:ln>
              <a:effectLst/>
              <a:uLnTx/>
              <a:uFillTx/>
              <a:latin typeface="Versos Light" panose="020B0403020204030204" pitchFamily="34" charset="0"/>
              <a:ea typeface="+mn-ea"/>
              <a:cs typeface="+mn-cs"/>
              <a:sym typeface="Arial"/>
            </a:endParaRPr>
          </a:p>
          <a:p>
            <a:pPr marL="0" marR="0" lvl="0" indent="0" algn="just" defTabSz="914358" rtl="0" eaLnBrk="1" fontAlgn="auto" latinLnBrk="0" hangingPunct="1">
              <a:lnSpc>
                <a:spcPct val="100000"/>
              </a:lnSpc>
              <a:spcBef>
                <a:spcPts val="0"/>
              </a:spcBef>
              <a:spcAft>
                <a:spcPts val="0"/>
              </a:spcAft>
              <a:buClrTx/>
              <a:buSzTx/>
              <a:buFont typeface="Arial"/>
              <a:buNone/>
              <a:tabLst/>
              <a:defRPr/>
            </a:pPr>
            <a:r>
              <a:rPr kumimoji="0" lang="pt-BR" sz="950" b="0" i="0" u="none" strike="noStrike" kern="0" cap="none" spc="0" normalizeH="0" baseline="0" noProof="0">
                <a:ln>
                  <a:noFill/>
                </a:ln>
                <a:effectLst/>
                <a:uLnTx/>
                <a:uFillTx/>
                <a:latin typeface="Versos Light" panose="020B0403020204030204" pitchFamily="34" charset="0"/>
                <a:ea typeface="+mn-ea"/>
                <a:cs typeface="+mn-cs"/>
                <a:sym typeface="Arial"/>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no site https://tivio.com/fundos/ quando este estiver operacional.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a:t>
            </a:r>
            <a:r>
              <a:rPr kumimoji="0" lang="pt-BR" sz="950" b="0" i="0" u="none" strike="noStrike" kern="0" cap="none" spc="0" normalizeH="0" baseline="0" noProof="0" err="1">
                <a:ln>
                  <a:noFill/>
                </a:ln>
                <a:effectLst/>
                <a:uLnTx/>
                <a:uFillTx/>
                <a:latin typeface="Versos Light" panose="020B0403020204030204" pitchFamily="34" charset="0"/>
                <a:ea typeface="+mn-ea"/>
                <a:cs typeface="+mn-cs"/>
                <a:sym typeface="Arial"/>
              </a:rPr>
              <a:t>ii</a:t>
            </a:r>
            <a:r>
              <a:rPr kumimoji="0" lang="pt-BR" sz="950" b="0" i="0" u="none" strike="noStrike" kern="0" cap="none" spc="0" normalizeH="0" baseline="0" noProof="0">
                <a:ln>
                  <a:noFill/>
                </a:ln>
                <a:effectLst/>
                <a:uLnTx/>
                <a:uFillTx/>
                <a:latin typeface="Versos Light" panose="020B0403020204030204" pitchFamily="34" charset="0"/>
                <a:ea typeface="+mn-ea"/>
                <a:cs typeface="+mn-cs"/>
                <a:sym typeface="Arial"/>
              </a:rPr>
              <a:t>) Liquidez: risco de redução ou inexistência de demanda pelos ativos financeiros nos respectivos mercados em que são negociados; (</a:t>
            </a:r>
            <a:r>
              <a:rPr kumimoji="0" lang="pt-BR" sz="950" b="0" i="0" u="none" strike="noStrike" kern="0" cap="none" spc="0" normalizeH="0" baseline="0" noProof="0" err="1">
                <a:ln>
                  <a:noFill/>
                </a:ln>
                <a:effectLst/>
                <a:uLnTx/>
                <a:uFillTx/>
                <a:latin typeface="Versos Light" panose="020B0403020204030204" pitchFamily="34" charset="0"/>
                <a:ea typeface="+mn-ea"/>
                <a:cs typeface="+mn-cs"/>
                <a:sym typeface="Arial"/>
              </a:rPr>
              <a:t>iii</a:t>
            </a:r>
            <a:r>
              <a:rPr kumimoji="0" lang="pt-BR" sz="950" b="0" i="0" u="none" strike="noStrike" kern="0" cap="none" spc="0" normalizeH="0" baseline="0" noProof="0">
                <a:ln>
                  <a:noFill/>
                </a:ln>
                <a:effectLst/>
                <a:uLnTx/>
                <a:uFillTx/>
                <a:latin typeface="Versos Light" panose="020B0403020204030204" pitchFamily="34" charset="0"/>
                <a:ea typeface="+mn-ea"/>
                <a:cs typeface="+mn-cs"/>
                <a:sym typeface="Arial"/>
              </a:rPr>
              <a:t>) Mercado: Risco de oscilações decorrentes das flutuações de preços e cotações de mercado; (</a:t>
            </a:r>
            <a:r>
              <a:rPr kumimoji="0" lang="pt-BR" sz="950" b="0" i="0" u="none" strike="noStrike" kern="0" cap="none" spc="0" normalizeH="0" baseline="0" noProof="0" err="1">
                <a:ln>
                  <a:noFill/>
                </a:ln>
                <a:effectLst/>
                <a:uLnTx/>
                <a:uFillTx/>
                <a:latin typeface="Versos Light" panose="020B0403020204030204" pitchFamily="34" charset="0"/>
                <a:ea typeface="+mn-ea"/>
                <a:cs typeface="+mn-cs"/>
                <a:sym typeface="Arial"/>
              </a:rPr>
              <a:t>iv</a:t>
            </a:r>
            <a:r>
              <a:rPr kumimoji="0" lang="pt-BR" sz="950" b="0" i="0" u="none" strike="noStrike" kern="0" cap="none" spc="0" normalizeH="0" baseline="0" noProof="0">
                <a:ln>
                  <a:noFill/>
                </a:ln>
                <a:effectLst/>
                <a:uLnTx/>
                <a:uFillTx/>
                <a:latin typeface="Versos Light" panose="020B0403020204030204" pitchFamily="34" charset="0"/>
                <a:ea typeface="+mn-ea"/>
                <a:cs typeface="+mn-cs"/>
                <a:sym typeface="Arial"/>
              </a:rPr>
              <a:t>)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marL="0" marR="0" lvl="0" indent="0" algn="just" defTabSz="914358" rtl="0" eaLnBrk="1" fontAlgn="auto" latinLnBrk="0" hangingPunct="1">
              <a:lnSpc>
                <a:spcPct val="100000"/>
              </a:lnSpc>
              <a:spcBef>
                <a:spcPts val="0"/>
              </a:spcBef>
              <a:spcAft>
                <a:spcPts val="0"/>
              </a:spcAft>
              <a:buClrTx/>
              <a:buSzTx/>
              <a:buFont typeface="Arial"/>
              <a:buNone/>
              <a:tabLst/>
              <a:defRPr/>
            </a:pPr>
            <a:endParaRPr kumimoji="0" lang="pt-BR" sz="950" b="0" i="0" u="none" strike="noStrike" kern="0" cap="none" spc="0" normalizeH="0" baseline="0" noProof="0">
              <a:ln>
                <a:noFill/>
              </a:ln>
              <a:effectLst/>
              <a:uLnTx/>
              <a:uFillTx/>
              <a:latin typeface="Versos Light" panose="020B0403020204030204" pitchFamily="34" charset="0"/>
              <a:ea typeface="+mn-ea"/>
              <a:cs typeface="+mn-cs"/>
              <a:sym typeface="Arial"/>
            </a:endParaRPr>
          </a:p>
          <a:p>
            <a:pPr marL="0" marR="0" lvl="0" indent="0" algn="just" defTabSz="914358" rtl="0" eaLnBrk="1" fontAlgn="auto" latinLnBrk="0" hangingPunct="1">
              <a:lnSpc>
                <a:spcPct val="100000"/>
              </a:lnSpc>
              <a:spcBef>
                <a:spcPts val="0"/>
              </a:spcBef>
              <a:spcAft>
                <a:spcPts val="0"/>
              </a:spcAft>
              <a:buClrTx/>
              <a:buSzTx/>
              <a:buFont typeface="Arial"/>
              <a:buNone/>
              <a:tabLst/>
              <a:defRPr/>
            </a:pPr>
            <a:r>
              <a:rPr kumimoji="0" lang="pt-BR" sz="950" b="0" i="0" u="none" strike="noStrike" kern="0" cap="none" spc="0" normalizeH="0" baseline="0" noProof="0">
                <a:ln>
                  <a:noFill/>
                </a:ln>
                <a:effectLst/>
                <a:uLnTx/>
                <a:uFillTx/>
                <a:latin typeface="Versos Light" panose="020B0403020204030204" pitchFamily="34" charset="0"/>
                <a:ea typeface="+mn-ea"/>
                <a:cs typeface="+mn-cs"/>
                <a:sym typeface="Arial"/>
              </a:rPr>
              <a:t>Leia a lâmina de informações essenciais, se houver, e o regulamento antes de investir. Estes documentos estão disponíveis no site </a:t>
            </a:r>
            <a:r>
              <a:rPr kumimoji="0" lang="pt-BR" sz="950" b="0" i="0" u="none" strike="noStrike" kern="0" cap="none" spc="0" normalizeH="0" baseline="0" noProof="0">
                <a:ln>
                  <a:noFill/>
                </a:ln>
                <a:effectLst/>
                <a:uLnTx/>
                <a:uFillTx/>
                <a:latin typeface="Versos Light" panose="020B0403020204030204" pitchFamily="34" charset="0"/>
                <a:ea typeface="+mn-ea"/>
                <a:cs typeface="+mn-cs"/>
                <a:sym typeface="Arial"/>
                <a:hlinkClick r:id="rId4">
                  <a:extLst>
                    <a:ext uri="{A12FA001-AC4F-418D-AE19-62706E023703}">
                      <ahyp:hlinkClr xmlns:ahyp="http://schemas.microsoft.com/office/drawing/2018/hyperlinkcolor" val="tx"/>
                    </a:ext>
                  </a:extLst>
                </a:hlinkClick>
              </a:rPr>
              <a:t>https://tivio.com/fundos/</a:t>
            </a:r>
            <a:r>
              <a:rPr kumimoji="0" lang="pt-BR" sz="950" b="0" i="0" u="none" strike="noStrike" kern="0" cap="none" spc="0" normalizeH="0" baseline="0" noProof="0">
                <a:ln>
                  <a:noFill/>
                </a:ln>
                <a:effectLst/>
                <a:uLnTx/>
                <a:uFillTx/>
                <a:latin typeface="Versos Light" panose="020B0403020204030204" pitchFamily="34" charset="0"/>
                <a:ea typeface="+mn-ea"/>
                <a:cs typeface="+mn-cs"/>
                <a:sym typeface="Arial"/>
              </a:rPr>
              <a:t>, quando o fundo estiver operacional. Os investimentos apresentados podem não ser adequados aos seus objetivos, situação financeira ou necessidades individuais</a:t>
            </a:r>
          </a:p>
          <a:p>
            <a:pPr marL="0" marR="0" lvl="0" indent="0" algn="just" defTabSz="914358" rtl="0" eaLnBrk="1" fontAlgn="auto" latinLnBrk="0" hangingPunct="1">
              <a:lnSpc>
                <a:spcPct val="100000"/>
              </a:lnSpc>
              <a:spcBef>
                <a:spcPts val="0"/>
              </a:spcBef>
              <a:spcAft>
                <a:spcPts val="0"/>
              </a:spcAft>
              <a:buClrTx/>
              <a:buSzTx/>
              <a:buFont typeface="Arial"/>
              <a:buNone/>
              <a:tabLst/>
              <a:defRPr/>
            </a:pPr>
            <a:r>
              <a:rPr kumimoji="0" lang="pt-BR" sz="950" b="0" i="0" u="none" strike="noStrike" kern="0" cap="none" spc="0" normalizeH="0" baseline="0" noProof="0">
                <a:ln>
                  <a:noFill/>
                </a:ln>
                <a:effectLst/>
                <a:uLnTx/>
                <a:uFillTx/>
                <a:latin typeface="Versos Light" panose="020B0403020204030204" pitchFamily="34" charset="0"/>
                <a:ea typeface="+mn-ea"/>
                <a:cs typeface="+mn-cs"/>
                <a:sym typeface="Arial"/>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a:t>
            </a:r>
            <a:r>
              <a:rPr kumimoji="0" lang="pt-BR" sz="950" b="0" i="0" u="none" strike="noStrike" kern="0" cap="none" spc="0" normalizeH="0" baseline="0" noProof="0" err="1">
                <a:ln>
                  <a:noFill/>
                </a:ln>
                <a:effectLst/>
                <a:uLnTx/>
                <a:uFillTx/>
                <a:latin typeface="Versos Light" panose="020B0403020204030204" pitchFamily="34" charset="0"/>
                <a:ea typeface="+mn-ea"/>
                <a:cs typeface="+mn-cs"/>
                <a:sym typeface="Arial"/>
              </a:rPr>
              <a:t>Suitability</a:t>
            </a:r>
            <a:r>
              <a:rPr kumimoji="0" lang="pt-BR" sz="950" b="0" i="0" u="none" strike="noStrike" kern="0" cap="none" spc="0" normalizeH="0" baseline="0" noProof="0">
                <a:ln>
                  <a:noFill/>
                </a:ln>
                <a:effectLst/>
                <a:uLnTx/>
                <a:uFillTx/>
                <a:latin typeface="Versos Light" panose="020B0403020204030204" pitchFamily="34" charset="0"/>
                <a:ea typeface="+mn-ea"/>
                <a:cs typeface="+mn-cs"/>
                <a:sym typeface="Arial"/>
              </a:rPr>
              <a:t> é essencial para garantir a adequação do perfil do cliente ao produto de investimento escolhido. Material de Divulgação.</a:t>
            </a:r>
          </a:p>
        </p:txBody>
      </p:sp>
      <p:sp>
        <p:nvSpPr>
          <p:cNvPr id="10" name="object 4">
            <a:extLst>
              <a:ext uri="{FF2B5EF4-FFF2-40B4-BE49-F238E27FC236}">
                <a16:creationId xmlns:a16="http://schemas.microsoft.com/office/drawing/2014/main" id="{739A1E0E-A647-3552-6B75-27F10F69089C}"/>
              </a:ext>
            </a:extLst>
          </p:cNvPr>
          <p:cNvSpPr txBox="1"/>
          <p:nvPr/>
        </p:nvSpPr>
        <p:spPr>
          <a:xfrm>
            <a:off x="334964" y="4555510"/>
            <a:ext cx="6067723" cy="673715"/>
          </a:xfrm>
          <a:prstGeom prst="rect">
            <a:avLst/>
          </a:prstGeom>
        </p:spPr>
        <p:txBody>
          <a:bodyPr vert="horz" wrap="square" lIns="0" tIns="11879" rIns="0" bIns="0" rtlCol="0">
            <a:spAutoFit/>
          </a:bodyPr>
          <a:lstStyle/>
          <a:p>
            <a:pPr marL="0" marR="4751" lvl="0" indent="0" algn="l" defTabSz="855281" rtl="0" eaLnBrk="1" fontAlgn="auto" latinLnBrk="0" hangingPunct="1">
              <a:lnSpc>
                <a:spcPct val="100000"/>
              </a:lnSpc>
              <a:spcBef>
                <a:spcPts val="281"/>
              </a:spcBef>
              <a:spcAft>
                <a:spcPts val="281"/>
              </a:spcAft>
              <a:buClr>
                <a:srgbClr val="000000"/>
              </a:buClr>
              <a:buSzTx/>
              <a:buFont typeface="Arial"/>
              <a:buNone/>
              <a:tabLst/>
              <a:defRPr/>
            </a:pPr>
            <a:r>
              <a:rPr kumimoji="0" lang="pt-BR" sz="950"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t>SAC:  0800 704 8383</a:t>
            </a:r>
            <a:br>
              <a:rPr kumimoji="0" lang="pt-BR" sz="950"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br>
            <a:r>
              <a:rPr kumimoji="0" lang="pt-BR" sz="950"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t>Atendimento 24 horas</a:t>
            </a:r>
          </a:p>
          <a:p>
            <a:pPr marL="0" marR="4751" lvl="0" indent="0" algn="l" defTabSz="855281" rtl="0" eaLnBrk="1" fontAlgn="auto" latinLnBrk="0" hangingPunct="1">
              <a:lnSpc>
                <a:spcPct val="100000"/>
              </a:lnSpc>
              <a:spcBef>
                <a:spcPts val="281"/>
              </a:spcBef>
              <a:spcAft>
                <a:spcPts val="281"/>
              </a:spcAft>
              <a:buClr>
                <a:srgbClr val="000000"/>
              </a:buClr>
              <a:buSzTx/>
              <a:buFont typeface="Arial"/>
              <a:buNone/>
              <a:tabLst/>
              <a:defRPr/>
            </a:pPr>
            <a:r>
              <a:rPr kumimoji="0" lang="pt-BR" sz="950"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t>Ouvidoria: 0800 727 9933</a:t>
            </a:r>
            <a:br>
              <a:rPr kumimoji="0" lang="pt-BR" sz="950"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br>
            <a:r>
              <a:rPr kumimoji="0" lang="pt-BR" sz="950" b="0" i="0" u="none" strike="noStrike" kern="0" cap="none" spc="0" normalizeH="0" baseline="0" noProof="0">
                <a:ln>
                  <a:noFill/>
                </a:ln>
                <a:solidFill>
                  <a:srgbClr val="FFFFFF"/>
                </a:solidFill>
                <a:effectLst/>
                <a:uLnTx/>
                <a:uFillTx/>
                <a:latin typeface="Versos Light" panose="020B0403020204030204" pitchFamily="34" charset="0"/>
                <a:ea typeface="+mn-ea"/>
                <a:cs typeface="Versos"/>
                <a:sym typeface="Arial"/>
              </a:rPr>
              <a:t>Atendimento das 9h às 18h, de segunda a sexta-feira, exceto feriados nacionais</a:t>
            </a:r>
          </a:p>
        </p:txBody>
      </p:sp>
      <p:grpSp>
        <p:nvGrpSpPr>
          <p:cNvPr id="11" name="Group 10">
            <a:extLst>
              <a:ext uri="{FF2B5EF4-FFF2-40B4-BE49-F238E27FC236}">
                <a16:creationId xmlns:a16="http://schemas.microsoft.com/office/drawing/2014/main" id="{47C3A372-35B3-95BC-08D5-2BB8079658E2}"/>
              </a:ext>
            </a:extLst>
          </p:cNvPr>
          <p:cNvGrpSpPr/>
          <p:nvPr/>
        </p:nvGrpSpPr>
        <p:grpSpPr>
          <a:xfrm>
            <a:off x="9634411" y="5435796"/>
            <a:ext cx="2222222" cy="801295"/>
            <a:chOff x="9949511" y="5557838"/>
            <a:chExt cx="1884309" cy="679450"/>
          </a:xfrm>
        </p:grpSpPr>
        <p:pic>
          <p:nvPicPr>
            <p:cNvPr id="14" name="anbima-distribuicao-de-produtos-de-investimento">
              <a:extLst>
                <a:ext uri="{FF2B5EF4-FFF2-40B4-BE49-F238E27FC236}">
                  <a16:creationId xmlns:a16="http://schemas.microsoft.com/office/drawing/2014/main" id="{43A637F7-AAF3-E31B-8ED7-0194EDF907CC}"/>
                </a:ext>
              </a:extLst>
            </p:cNvPr>
            <p:cNvPicPr>
              <a:picLocks noChangeAspect="1"/>
            </p:cNvPicPr>
            <p:nvPr/>
          </p:nvPicPr>
          <p:blipFill>
            <a:blip r:embed="rId5"/>
            <a:srcRect/>
            <a:stretch/>
          </p:blipFill>
          <p:spPr>
            <a:xfrm>
              <a:off x="10935750" y="5563572"/>
              <a:ext cx="898070" cy="673716"/>
            </a:xfrm>
            <a:prstGeom prst="rect">
              <a:avLst/>
            </a:prstGeom>
          </p:spPr>
        </p:pic>
        <p:pic>
          <p:nvPicPr>
            <p:cNvPr id="15" name="anbima-gestao-de-recursos">
              <a:extLst>
                <a:ext uri="{FF2B5EF4-FFF2-40B4-BE49-F238E27FC236}">
                  <a16:creationId xmlns:a16="http://schemas.microsoft.com/office/drawing/2014/main" id="{B32AE434-C0CF-7D64-9FDF-B67309EDEBFD}"/>
                </a:ext>
              </a:extLst>
            </p:cNvPr>
            <p:cNvPicPr>
              <a:picLocks noChangeAspect="1"/>
            </p:cNvPicPr>
            <p:nvPr/>
          </p:nvPicPr>
          <p:blipFill>
            <a:blip r:embed="rId6"/>
            <a:srcRect/>
            <a:stretch/>
          </p:blipFill>
          <p:spPr>
            <a:xfrm>
              <a:off x="9949511" y="5557838"/>
              <a:ext cx="898735" cy="673715"/>
            </a:xfrm>
            <a:prstGeom prst="rect">
              <a:avLst/>
            </a:prstGeom>
            <a:blipFill dpi="0" rotWithShape="1">
              <a:blip r:embed="rId7">
                <a:extLst>
                  <a:ext uri="{28A0092B-C50C-407E-A947-70E740481C1C}">
                    <a14:useLocalDpi xmlns:a14="http://schemas.microsoft.com/office/drawing/2010/main" val="0"/>
                  </a:ext>
                </a:extLst>
              </a:blip>
              <a:srcRect/>
              <a:stretch>
                <a:fillRect/>
              </a:stretch>
            </a:blipFill>
          </p:spPr>
        </p:pic>
      </p:grpSp>
    </p:spTree>
    <p:extLst>
      <p:ext uri="{BB962C8B-B14F-4D97-AF65-F5344CB8AC3E}">
        <p14:creationId xmlns:p14="http://schemas.microsoft.com/office/powerpoint/2010/main" val="338511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1">
            <a:extLst>
              <a:ext uri="{FF2B5EF4-FFF2-40B4-BE49-F238E27FC236}">
                <a16:creationId xmlns:a16="http://schemas.microsoft.com/office/drawing/2014/main" id="{4F21D7B1-322F-F122-2A09-E19AE0D6904A}"/>
              </a:ext>
            </a:extLst>
          </p:cNvPr>
          <p:cNvSpPr/>
          <p:nvPr/>
        </p:nvSpPr>
        <p:spPr>
          <a:xfrm flipH="1">
            <a:off x="8140559" y="172616"/>
            <a:ext cx="5435929" cy="6512767"/>
          </a:xfrm>
          <a:prstGeom prst="roundRect">
            <a:avLst>
              <a:gd name="adj" fmla="val 4346"/>
            </a:avLst>
          </a:prstGeom>
          <a:blipFill dpi="0" rotWithShape="1">
            <a:blip r:embed="rId2">
              <a:extLst>
                <a:ext uri="{28A0092B-C50C-407E-A947-70E740481C1C}">
                  <a14:useLocalDpi xmlns:a14="http://schemas.microsoft.com/office/drawing/2010/main" val="0"/>
                </a:ext>
              </a:extLst>
            </a:blip>
            <a:srcRect/>
            <a:stretch>
              <a:fillRect l="-104775" r="-1940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mn-cs"/>
              <a:sym typeface="Arial"/>
            </a:endParaRPr>
          </a:p>
        </p:txBody>
      </p:sp>
      <p:grpSp>
        <p:nvGrpSpPr>
          <p:cNvPr id="5" name="Group 48">
            <a:extLst>
              <a:ext uri="{FF2B5EF4-FFF2-40B4-BE49-F238E27FC236}">
                <a16:creationId xmlns:a16="http://schemas.microsoft.com/office/drawing/2014/main" id="{E377C1E8-DB8D-10DB-2022-2316660090B7}"/>
              </a:ext>
            </a:extLst>
          </p:cNvPr>
          <p:cNvGrpSpPr/>
          <p:nvPr/>
        </p:nvGrpSpPr>
        <p:grpSpPr>
          <a:xfrm>
            <a:off x="673510" y="480261"/>
            <a:ext cx="8150965" cy="4068629"/>
            <a:chOff x="-259865" y="976464"/>
            <a:chExt cx="6370650" cy="3179967"/>
          </a:xfrm>
        </p:grpSpPr>
        <p:sp>
          <p:nvSpPr>
            <p:cNvPr id="6" name="object 9">
              <a:extLst>
                <a:ext uri="{FF2B5EF4-FFF2-40B4-BE49-F238E27FC236}">
                  <a16:creationId xmlns:a16="http://schemas.microsoft.com/office/drawing/2014/main" id="{A4E38FF5-1F26-4ECA-DCCA-9F19F8BF26BB}"/>
                </a:ext>
              </a:extLst>
            </p:cNvPr>
            <p:cNvSpPr txBox="1">
              <a:spLocks/>
            </p:cNvSpPr>
            <p:nvPr/>
          </p:nvSpPr>
          <p:spPr>
            <a:xfrm>
              <a:off x="-259865" y="976464"/>
              <a:ext cx="6370650" cy="153897"/>
            </a:xfrm>
            <a:prstGeom prst="rect">
              <a:avLst/>
            </a:prstGeom>
          </p:spPr>
          <p:txBody>
            <a:bodyPr vert="horz" wrap="square" lIns="0" tIns="12121" rIns="0" bIns="0" rtlCol="0">
              <a:sp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defTabSz="755899">
                <a:lnSpc>
                  <a:spcPct val="100000"/>
                </a:lnSpc>
                <a:spcBef>
                  <a:spcPts val="0"/>
                </a:spcBef>
              </a:pPr>
              <a:r>
                <a:rPr lang="pt-BR" sz="1200" b="1" err="1">
                  <a:solidFill>
                    <a:srgbClr val="FFFFFF"/>
                  </a:solidFill>
                  <a:latin typeface="Versos"/>
                </a:rPr>
                <a:t>Disclaimer</a:t>
              </a:r>
              <a:endParaRPr lang="pt-BR" sz="1200" b="1">
                <a:solidFill>
                  <a:srgbClr val="FFFFFF"/>
                </a:solidFill>
                <a:latin typeface="Versos"/>
              </a:endParaRPr>
            </a:p>
          </p:txBody>
        </p:sp>
        <p:sp>
          <p:nvSpPr>
            <p:cNvPr id="7" name="object 4">
              <a:extLst>
                <a:ext uri="{FF2B5EF4-FFF2-40B4-BE49-F238E27FC236}">
                  <a16:creationId xmlns:a16="http://schemas.microsoft.com/office/drawing/2014/main" id="{805D06DD-BFA9-CC77-0983-B7F5582F1124}"/>
                </a:ext>
              </a:extLst>
            </p:cNvPr>
            <p:cNvSpPr txBox="1"/>
            <p:nvPr/>
          </p:nvSpPr>
          <p:spPr>
            <a:xfrm>
              <a:off x="-259864" y="1254219"/>
              <a:ext cx="5084526" cy="2902212"/>
            </a:xfrm>
            <a:prstGeom prst="rect">
              <a:avLst/>
            </a:prstGeom>
          </p:spPr>
          <p:txBody>
            <a:bodyPr vert="horz" wrap="square" lIns="0" tIns="12121" rIns="0" bIns="0" rtlCol="0">
              <a:spAutoFit/>
            </a:bodyPr>
            <a:lstStyle/>
            <a:p>
              <a:pPr marR="4849" algn="just" defTabSz="872755">
                <a:spcBef>
                  <a:spcPts val="100"/>
                </a:spcBef>
                <a:spcAft>
                  <a:spcPts val="100"/>
                </a:spcAft>
              </a:pPr>
              <a:r>
                <a:rPr lang="pt-BR" sz="1050">
                  <a:solidFill>
                    <a:srgbClr val="FFFFFF"/>
                  </a:solidFill>
                  <a:latin typeface="Versos Light" panose="020B0403020204030204" pitchFamily="34" charset="0"/>
                  <a:cs typeface="Versos"/>
                </a:rPr>
                <a:t>MATERIAL DE DIVULGAÇÃO</a:t>
              </a:r>
            </a:p>
            <a:p>
              <a:pPr marR="4849" algn="just" defTabSz="872755">
                <a:spcBef>
                  <a:spcPts val="100"/>
                </a:spcBef>
                <a:spcAft>
                  <a:spcPts val="100"/>
                </a:spcAft>
              </a:pPr>
              <a:endParaRPr lang="pt-BR" sz="1050">
                <a:solidFill>
                  <a:srgbClr val="FFFFFF"/>
                </a:solidFill>
                <a:latin typeface="Versos Light" panose="020B0403020204030204" pitchFamily="34" charset="0"/>
                <a:cs typeface="Versos"/>
              </a:endParaRPr>
            </a:p>
            <a:p>
              <a:pPr marR="4849" algn="just" defTabSz="872755">
                <a:spcBef>
                  <a:spcPts val="100"/>
                </a:spcBef>
                <a:spcAft>
                  <a:spcPts val="100"/>
                </a:spcAft>
              </a:pPr>
              <a:r>
                <a:rPr lang="pt-BR" sz="1050">
                  <a:solidFill>
                    <a:srgbClr val="FFFFFF"/>
                  </a:solidFill>
                  <a:latin typeface="Versos Light" panose="020B0403020204030204" pitchFamily="34" charset="0"/>
                  <a:cs typeface="Versos"/>
                </a:rPr>
                <a:t>Este material foi elaborado pela Tivio Capital Distribuidora de Títulos e Valores Mobiliários S.A. e possui caráter meramente informativo. Não constitui oferta, recomendação ou aconselhamento de investimento.</a:t>
              </a:r>
            </a:p>
            <a:p>
              <a:pPr marR="4849" algn="just" defTabSz="872755">
                <a:spcBef>
                  <a:spcPts val="100"/>
                </a:spcBef>
                <a:spcAft>
                  <a:spcPts val="100"/>
                </a:spcAft>
              </a:pPr>
              <a:endParaRPr lang="pt-BR" sz="1050">
                <a:solidFill>
                  <a:srgbClr val="FFFFFF"/>
                </a:solidFill>
                <a:latin typeface="Versos Light" panose="020B0403020204030204" pitchFamily="34" charset="0"/>
                <a:cs typeface="Versos"/>
              </a:endParaRPr>
            </a:p>
            <a:p>
              <a:pPr marR="4849" algn="just" defTabSz="872755">
                <a:spcBef>
                  <a:spcPts val="100"/>
                </a:spcBef>
                <a:spcAft>
                  <a:spcPts val="100"/>
                </a:spcAft>
              </a:pPr>
              <a:r>
                <a:rPr lang="pt-BR" sz="1050">
                  <a:solidFill>
                    <a:srgbClr val="FFFFFF"/>
                  </a:solidFill>
                  <a:latin typeface="Versos Light" panose="020B0403020204030204" pitchFamily="34" charset="0"/>
                  <a:cs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a:p>
              <a:pPr marR="4849" algn="just" defTabSz="872755">
                <a:spcBef>
                  <a:spcPts val="100"/>
                </a:spcBef>
                <a:spcAft>
                  <a:spcPts val="100"/>
                </a:spcAft>
              </a:pPr>
              <a:endParaRPr lang="pt-BR" sz="1050">
                <a:solidFill>
                  <a:srgbClr val="FFFFFF"/>
                </a:solidFill>
                <a:latin typeface="Versos Light" panose="020B0403020204030204" pitchFamily="34" charset="0"/>
                <a:cs typeface="Versos"/>
              </a:endParaRPr>
            </a:p>
            <a:p>
              <a:pPr marR="4849" algn="just" defTabSz="872755">
                <a:spcBef>
                  <a:spcPts val="100"/>
                </a:spcBef>
                <a:spcAft>
                  <a:spcPts val="100"/>
                </a:spcAft>
              </a:pPr>
              <a:r>
                <a:rPr lang="pt-BR" sz="1050">
                  <a:solidFill>
                    <a:srgbClr val="FFFFFF"/>
                  </a:solidFill>
                  <a:latin typeface="Versos Light" panose="020B0403020204030204" pitchFamily="34" charset="0"/>
                  <a:cs typeface="Versos"/>
                </a:rPr>
                <a:t>Os investimentos envolvem riscos. Consulte os documentos do fundo para conhecer sua estratégia, público-alvo, condições e principais fatores de risco.</a:t>
              </a:r>
            </a:p>
            <a:p>
              <a:pPr marR="4849" algn="just" defTabSz="872755">
                <a:spcBef>
                  <a:spcPts val="100"/>
                </a:spcBef>
                <a:spcAft>
                  <a:spcPts val="100"/>
                </a:spcAft>
              </a:pPr>
              <a:endParaRPr lang="pt-BR" sz="1050">
                <a:solidFill>
                  <a:srgbClr val="FFFFFF"/>
                </a:solidFill>
                <a:latin typeface="Versos Light" panose="020B0403020204030204" pitchFamily="34" charset="0"/>
                <a:cs typeface="Versos"/>
              </a:endParaRPr>
            </a:p>
            <a:p>
              <a:pPr marR="4849" algn="just" defTabSz="872755">
                <a:spcBef>
                  <a:spcPts val="100"/>
                </a:spcBef>
                <a:spcAft>
                  <a:spcPts val="100"/>
                </a:spcAft>
              </a:pPr>
              <a:r>
                <a:rPr lang="pt-BR" sz="1050">
                  <a:solidFill>
                    <a:srgbClr val="FFFFFF"/>
                  </a:solidFill>
                  <a:latin typeface="Versos Light" panose="020B0403020204030204" pitchFamily="34" charset="0"/>
                  <a:cs typeface="Versos"/>
                </a:rPr>
                <a:t>Rentabilidade obtida no passado não representa garantia de resultados futuros. A rentabilidade divulgada não é líquida de impostos.</a:t>
              </a:r>
            </a:p>
            <a:p>
              <a:pPr marR="4849" algn="just" defTabSz="872755">
                <a:spcBef>
                  <a:spcPts val="100"/>
                </a:spcBef>
                <a:spcAft>
                  <a:spcPts val="100"/>
                </a:spcAft>
              </a:pPr>
              <a:r>
                <a:rPr lang="pt-BR" sz="1050">
                  <a:solidFill>
                    <a:srgbClr val="FFFFFF"/>
                  </a:solidFill>
                  <a:latin typeface="Versos Light" panose="020B0403020204030204" pitchFamily="34" charset="0"/>
                  <a:cs typeface="Versos"/>
                </a:rPr>
                <a:t>Os investimentos em fundos não são garantidos pelo administrador, pelo gestor, por qualquer mecanismo de seguro ou pelo Fundo Garantidor de Crédito – FGC.</a:t>
              </a:r>
            </a:p>
            <a:p>
              <a:pPr marR="4849" algn="just" defTabSz="872755">
                <a:spcBef>
                  <a:spcPts val="100"/>
                </a:spcBef>
                <a:spcAft>
                  <a:spcPts val="100"/>
                </a:spcAft>
              </a:pPr>
              <a:endParaRPr lang="pt-BR" sz="1050">
                <a:solidFill>
                  <a:srgbClr val="FFFFFF"/>
                </a:solidFill>
                <a:latin typeface="Versos Light" panose="020B0403020204030204" pitchFamily="34" charset="0"/>
                <a:cs typeface="Versos"/>
              </a:endParaRPr>
            </a:p>
            <a:p>
              <a:pPr marR="4849" defTabSz="872755">
                <a:spcBef>
                  <a:spcPts val="100"/>
                </a:spcBef>
                <a:spcAft>
                  <a:spcPts val="100"/>
                </a:spcAft>
              </a:pPr>
              <a:r>
                <a:rPr lang="pt-BR" sz="1050">
                  <a:solidFill>
                    <a:srgbClr val="FFFFFF"/>
                  </a:solidFill>
                  <a:latin typeface="Versos Light"/>
                  <a:cs typeface="Versos Light"/>
                </a:rPr>
                <a:t>A</a:t>
              </a:r>
              <a:r>
                <a:rPr lang="pt-BR" sz="1050" spc="-20">
                  <a:solidFill>
                    <a:srgbClr val="FFFFFF"/>
                  </a:solidFill>
                  <a:latin typeface="Versos Light"/>
                  <a:cs typeface="Versos Light"/>
                </a:rPr>
                <a:t> </a:t>
              </a:r>
              <a:r>
                <a:rPr lang="pt-BR" sz="1050" spc="-4">
                  <a:solidFill>
                    <a:srgbClr val="FFFFFF"/>
                  </a:solidFill>
                  <a:latin typeface="Versos Light"/>
                  <a:cs typeface="Versos Light"/>
                </a:rPr>
                <a:t>Tivio</a:t>
              </a:r>
              <a:r>
                <a:rPr lang="pt-BR" sz="1050" spc="-20">
                  <a:solidFill>
                    <a:srgbClr val="FFFFFF"/>
                  </a:solidFill>
                  <a:latin typeface="Versos Light"/>
                  <a:cs typeface="Versos Light"/>
                </a:rPr>
                <a:t> </a:t>
              </a:r>
              <a:r>
                <a:rPr lang="pt-BR" sz="1050" spc="-4">
                  <a:solidFill>
                    <a:srgbClr val="FFFFFF"/>
                  </a:solidFill>
                  <a:latin typeface="Versos Light"/>
                  <a:cs typeface="Versos Light"/>
                </a:rPr>
                <a:t>Capital</a:t>
              </a:r>
              <a:r>
                <a:rPr lang="pt-BR" sz="1050" spc="-18">
                  <a:solidFill>
                    <a:srgbClr val="FFFFFF"/>
                  </a:solidFill>
                  <a:latin typeface="Versos Light"/>
                  <a:cs typeface="Versos Light"/>
                </a:rPr>
                <a:t> </a:t>
              </a:r>
              <a:r>
                <a:rPr lang="pt-BR" sz="1050">
                  <a:solidFill>
                    <a:srgbClr val="FFFFFF"/>
                  </a:solidFill>
                  <a:latin typeface="Versos Light"/>
                  <a:cs typeface="Versos Light"/>
                </a:rPr>
                <a:t>Distribuidora</a:t>
              </a:r>
              <a:r>
                <a:rPr lang="pt-BR" sz="1050" spc="-20">
                  <a:solidFill>
                    <a:srgbClr val="FFFFFF"/>
                  </a:solidFill>
                  <a:latin typeface="Versos Light"/>
                  <a:cs typeface="Versos Light"/>
                </a:rPr>
                <a:t> </a:t>
              </a:r>
              <a:r>
                <a:rPr lang="pt-BR" sz="1050">
                  <a:solidFill>
                    <a:srgbClr val="FFFFFF"/>
                  </a:solidFill>
                  <a:latin typeface="Versos Light"/>
                  <a:cs typeface="Versos Light"/>
                </a:rPr>
                <a:t>de</a:t>
              </a:r>
              <a:r>
                <a:rPr lang="pt-BR" sz="1050" spc="-20">
                  <a:solidFill>
                    <a:srgbClr val="FFFFFF"/>
                  </a:solidFill>
                  <a:latin typeface="Versos Light"/>
                  <a:cs typeface="Versos Light"/>
                </a:rPr>
                <a:t> </a:t>
              </a:r>
              <a:r>
                <a:rPr lang="pt-BR" sz="1050" spc="-4">
                  <a:solidFill>
                    <a:srgbClr val="FFFFFF"/>
                  </a:solidFill>
                  <a:latin typeface="Versos Light"/>
                  <a:cs typeface="Versos Light"/>
                </a:rPr>
                <a:t>Títulos</a:t>
              </a:r>
              <a:r>
                <a:rPr lang="pt-BR" sz="1050" spc="-18">
                  <a:solidFill>
                    <a:srgbClr val="FFFFFF"/>
                  </a:solidFill>
                  <a:latin typeface="Versos Light"/>
                  <a:cs typeface="Versos Light"/>
                </a:rPr>
                <a:t> </a:t>
              </a:r>
              <a:r>
                <a:rPr lang="pt-BR" sz="1050">
                  <a:solidFill>
                    <a:srgbClr val="FFFFFF"/>
                  </a:solidFill>
                  <a:latin typeface="Versos Light"/>
                  <a:cs typeface="Versos Light"/>
                </a:rPr>
                <a:t>e</a:t>
              </a:r>
              <a:r>
                <a:rPr lang="pt-BR" sz="1050" spc="-20">
                  <a:solidFill>
                    <a:srgbClr val="FFFFFF"/>
                  </a:solidFill>
                  <a:latin typeface="Versos Light"/>
                  <a:cs typeface="Versos Light"/>
                </a:rPr>
                <a:t> </a:t>
              </a:r>
              <a:r>
                <a:rPr lang="pt-BR" sz="1050" spc="-4">
                  <a:solidFill>
                    <a:srgbClr val="FFFFFF"/>
                  </a:solidFill>
                  <a:latin typeface="Versos Light"/>
                  <a:cs typeface="Versos Light"/>
                </a:rPr>
                <a:t>Valores</a:t>
              </a:r>
              <a:r>
                <a:rPr lang="pt-BR" sz="1050" spc="-20">
                  <a:solidFill>
                    <a:srgbClr val="FFFFFF"/>
                  </a:solidFill>
                  <a:latin typeface="Versos Light"/>
                  <a:cs typeface="Versos Light"/>
                </a:rPr>
                <a:t> </a:t>
              </a:r>
              <a:r>
                <a:rPr lang="pt-BR" sz="1050" spc="-4">
                  <a:solidFill>
                    <a:srgbClr val="FFFFFF"/>
                  </a:solidFill>
                  <a:latin typeface="Versos Light"/>
                  <a:cs typeface="Versos Light"/>
                </a:rPr>
                <a:t>Mobiliários</a:t>
              </a:r>
              <a:r>
                <a:rPr lang="pt-BR" sz="1050" spc="-18">
                  <a:solidFill>
                    <a:srgbClr val="FFFFFF"/>
                  </a:solidFill>
                  <a:latin typeface="Versos Light"/>
                  <a:cs typeface="Versos Light"/>
                </a:rPr>
                <a:t> </a:t>
              </a:r>
              <a:r>
                <a:rPr lang="pt-BR" sz="1050">
                  <a:solidFill>
                    <a:srgbClr val="FFFFFF"/>
                  </a:solidFill>
                  <a:latin typeface="Versos Light"/>
                  <a:cs typeface="Versos Light"/>
                </a:rPr>
                <a:t>S.A.</a:t>
              </a:r>
              <a:r>
                <a:rPr lang="pt-BR" sz="1050" spc="-20">
                  <a:solidFill>
                    <a:srgbClr val="FFFFFF"/>
                  </a:solidFill>
                  <a:latin typeface="Versos Light"/>
                  <a:cs typeface="Versos Light"/>
                </a:rPr>
                <a:t> </a:t>
              </a:r>
              <a:r>
                <a:rPr lang="pt-BR" sz="1050">
                  <a:solidFill>
                    <a:srgbClr val="FFFFFF"/>
                  </a:solidFill>
                  <a:latin typeface="Versos Light"/>
                  <a:cs typeface="Versos Light"/>
                </a:rPr>
                <a:t>integra</a:t>
              </a:r>
              <a:r>
                <a:rPr lang="pt-BR" sz="1050" spc="-18">
                  <a:solidFill>
                    <a:srgbClr val="FFFFFF"/>
                  </a:solidFill>
                  <a:latin typeface="Versos Light"/>
                  <a:cs typeface="Versos Light"/>
                </a:rPr>
                <a:t> </a:t>
              </a:r>
              <a:r>
                <a:rPr lang="pt-BR" sz="1050">
                  <a:solidFill>
                    <a:srgbClr val="FFFFFF"/>
                  </a:solidFill>
                  <a:latin typeface="Versos Light"/>
                  <a:cs typeface="Versos Light"/>
                </a:rPr>
                <a:t>o</a:t>
              </a:r>
              <a:r>
                <a:rPr lang="pt-BR" sz="1050" spc="-20">
                  <a:solidFill>
                    <a:srgbClr val="FFFFFF"/>
                  </a:solidFill>
                  <a:latin typeface="Versos Light"/>
                  <a:cs typeface="Versos Light"/>
                </a:rPr>
                <a:t> </a:t>
              </a:r>
              <a:r>
                <a:rPr lang="pt-BR" sz="1050">
                  <a:solidFill>
                    <a:srgbClr val="FFFFFF"/>
                  </a:solidFill>
                  <a:latin typeface="Versos Light"/>
                  <a:cs typeface="Versos Light"/>
                </a:rPr>
                <a:t>conglomerado</a:t>
              </a:r>
              <a:r>
                <a:rPr lang="pt-BR" sz="1050" spc="-20">
                  <a:solidFill>
                    <a:srgbClr val="FFFFFF"/>
                  </a:solidFill>
                  <a:latin typeface="Versos Light"/>
                  <a:cs typeface="Versos Light"/>
                </a:rPr>
                <a:t> </a:t>
              </a:r>
              <a:r>
                <a:rPr lang="pt-BR" sz="1050">
                  <a:solidFill>
                    <a:srgbClr val="FFFFFF"/>
                  </a:solidFill>
                  <a:latin typeface="Versos Light"/>
                  <a:cs typeface="Versos Light"/>
                </a:rPr>
                <a:t>prudencial</a:t>
              </a:r>
              <a:r>
                <a:rPr lang="pt-BR" sz="1050" spc="-18">
                  <a:solidFill>
                    <a:srgbClr val="FFFFFF"/>
                  </a:solidFill>
                  <a:latin typeface="Versos Light"/>
                  <a:cs typeface="Versos Light"/>
                </a:rPr>
                <a:t> </a:t>
              </a:r>
              <a:r>
                <a:rPr lang="pt-BR" sz="1050">
                  <a:solidFill>
                    <a:srgbClr val="FFFFFF"/>
                  </a:solidFill>
                  <a:latin typeface="Versos Light"/>
                  <a:cs typeface="Versos Light"/>
                </a:rPr>
                <a:t>liderado</a:t>
              </a:r>
              <a:r>
                <a:rPr lang="pt-BR" sz="1050" spc="-20">
                  <a:solidFill>
                    <a:srgbClr val="FFFFFF"/>
                  </a:solidFill>
                  <a:latin typeface="Versos Light"/>
                  <a:cs typeface="Versos Light"/>
                </a:rPr>
                <a:t> </a:t>
              </a:r>
              <a:r>
                <a:rPr lang="pt-BR" sz="1050">
                  <a:solidFill>
                    <a:srgbClr val="FFFFFF"/>
                  </a:solidFill>
                  <a:latin typeface="Versos Light"/>
                  <a:cs typeface="Versos Light"/>
                </a:rPr>
                <a:t>pelo</a:t>
              </a:r>
              <a:r>
                <a:rPr lang="pt-BR" sz="1050" spc="-20">
                  <a:solidFill>
                    <a:srgbClr val="FFFFFF"/>
                  </a:solidFill>
                  <a:latin typeface="Versos Light"/>
                  <a:cs typeface="Versos Light"/>
                </a:rPr>
                <a:t> </a:t>
              </a:r>
              <a:r>
                <a:rPr lang="pt-BR" sz="1050" spc="-4">
                  <a:solidFill>
                    <a:srgbClr val="FFFFFF"/>
                  </a:solidFill>
                  <a:latin typeface="Versos Light"/>
                  <a:cs typeface="Versos Light"/>
                </a:rPr>
                <a:t>Banco Bradesco</a:t>
              </a:r>
              <a:r>
                <a:rPr lang="pt-BR" sz="1050" spc="-6">
                  <a:solidFill>
                    <a:srgbClr val="FFFFFF"/>
                  </a:solidFill>
                  <a:latin typeface="Versos Light"/>
                  <a:cs typeface="Versos Light"/>
                </a:rPr>
                <a:t> </a:t>
              </a:r>
              <a:r>
                <a:rPr lang="pt-BR" sz="1050" spc="-8">
                  <a:solidFill>
                    <a:srgbClr val="FFFFFF"/>
                  </a:solidFill>
                  <a:latin typeface="Versos Light"/>
                  <a:cs typeface="Versos Light"/>
                </a:rPr>
                <a:t>S.A.</a:t>
              </a:r>
              <a:endParaRPr lang="pt-BR" sz="1050">
                <a:solidFill>
                  <a:prstClr val="black"/>
                </a:solidFill>
                <a:latin typeface="Versos Light"/>
                <a:cs typeface="Versos Light"/>
              </a:endParaRPr>
            </a:p>
            <a:p>
              <a:pPr marR="4849" defTabSz="872755">
                <a:spcBef>
                  <a:spcPts val="100"/>
                </a:spcBef>
                <a:spcAft>
                  <a:spcPts val="100"/>
                </a:spcAft>
              </a:pPr>
              <a:endParaRPr lang="pt-BR" sz="1050">
                <a:solidFill>
                  <a:srgbClr val="FFFFFF"/>
                </a:solidFill>
                <a:latin typeface="Versos Light" panose="020B0403020204030204" pitchFamily="34" charset="0"/>
                <a:cs typeface="Versos"/>
              </a:endParaRPr>
            </a:p>
          </p:txBody>
        </p:sp>
      </p:grpSp>
      <p:grpSp>
        <p:nvGrpSpPr>
          <p:cNvPr id="8" name="Group 51">
            <a:extLst>
              <a:ext uri="{FF2B5EF4-FFF2-40B4-BE49-F238E27FC236}">
                <a16:creationId xmlns:a16="http://schemas.microsoft.com/office/drawing/2014/main" id="{DE54749B-0EF8-007F-6661-8462DA81BC2B}"/>
              </a:ext>
            </a:extLst>
          </p:cNvPr>
          <p:cNvGrpSpPr/>
          <p:nvPr/>
        </p:nvGrpSpPr>
        <p:grpSpPr>
          <a:xfrm>
            <a:off x="704838" y="4662626"/>
            <a:ext cx="7093303" cy="415498"/>
            <a:chOff x="-44882" y="10020395"/>
            <a:chExt cx="5544000" cy="324746"/>
          </a:xfrm>
        </p:grpSpPr>
        <p:sp>
          <p:nvSpPr>
            <p:cNvPr id="9" name="object 4">
              <a:extLst>
                <a:ext uri="{FF2B5EF4-FFF2-40B4-BE49-F238E27FC236}">
                  <a16:creationId xmlns:a16="http://schemas.microsoft.com/office/drawing/2014/main" id="{4C36E889-0FB1-AF40-8CE5-6E09BBAD10F9}"/>
                </a:ext>
              </a:extLst>
            </p:cNvPr>
            <p:cNvSpPr txBox="1"/>
            <p:nvPr/>
          </p:nvSpPr>
          <p:spPr>
            <a:xfrm>
              <a:off x="-44882" y="10046552"/>
              <a:ext cx="5544000" cy="216498"/>
            </a:xfrm>
            <a:prstGeom prst="rect">
              <a:avLst/>
            </a:prstGeom>
          </p:spPr>
          <p:txBody>
            <a:bodyPr vert="horz" wrap="square" lIns="0" tIns="0" rIns="0" bIns="0" rtlCol="0" anchor="ctr" anchorCtr="0">
              <a:spAutoFit/>
            </a:bodyPr>
            <a:lstStyle/>
            <a:p>
              <a:pPr marR="4849" defTabSz="872755">
                <a:spcBef>
                  <a:spcPts val="286"/>
                </a:spcBef>
                <a:spcAft>
                  <a:spcPts val="286"/>
                </a:spcAft>
              </a:pPr>
              <a:r>
                <a:rPr lang="pt-BR" sz="900">
                  <a:solidFill>
                    <a:srgbClr val="FFFFFF"/>
                  </a:solidFill>
                  <a:latin typeface="Versos Light" panose="020B0403020204030204" pitchFamily="34" charset="0"/>
                  <a:cs typeface="Versos"/>
                </a:rPr>
                <a:t>SAC:  0800 704 8383</a:t>
              </a:r>
              <a:br>
                <a:rPr lang="pt-BR" sz="900">
                  <a:solidFill>
                    <a:srgbClr val="FFFFFF"/>
                  </a:solidFill>
                  <a:latin typeface="Versos Light" panose="020B0403020204030204" pitchFamily="34" charset="0"/>
                  <a:cs typeface="Versos"/>
                </a:rPr>
              </a:br>
              <a:r>
                <a:rPr lang="pt-BR" sz="900">
                  <a:solidFill>
                    <a:srgbClr val="FFFFFF"/>
                  </a:solidFill>
                  <a:latin typeface="Versos Light" panose="020B0403020204030204" pitchFamily="34" charset="0"/>
                  <a:cs typeface="Versos"/>
                </a:rPr>
                <a:t>Atendimento 24 horas</a:t>
              </a:r>
            </a:p>
          </p:txBody>
        </p:sp>
        <p:sp>
          <p:nvSpPr>
            <p:cNvPr id="10" name="object 4">
              <a:extLst>
                <a:ext uri="{FF2B5EF4-FFF2-40B4-BE49-F238E27FC236}">
                  <a16:creationId xmlns:a16="http://schemas.microsoft.com/office/drawing/2014/main" id="{10B21A09-5644-2241-B0E5-FE1089AC6CBD}"/>
                </a:ext>
              </a:extLst>
            </p:cNvPr>
            <p:cNvSpPr txBox="1"/>
            <p:nvPr/>
          </p:nvSpPr>
          <p:spPr>
            <a:xfrm>
              <a:off x="1198205" y="10020395"/>
              <a:ext cx="1814362" cy="324746"/>
            </a:xfrm>
            <a:prstGeom prst="rect">
              <a:avLst/>
            </a:prstGeom>
          </p:spPr>
          <p:txBody>
            <a:bodyPr vert="horz" wrap="square" lIns="0" tIns="0" rIns="0" bIns="0" rtlCol="0" anchor="ctr" anchorCtr="0">
              <a:spAutoFit/>
            </a:bodyPr>
            <a:lstStyle/>
            <a:p>
              <a:pPr marR="4849" defTabSz="872755">
                <a:spcBef>
                  <a:spcPts val="286"/>
                </a:spcBef>
                <a:spcAft>
                  <a:spcPts val="286"/>
                </a:spcAft>
              </a:pPr>
              <a:r>
                <a:rPr lang="pt-BR" sz="900">
                  <a:solidFill>
                    <a:srgbClr val="FFFFFF"/>
                  </a:solidFill>
                  <a:latin typeface="Versos Light" panose="020B0403020204030204" pitchFamily="34" charset="0"/>
                  <a:cs typeface="Versos"/>
                </a:rPr>
                <a:t>Ouvidoria: 0800 727 9933</a:t>
              </a:r>
              <a:br>
                <a:rPr lang="pt-BR" sz="900">
                  <a:solidFill>
                    <a:srgbClr val="FFFFFF"/>
                  </a:solidFill>
                  <a:latin typeface="Versos Light" panose="020B0403020204030204" pitchFamily="34" charset="0"/>
                  <a:cs typeface="Versos"/>
                </a:rPr>
              </a:br>
              <a:r>
                <a:rPr lang="pt-BR" sz="900">
                  <a:solidFill>
                    <a:srgbClr val="FFFFFF"/>
                  </a:solidFill>
                  <a:latin typeface="Versos Light" panose="020B0403020204030204" pitchFamily="34" charset="0"/>
                  <a:cs typeface="Versos"/>
                </a:rPr>
                <a:t>Atendimento das 9h às 18h, de segunda a sexta-feira, exceto feriados nacionais</a:t>
              </a:r>
            </a:p>
          </p:txBody>
        </p:sp>
      </p:grpSp>
      <p:pic>
        <p:nvPicPr>
          <p:cNvPr id="13" name="Imagem 3">
            <a:extLst>
              <a:ext uri="{FF2B5EF4-FFF2-40B4-BE49-F238E27FC236}">
                <a16:creationId xmlns:a16="http://schemas.microsoft.com/office/drawing/2014/main" id="{B7C89F80-AE25-83FE-C771-556F3AE5283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962080" y="5582802"/>
            <a:ext cx="1336176" cy="495818"/>
          </a:xfrm>
          <a:prstGeom prst="rect">
            <a:avLst/>
          </a:prstGeom>
        </p:spPr>
      </p:pic>
      <p:pic>
        <p:nvPicPr>
          <p:cNvPr id="20" name="Picture 8">
            <a:extLst>
              <a:ext uri="{FF2B5EF4-FFF2-40B4-BE49-F238E27FC236}">
                <a16:creationId xmlns:a16="http://schemas.microsoft.com/office/drawing/2014/main" id="{671DA40C-F22E-A7AA-5E9F-08CA94275A95}"/>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8117" t="-23966" r="-8117" b="-23966"/>
          <a:stretch/>
        </p:blipFill>
        <p:spPr>
          <a:xfrm>
            <a:off x="5745160" y="4613025"/>
            <a:ext cx="1481220" cy="641433"/>
          </a:xfrm>
          <a:prstGeom prst="rect">
            <a:avLst/>
          </a:prstGeom>
        </p:spPr>
      </p:pic>
      <p:pic>
        <p:nvPicPr>
          <p:cNvPr id="22" name="anbima-distribuicao-de-produtos-de-investimento">
            <a:extLst>
              <a:ext uri="{FF2B5EF4-FFF2-40B4-BE49-F238E27FC236}">
                <a16:creationId xmlns:a16="http://schemas.microsoft.com/office/drawing/2014/main" id="{68E3DE08-5E12-5A43-524E-841926D5896C}"/>
              </a:ext>
            </a:extLst>
          </p:cNvPr>
          <p:cNvPicPr>
            <a:picLocks noChangeAspect="1"/>
          </p:cNvPicPr>
          <p:nvPr/>
        </p:nvPicPr>
        <p:blipFill>
          <a:blip r:embed="rId6"/>
          <a:srcRect/>
          <a:stretch/>
        </p:blipFill>
        <p:spPr>
          <a:xfrm>
            <a:off x="1750925" y="5637761"/>
            <a:ext cx="778650" cy="584128"/>
          </a:xfrm>
          <a:prstGeom prst="rect">
            <a:avLst/>
          </a:prstGeom>
        </p:spPr>
      </p:pic>
      <p:pic>
        <p:nvPicPr>
          <p:cNvPr id="23" name="anbima-gestao-de-recursos">
            <a:extLst>
              <a:ext uri="{FF2B5EF4-FFF2-40B4-BE49-F238E27FC236}">
                <a16:creationId xmlns:a16="http://schemas.microsoft.com/office/drawing/2014/main" id="{61122EA1-373F-A08A-D82D-043E36F78241}"/>
              </a:ext>
            </a:extLst>
          </p:cNvPr>
          <p:cNvPicPr>
            <a:picLocks noChangeAspect="1"/>
          </p:cNvPicPr>
          <p:nvPr/>
        </p:nvPicPr>
        <p:blipFill>
          <a:blip r:embed="rId7"/>
          <a:srcRect/>
          <a:stretch/>
        </p:blipFill>
        <p:spPr>
          <a:xfrm>
            <a:off x="704837" y="5632785"/>
            <a:ext cx="779228" cy="584128"/>
          </a:xfrm>
          <a:prstGeom prst="rect">
            <a:avLst/>
          </a:prstGeom>
          <a:blipFill dpi="0" rotWithShape="1">
            <a:blip r:embed="rId8">
              <a:extLst>
                <a:ext uri="{28A0092B-C50C-407E-A947-70E740481C1C}">
                  <a14:useLocalDpi xmlns:a14="http://schemas.microsoft.com/office/drawing/2010/main" val="0"/>
                </a:ext>
              </a:extLst>
            </a:blip>
            <a:srcRect/>
            <a:stretch>
              <a:fillRect/>
            </a:stretch>
          </a:blipFill>
        </p:spPr>
      </p:pic>
      <p:sp>
        <p:nvSpPr>
          <p:cNvPr id="26" name="Retângulo 3">
            <a:extLst>
              <a:ext uri="{FF2B5EF4-FFF2-40B4-BE49-F238E27FC236}">
                <a16:creationId xmlns:a16="http://schemas.microsoft.com/office/drawing/2014/main" id="{A49E4632-BF48-AEB8-6135-A0459DB240AB}"/>
              </a:ext>
            </a:extLst>
          </p:cNvPr>
          <p:cNvSpPr/>
          <p:nvPr/>
        </p:nvSpPr>
        <p:spPr>
          <a:xfrm>
            <a:off x="2813647" y="5688453"/>
            <a:ext cx="1017837" cy="453201"/>
          </a:xfrm>
          <a:prstGeom prst="rect">
            <a:avLst/>
          </a:prstGeom>
        </p:spPr>
        <p:txBody>
          <a:bodyPr wrap="square" lIns="0" tIns="0" rIns="0" bIns="0">
            <a:spAutoFit/>
          </a:bodyPr>
          <a:lstStyle/>
          <a:p>
            <a:pPr algn="ctr" defTabSz="720022">
              <a:buClrTx/>
              <a:defRPr/>
            </a:pPr>
            <a:r>
              <a:rPr lang="pt-BR" sz="945" kern="1200">
                <a:solidFill>
                  <a:srgbClr val="FFFFFF"/>
                </a:solidFill>
                <a:latin typeface="Versos" panose="020B0503020204030204" pitchFamily="34" charset="0"/>
                <a:ea typeface="+mn-ea"/>
              </a:rPr>
              <a:t>RATING S&amp;P:</a:t>
            </a:r>
          </a:p>
          <a:p>
            <a:pPr algn="ctr" defTabSz="720022">
              <a:buClrTx/>
              <a:defRPr/>
            </a:pPr>
            <a:r>
              <a:rPr lang="pt-BR" sz="2000" b="1" kern="1200">
                <a:solidFill>
                  <a:srgbClr val="FFFFFF"/>
                </a:solidFill>
                <a:latin typeface="Versos" panose="020B0503020204030204" pitchFamily="34" charset="0"/>
                <a:ea typeface="+mn-ea"/>
              </a:rPr>
              <a:t>brAMP1</a:t>
            </a:r>
          </a:p>
        </p:txBody>
      </p:sp>
      <p:sp>
        <p:nvSpPr>
          <p:cNvPr id="11" name="CaixaDeTexto 10">
            <a:extLst>
              <a:ext uri="{FF2B5EF4-FFF2-40B4-BE49-F238E27FC236}">
                <a16:creationId xmlns:a16="http://schemas.microsoft.com/office/drawing/2014/main" id="{B3DBDC86-F35E-5F13-D0BB-74504EB84E1F}"/>
              </a:ext>
            </a:extLst>
          </p:cNvPr>
          <p:cNvSpPr txBox="1"/>
          <p:nvPr/>
        </p:nvSpPr>
        <p:spPr>
          <a:xfrm>
            <a:off x="2763637" y="6096623"/>
            <a:ext cx="985075" cy="323165"/>
          </a:xfrm>
          <a:prstGeom prst="rect">
            <a:avLst/>
          </a:prstGeom>
          <a:noFill/>
        </p:spPr>
        <p:txBody>
          <a:bodyPr wrap="square" rtlCol="0">
            <a:spAutoFit/>
          </a:bodyPr>
          <a:lstStyle/>
          <a:p>
            <a:pPr defTabSz="914358"/>
            <a:r>
              <a:rPr lang="pt-BR" sz="500">
                <a:solidFill>
                  <a:srgbClr val="FFFFFF"/>
                </a:solidFill>
              </a:rPr>
              <a:t>Informações disponíveis em spglobal.com</a:t>
            </a:r>
          </a:p>
          <a:p>
            <a:pPr defTabSz="914358"/>
            <a:endParaRPr lang="pt-BR" sz="500">
              <a:solidFill>
                <a:srgbClr val="FFFFFF"/>
              </a:solidFill>
            </a:endParaRPr>
          </a:p>
        </p:txBody>
      </p:sp>
      <p:sp>
        <p:nvSpPr>
          <p:cNvPr id="19" name="CaixaDeTexto 10">
            <a:extLst>
              <a:ext uri="{FF2B5EF4-FFF2-40B4-BE49-F238E27FC236}">
                <a16:creationId xmlns:a16="http://schemas.microsoft.com/office/drawing/2014/main" id="{6537DAA6-AB36-4AFC-C10A-6FD87C3718FD}"/>
              </a:ext>
            </a:extLst>
          </p:cNvPr>
          <p:cNvSpPr txBox="1"/>
          <p:nvPr/>
        </p:nvSpPr>
        <p:spPr>
          <a:xfrm>
            <a:off x="5691481" y="5647217"/>
            <a:ext cx="4620450" cy="876394"/>
          </a:xfrm>
          <a:prstGeom prst="rect">
            <a:avLst/>
          </a:prstGeom>
          <a:noFill/>
        </p:spPr>
        <p:txBody>
          <a:bodyPr wrap="square" rtlCol="0">
            <a:spAutoFit/>
          </a:bodyPr>
          <a:lstStyle/>
          <a:p>
            <a:pPr defTabSz="554466">
              <a:buClrTx/>
              <a:defRPr/>
            </a:pPr>
            <a:r>
              <a:rPr lang="pt-BR" sz="849">
                <a:solidFill>
                  <a:prstClr val="white"/>
                </a:solidFill>
                <a:latin typeface="Versos Light" panose="020B0403020204030204" pitchFamily="34" charset="77"/>
                <a:ea typeface="+mn-ea"/>
              </a:rPr>
              <a:t>Avenida Brigadeiro Faria Lima, 4.300</a:t>
            </a:r>
          </a:p>
          <a:p>
            <a:pPr defTabSz="554466">
              <a:buClrTx/>
              <a:defRPr/>
            </a:pPr>
            <a:r>
              <a:rPr lang="pt-BR" sz="849">
                <a:solidFill>
                  <a:prstClr val="white"/>
                </a:solidFill>
                <a:latin typeface="Versos Light" panose="020B0403020204030204" pitchFamily="34" charset="77"/>
                <a:ea typeface="+mn-ea"/>
              </a:rPr>
              <a:t>7º andar | Vila Olímpia</a:t>
            </a:r>
          </a:p>
          <a:p>
            <a:pPr defTabSz="554466">
              <a:buClrTx/>
              <a:defRPr/>
            </a:pPr>
            <a:r>
              <a:rPr lang="pt-BR" sz="849">
                <a:solidFill>
                  <a:prstClr val="white"/>
                </a:solidFill>
                <a:latin typeface="Versos Light" panose="020B0403020204030204" pitchFamily="34" charset="77"/>
                <a:ea typeface="+mn-ea"/>
              </a:rPr>
              <a:t>CEP 04538-132 | São Paulo</a:t>
            </a:r>
          </a:p>
          <a:p>
            <a:pPr defTabSz="554466">
              <a:buClrTx/>
              <a:defRPr/>
            </a:pPr>
            <a:endParaRPr lang="pt-BR" sz="849">
              <a:solidFill>
                <a:prstClr val="white"/>
              </a:solidFill>
              <a:latin typeface="Versos" panose="020B0503020204030204" pitchFamily="34" charset="77"/>
              <a:ea typeface="+mn-ea"/>
            </a:endParaRPr>
          </a:p>
          <a:p>
            <a:pPr defTabSz="554466">
              <a:buClrTx/>
              <a:defRPr/>
            </a:pPr>
            <a:r>
              <a:rPr lang="pt-BR" sz="849" b="1">
                <a:solidFill>
                  <a:prstClr val="white"/>
                </a:solidFill>
                <a:latin typeface="Versos" panose="020B0503020204030204" pitchFamily="34" charset="77"/>
                <a:ea typeface="+mn-ea"/>
              </a:rPr>
              <a:t>www.tivio.com</a:t>
            </a:r>
          </a:p>
          <a:p>
            <a:pPr defTabSz="554466">
              <a:buClrTx/>
              <a:defRPr/>
            </a:pPr>
            <a:endParaRPr lang="pt-BR" sz="849">
              <a:solidFill>
                <a:prstClr val="white"/>
              </a:solidFill>
              <a:latin typeface="Versos" panose="020B0503020204030204" pitchFamily="34" charset="77"/>
              <a:ea typeface="+mn-ea"/>
            </a:endParaRPr>
          </a:p>
        </p:txBody>
      </p:sp>
      <p:pic>
        <p:nvPicPr>
          <p:cNvPr id="24" name="Imagem 34" descr="Uma imagem contendo Forma&#10;&#10;O conteúdo gerado por IA pode estar incorreto.">
            <a:extLst>
              <a:ext uri="{FF2B5EF4-FFF2-40B4-BE49-F238E27FC236}">
                <a16:creationId xmlns:a16="http://schemas.microsoft.com/office/drawing/2014/main" id="{B000A4D6-60A7-F0D3-D870-B2A1B6E5B0D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flipH="1">
            <a:off x="3588212" y="4206209"/>
            <a:ext cx="11687163" cy="2492600"/>
          </a:xfrm>
          <a:prstGeom prst="rect">
            <a:avLst/>
          </a:prstGeom>
        </p:spPr>
      </p:pic>
    </p:spTree>
    <p:extLst>
      <p:ext uri="{BB962C8B-B14F-4D97-AF65-F5344CB8AC3E}">
        <p14:creationId xmlns:p14="http://schemas.microsoft.com/office/powerpoint/2010/main" val="961990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418"/>
        </a:solidFill>
        <a:effectLst/>
      </p:bgPr>
    </p:bg>
    <p:spTree>
      <p:nvGrpSpPr>
        <p:cNvPr id="1" name="">
          <a:extLst>
            <a:ext uri="{FF2B5EF4-FFF2-40B4-BE49-F238E27FC236}">
              <a16:creationId xmlns:a16="http://schemas.microsoft.com/office/drawing/2014/main" id="{56865FA5-4F0F-2D9F-86E5-ED38E3941189}"/>
            </a:ext>
          </a:extLst>
        </p:cNvPr>
        <p:cNvGrpSpPr/>
        <p:nvPr/>
      </p:nvGrpSpPr>
      <p:grpSpPr>
        <a:xfrm>
          <a:off x="0" y="0"/>
          <a:ext cx="0" cy="0"/>
          <a:chOff x="0" y="0"/>
          <a:chExt cx="0" cy="0"/>
        </a:xfrm>
      </p:grpSpPr>
      <p:pic>
        <p:nvPicPr>
          <p:cNvPr id="9" name="Imagem 34" descr="Uma imagem contendo Forma&#10;&#10;O conteúdo gerado por IA pode estar incorreto.">
            <a:extLst>
              <a:ext uri="{FF2B5EF4-FFF2-40B4-BE49-F238E27FC236}">
                <a16:creationId xmlns:a16="http://schemas.microsoft.com/office/drawing/2014/main" id="{C487F8D6-6F56-3FB0-6815-21B08E8160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87316" y="1847442"/>
            <a:ext cx="11687983" cy="2492775"/>
          </a:xfrm>
          <a:prstGeom prst="rect">
            <a:avLst/>
          </a:prstGeom>
        </p:spPr>
      </p:pic>
      <p:sp>
        <p:nvSpPr>
          <p:cNvPr id="7" name="Rectangle: Rounded Corners 6">
            <a:extLst>
              <a:ext uri="{FF2B5EF4-FFF2-40B4-BE49-F238E27FC236}">
                <a16:creationId xmlns:a16="http://schemas.microsoft.com/office/drawing/2014/main" id="{376145A6-F793-5129-0BC3-F04FED3023C5}"/>
              </a:ext>
            </a:extLst>
          </p:cNvPr>
          <p:cNvSpPr/>
          <p:nvPr/>
        </p:nvSpPr>
        <p:spPr>
          <a:xfrm flipH="1">
            <a:off x="6572567" y="172617"/>
            <a:ext cx="5448371" cy="6512767"/>
          </a:xfrm>
          <a:prstGeom prst="roundRect">
            <a:avLst>
              <a:gd name="adj" fmla="val 4346"/>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Calibri"/>
              <a:ea typeface="+mn-ea"/>
              <a:cs typeface="+mn-cs"/>
              <a:sym typeface="Arial"/>
            </a:endParaRPr>
          </a:p>
        </p:txBody>
      </p:sp>
      <p:sp>
        <p:nvSpPr>
          <p:cNvPr id="2" name="object 6">
            <a:extLst>
              <a:ext uri="{FF2B5EF4-FFF2-40B4-BE49-F238E27FC236}">
                <a16:creationId xmlns:a16="http://schemas.microsoft.com/office/drawing/2014/main" id="{D5CAC8B3-E38E-379D-D219-90E866AF8CA6}"/>
              </a:ext>
            </a:extLst>
          </p:cNvPr>
          <p:cNvSpPr/>
          <p:nvPr/>
        </p:nvSpPr>
        <p:spPr>
          <a:xfrm>
            <a:off x="735901" y="5199948"/>
            <a:ext cx="2966537" cy="1007329"/>
          </a:xfrm>
          <a:custGeom>
            <a:avLst/>
            <a:gdLst/>
            <a:ahLst/>
            <a:cxnLst/>
            <a:rect l="l" t="t" r="r" b="b"/>
            <a:pathLst>
              <a:path w="4892040" h="1661159">
                <a:moveTo>
                  <a:pt x="598157" y="162128"/>
                </a:moveTo>
                <a:lnTo>
                  <a:pt x="552208" y="107619"/>
                </a:lnTo>
                <a:lnTo>
                  <a:pt x="517258" y="77089"/>
                </a:lnTo>
                <a:lnTo>
                  <a:pt x="478993" y="51600"/>
                </a:lnTo>
                <a:lnTo>
                  <a:pt x="437870" y="31381"/>
                </a:lnTo>
                <a:lnTo>
                  <a:pt x="394347" y="16649"/>
                </a:lnTo>
                <a:lnTo>
                  <a:pt x="348894" y="7645"/>
                </a:lnTo>
                <a:lnTo>
                  <a:pt x="301955" y="4597"/>
                </a:lnTo>
                <a:lnTo>
                  <a:pt x="0" y="4597"/>
                </a:lnTo>
                <a:lnTo>
                  <a:pt x="0" y="162128"/>
                </a:lnTo>
                <a:lnTo>
                  <a:pt x="598157" y="162128"/>
                </a:lnTo>
                <a:close/>
              </a:path>
              <a:path w="4892040" h="1661159">
                <a:moveTo>
                  <a:pt x="686130" y="667334"/>
                </a:moveTo>
                <a:lnTo>
                  <a:pt x="681558" y="664121"/>
                </a:lnTo>
                <a:lnTo>
                  <a:pt x="681558" y="391325"/>
                </a:lnTo>
                <a:lnTo>
                  <a:pt x="678510" y="344347"/>
                </a:lnTo>
                <a:lnTo>
                  <a:pt x="669455" y="298767"/>
                </a:lnTo>
                <a:lnTo>
                  <a:pt x="654519" y="254977"/>
                </a:lnTo>
                <a:lnTo>
                  <a:pt x="633844" y="213360"/>
                </a:lnTo>
                <a:lnTo>
                  <a:pt x="607568" y="174294"/>
                </a:lnTo>
                <a:lnTo>
                  <a:pt x="598157" y="162128"/>
                </a:lnTo>
                <a:lnTo>
                  <a:pt x="588746" y="174294"/>
                </a:lnTo>
                <a:lnTo>
                  <a:pt x="562470" y="213360"/>
                </a:lnTo>
                <a:lnTo>
                  <a:pt x="541794" y="254977"/>
                </a:lnTo>
                <a:lnTo>
                  <a:pt x="526859" y="298767"/>
                </a:lnTo>
                <a:lnTo>
                  <a:pt x="517804" y="344347"/>
                </a:lnTo>
                <a:lnTo>
                  <a:pt x="514743" y="391325"/>
                </a:lnTo>
                <a:lnTo>
                  <a:pt x="514629" y="1019911"/>
                </a:lnTo>
                <a:lnTo>
                  <a:pt x="514743" y="1031824"/>
                </a:lnTo>
                <a:lnTo>
                  <a:pt x="681685" y="1031824"/>
                </a:lnTo>
                <a:lnTo>
                  <a:pt x="681558" y="673976"/>
                </a:lnTo>
                <a:lnTo>
                  <a:pt x="686130" y="667334"/>
                </a:lnTo>
                <a:close/>
              </a:path>
              <a:path w="4892040" h="1661159">
                <a:moveTo>
                  <a:pt x="1196327" y="4597"/>
                </a:moveTo>
                <a:lnTo>
                  <a:pt x="894384" y="4597"/>
                </a:lnTo>
                <a:lnTo>
                  <a:pt x="847432" y="7645"/>
                </a:lnTo>
                <a:lnTo>
                  <a:pt x="801966" y="16649"/>
                </a:lnTo>
                <a:lnTo>
                  <a:pt x="758444" y="31381"/>
                </a:lnTo>
                <a:lnTo>
                  <a:pt x="717321" y="51600"/>
                </a:lnTo>
                <a:lnTo>
                  <a:pt x="679056" y="77089"/>
                </a:lnTo>
                <a:lnTo>
                  <a:pt x="644105" y="107619"/>
                </a:lnTo>
                <a:lnTo>
                  <a:pt x="612952" y="142976"/>
                </a:lnTo>
                <a:lnTo>
                  <a:pt x="598182" y="162128"/>
                </a:lnTo>
                <a:lnTo>
                  <a:pt x="1196327" y="162128"/>
                </a:lnTo>
                <a:lnTo>
                  <a:pt x="1196327" y="4597"/>
                </a:lnTo>
                <a:close/>
              </a:path>
              <a:path w="4892040" h="1661159">
                <a:moveTo>
                  <a:pt x="1602905" y="13525"/>
                </a:moveTo>
                <a:lnTo>
                  <a:pt x="1440751" y="13525"/>
                </a:lnTo>
                <a:lnTo>
                  <a:pt x="1440751" y="1051445"/>
                </a:lnTo>
                <a:lnTo>
                  <a:pt x="1602905" y="1051445"/>
                </a:lnTo>
                <a:lnTo>
                  <a:pt x="1602905" y="13525"/>
                </a:lnTo>
                <a:close/>
              </a:path>
              <a:path w="4892040" h="1661159">
                <a:moveTo>
                  <a:pt x="1772564" y="1390700"/>
                </a:moveTo>
                <a:lnTo>
                  <a:pt x="1752968" y="1335557"/>
                </a:lnTo>
                <a:lnTo>
                  <a:pt x="1716811" y="1293393"/>
                </a:lnTo>
                <a:lnTo>
                  <a:pt x="1667090" y="1266647"/>
                </a:lnTo>
                <a:lnTo>
                  <a:pt x="1606765" y="1257731"/>
                </a:lnTo>
                <a:lnTo>
                  <a:pt x="1579333" y="1259306"/>
                </a:lnTo>
                <a:lnTo>
                  <a:pt x="1529537" y="1271905"/>
                </a:lnTo>
                <a:lnTo>
                  <a:pt x="1486928" y="1296797"/>
                </a:lnTo>
                <a:lnTo>
                  <a:pt x="1453819" y="1332306"/>
                </a:lnTo>
                <a:lnTo>
                  <a:pt x="1430832" y="1377696"/>
                </a:lnTo>
                <a:lnTo>
                  <a:pt x="1419212" y="1430312"/>
                </a:lnTo>
                <a:lnTo>
                  <a:pt x="1417751" y="1459179"/>
                </a:lnTo>
                <a:lnTo>
                  <a:pt x="1419212" y="1488262"/>
                </a:lnTo>
                <a:lnTo>
                  <a:pt x="1430832" y="1541030"/>
                </a:lnTo>
                <a:lnTo>
                  <a:pt x="1453819" y="1586204"/>
                </a:lnTo>
                <a:lnTo>
                  <a:pt x="1486928" y="1621561"/>
                </a:lnTo>
                <a:lnTo>
                  <a:pt x="1529537" y="1646440"/>
                </a:lnTo>
                <a:lnTo>
                  <a:pt x="1579333" y="1659026"/>
                </a:lnTo>
                <a:lnTo>
                  <a:pt x="1606765" y="1660588"/>
                </a:lnTo>
                <a:lnTo>
                  <a:pt x="1638477" y="1658366"/>
                </a:lnTo>
                <a:lnTo>
                  <a:pt x="1693494" y="1640547"/>
                </a:lnTo>
                <a:lnTo>
                  <a:pt x="1736712" y="1605508"/>
                </a:lnTo>
                <a:lnTo>
                  <a:pt x="1764296" y="1556854"/>
                </a:lnTo>
                <a:lnTo>
                  <a:pt x="1722767" y="1527644"/>
                </a:lnTo>
                <a:lnTo>
                  <a:pt x="1715897" y="1547393"/>
                </a:lnTo>
                <a:lnTo>
                  <a:pt x="1706638" y="1564779"/>
                </a:lnTo>
                <a:lnTo>
                  <a:pt x="1664652" y="1602447"/>
                </a:lnTo>
                <a:lnTo>
                  <a:pt x="1626476" y="1613916"/>
                </a:lnTo>
                <a:lnTo>
                  <a:pt x="1604518" y="1615351"/>
                </a:lnTo>
                <a:lnTo>
                  <a:pt x="1584744" y="1614106"/>
                </a:lnTo>
                <a:lnTo>
                  <a:pt x="1532648" y="1595551"/>
                </a:lnTo>
                <a:lnTo>
                  <a:pt x="1494091" y="1556931"/>
                </a:lnTo>
                <a:lnTo>
                  <a:pt x="1477530" y="1521663"/>
                </a:lnTo>
                <a:lnTo>
                  <a:pt x="1469186" y="1481213"/>
                </a:lnTo>
                <a:lnTo>
                  <a:pt x="1468145" y="1459179"/>
                </a:lnTo>
                <a:lnTo>
                  <a:pt x="1469186" y="1436916"/>
                </a:lnTo>
                <a:lnTo>
                  <a:pt x="1477530" y="1396326"/>
                </a:lnTo>
                <a:lnTo>
                  <a:pt x="1494091" y="1361274"/>
                </a:lnTo>
                <a:lnTo>
                  <a:pt x="1532648" y="1322819"/>
                </a:lnTo>
                <a:lnTo>
                  <a:pt x="1584744" y="1304239"/>
                </a:lnTo>
                <a:lnTo>
                  <a:pt x="1604518" y="1303007"/>
                </a:lnTo>
                <a:lnTo>
                  <a:pt x="1626273" y="1304455"/>
                </a:lnTo>
                <a:lnTo>
                  <a:pt x="1664601" y="1316075"/>
                </a:lnTo>
                <a:lnTo>
                  <a:pt x="1695577" y="1338948"/>
                </a:lnTo>
                <a:lnTo>
                  <a:pt x="1716659" y="1371193"/>
                </a:lnTo>
                <a:lnTo>
                  <a:pt x="1723339" y="1390700"/>
                </a:lnTo>
                <a:lnTo>
                  <a:pt x="1772564" y="1390700"/>
                </a:lnTo>
                <a:close/>
              </a:path>
              <a:path w="4892040" h="1661159">
                <a:moveTo>
                  <a:pt x="2362708" y="1657223"/>
                </a:moveTo>
                <a:lnTo>
                  <a:pt x="2322068" y="1550276"/>
                </a:lnTo>
                <a:lnTo>
                  <a:pt x="2305075" y="1505572"/>
                </a:lnTo>
                <a:lnTo>
                  <a:pt x="2253475" y="1369783"/>
                </a:lnTo>
                <a:lnTo>
                  <a:pt x="2253475" y="1505572"/>
                </a:lnTo>
                <a:lnTo>
                  <a:pt x="2110333" y="1505572"/>
                </a:lnTo>
                <a:lnTo>
                  <a:pt x="2181618" y="1314869"/>
                </a:lnTo>
                <a:lnTo>
                  <a:pt x="2253475" y="1505572"/>
                </a:lnTo>
                <a:lnTo>
                  <a:pt x="2253475" y="1369783"/>
                </a:lnTo>
                <a:lnTo>
                  <a:pt x="2232609" y="1314869"/>
                </a:lnTo>
                <a:lnTo>
                  <a:pt x="2212200" y="1261135"/>
                </a:lnTo>
                <a:lnTo>
                  <a:pt x="2153907" y="1261135"/>
                </a:lnTo>
                <a:lnTo>
                  <a:pt x="2002853" y="1657223"/>
                </a:lnTo>
                <a:lnTo>
                  <a:pt x="2053755" y="1657223"/>
                </a:lnTo>
                <a:lnTo>
                  <a:pt x="2095627" y="1550276"/>
                </a:lnTo>
                <a:lnTo>
                  <a:pt x="2268194" y="1550276"/>
                </a:lnTo>
                <a:lnTo>
                  <a:pt x="2310066" y="1657223"/>
                </a:lnTo>
                <a:lnTo>
                  <a:pt x="2362708" y="1657223"/>
                </a:lnTo>
                <a:close/>
              </a:path>
              <a:path w="4892040" h="1661159">
                <a:moveTo>
                  <a:pt x="2445664" y="1051445"/>
                </a:moveTo>
                <a:lnTo>
                  <a:pt x="2028228" y="13512"/>
                </a:lnTo>
                <a:lnTo>
                  <a:pt x="1841347" y="13512"/>
                </a:lnTo>
                <a:lnTo>
                  <a:pt x="2215438" y="905535"/>
                </a:lnTo>
                <a:lnTo>
                  <a:pt x="2236724" y="944880"/>
                </a:lnTo>
                <a:lnTo>
                  <a:pt x="2264943" y="978966"/>
                </a:lnTo>
                <a:lnTo>
                  <a:pt x="2299144" y="1007224"/>
                </a:lnTo>
                <a:lnTo>
                  <a:pt x="2338362" y="1029017"/>
                </a:lnTo>
                <a:lnTo>
                  <a:pt x="2381643" y="1043762"/>
                </a:lnTo>
                <a:lnTo>
                  <a:pt x="2428036" y="1050874"/>
                </a:lnTo>
                <a:lnTo>
                  <a:pt x="2427795" y="1051445"/>
                </a:lnTo>
                <a:lnTo>
                  <a:pt x="2445664" y="1051445"/>
                </a:lnTo>
                <a:close/>
              </a:path>
              <a:path w="4892040" h="1661159">
                <a:moveTo>
                  <a:pt x="2905874" y="1382776"/>
                </a:moveTo>
                <a:lnTo>
                  <a:pt x="2904934" y="1366151"/>
                </a:lnTo>
                <a:lnTo>
                  <a:pt x="2904871" y="1364983"/>
                </a:lnTo>
                <a:lnTo>
                  <a:pt x="2901848" y="1348333"/>
                </a:lnTo>
                <a:lnTo>
                  <a:pt x="2896806" y="1332865"/>
                </a:lnTo>
                <a:lnTo>
                  <a:pt x="2889745" y="1318564"/>
                </a:lnTo>
                <a:lnTo>
                  <a:pt x="2881350" y="1306410"/>
                </a:lnTo>
                <a:lnTo>
                  <a:pt x="2880817" y="1305623"/>
                </a:lnTo>
                <a:lnTo>
                  <a:pt x="2870149" y="1294244"/>
                </a:lnTo>
                <a:lnTo>
                  <a:pt x="2857754" y="1284414"/>
                </a:lnTo>
                <a:lnTo>
                  <a:pt x="2855506" y="1283106"/>
                </a:lnTo>
                <a:lnTo>
                  <a:pt x="2855506" y="1382776"/>
                </a:lnTo>
                <a:lnTo>
                  <a:pt x="2854058" y="1399451"/>
                </a:lnTo>
                <a:lnTo>
                  <a:pt x="2832316" y="1438795"/>
                </a:lnTo>
                <a:lnTo>
                  <a:pt x="2788602" y="1458429"/>
                </a:lnTo>
                <a:lnTo>
                  <a:pt x="2770060" y="1459738"/>
                </a:lnTo>
                <a:lnTo>
                  <a:pt x="2671622" y="1459738"/>
                </a:lnTo>
                <a:lnTo>
                  <a:pt x="2671622" y="1306410"/>
                </a:lnTo>
                <a:lnTo>
                  <a:pt x="2770644" y="1306410"/>
                </a:lnTo>
                <a:lnTo>
                  <a:pt x="2820136" y="1318031"/>
                </a:lnTo>
                <a:lnTo>
                  <a:pt x="2849778" y="1351330"/>
                </a:lnTo>
                <a:lnTo>
                  <a:pt x="2855506" y="1382776"/>
                </a:lnTo>
                <a:lnTo>
                  <a:pt x="2855506" y="1283106"/>
                </a:lnTo>
                <a:lnTo>
                  <a:pt x="2811373" y="1264894"/>
                </a:lnTo>
                <a:lnTo>
                  <a:pt x="2774607" y="1261135"/>
                </a:lnTo>
                <a:lnTo>
                  <a:pt x="2622410" y="1261135"/>
                </a:lnTo>
                <a:lnTo>
                  <a:pt x="2622410" y="1657210"/>
                </a:lnTo>
                <a:lnTo>
                  <a:pt x="2671622" y="1657210"/>
                </a:lnTo>
                <a:lnTo>
                  <a:pt x="2671622" y="1505000"/>
                </a:lnTo>
                <a:lnTo>
                  <a:pt x="2774607" y="1505000"/>
                </a:lnTo>
                <a:lnTo>
                  <a:pt x="2827909" y="1496568"/>
                </a:lnTo>
                <a:lnTo>
                  <a:pt x="2869730" y="1471841"/>
                </a:lnTo>
                <a:lnTo>
                  <a:pt x="2896641" y="1432864"/>
                </a:lnTo>
                <a:lnTo>
                  <a:pt x="2904845" y="1400606"/>
                </a:lnTo>
                <a:lnTo>
                  <a:pt x="2905874" y="1382776"/>
                </a:lnTo>
                <a:close/>
              </a:path>
              <a:path w="4892040" h="1661159">
                <a:moveTo>
                  <a:pt x="3049994" y="13512"/>
                </a:moveTo>
                <a:lnTo>
                  <a:pt x="2863088" y="13512"/>
                </a:lnTo>
                <a:lnTo>
                  <a:pt x="2445664" y="1051445"/>
                </a:lnTo>
                <a:lnTo>
                  <a:pt x="2463546" y="1051445"/>
                </a:lnTo>
                <a:lnTo>
                  <a:pt x="2463304" y="1050874"/>
                </a:lnTo>
                <a:lnTo>
                  <a:pt x="2509697" y="1043762"/>
                </a:lnTo>
                <a:lnTo>
                  <a:pt x="2552979" y="1029017"/>
                </a:lnTo>
                <a:lnTo>
                  <a:pt x="2592197" y="1007224"/>
                </a:lnTo>
                <a:lnTo>
                  <a:pt x="2626385" y="978966"/>
                </a:lnTo>
                <a:lnTo>
                  <a:pt x="2654604" y="944880"/>
                </a:lnTo>
                <a:lnTo>
                  <a:pt x="2675902" y="905535"/>
                </a:lnTo>
                <a:lnTo>
                  <a:pt x="3049994" y="13512"/>
                </a:lnTo>
                <a:close/>
              </a:path>
              <a:path w="4892040" h="1661159">
                <a:moveTo>
                  <a:pt x="3222739" y="1261122"/>
                </a:moveTo>
                <a:lnTo>
                  <a:pt x="3173526" y="1261122"/>
                </a:lnTo>
                <a:lnTo>
                  <a:pt x="3173526" y="1657197"/>
                </a:lnTo>
                <a:lnTo>
                  <a:pt x="3222739" y="1657197"/>
                </a:lnTo>
                <a:lnTo>
                  <a:pt x="3222739" y="1261122"/>
                </a:lnTo>
                <a:close/>
              </a:path>
              <a:path w="4892040" h="1661159">
                <a:moveTo>
                  <a:pt x="3450590" y="13525"/>
                </a:moveTo>
                <a:lnTo>
                  <a:pt x="3288436" y="13525"/>
                </a:lnTo>
                <a:lnTo>
                  <a:pt x="3288436" y="1051445"/>
                </a:lnTo>
                <a:lnTo>
                  <a:pt x="3450590" y="1051445"/>
                </a:lnTo>
                <a:lnTo>
                  <a:pt x="3450590" y="13525"/>
                </a:lnTo>
                <a:close/>
              </a:path>
              <a:path w="4892040" h="1661159">
                <a:moveTo>
                  <a:pt x="3796487" y="1261135"/>
                </a:moveTo>
                <a:lnTo>
                  <a:pt x="3490379" y="1261135"/>
                </a:lnTo>
                <a:lnTo>
                  <a:pt x="3490379" y="1306855"/>
                </a:lnTo>
                <a:lnTo>
                  <a:pt x="3618801" y="1306855"/>
                </a:lnTo>
                <a:lnTo>
                  <a:pt x="3618801" y="1657375"/>
                </a:lnTo>
                <a:lnTo>
                  <a:pt x="3668064" y="1657375"/>
                </a:lnTo>
                <a:lnTo>
                  <a:pt x="3668064" y="1306855"/>
                </a:lnTo>
                <a:lnTo>
                  <a:pt x="3796487" y="1306855"/>
                </a:lnTo>
                <a:lnTo>
                  <a:pt x="3796487" y="1261135"/>
                </a:lnTo>
                <a:close/>
              </a:path>
              <a:path w="4892040" h="1661159">
                <a:moveTo>
                  <a:pt x="4335157" y="1657223"/>
                </a:moveTo>
                <a:lnTo>
                  <a:pt x="4294517" y="1550276"/>
                </a:lnTo>
                <a:lnTo>
                  <a:pt x="4277525" y="1505572"/>
                </a:lnTo>
                <a:lnTo>
                  <a:pt x="4225925" y="1369758"/>
                </a:lnTo>
                <a:lnTo>
                  <a:pt x="4225925" y="1505572"/>
                </a:lnTo>
                <a:lnTo>
                  <a:pt x="4082783" y="1505572"/>
                </a:lnTo>
                <a:lnTo>
                  <a:pt x="4154068" y="1314869"/>
                </a:lnTo>
                <a:lnTo>
                  <a:pt x="4225925" y="1505572"/>
                </a:lnTo>
                <a:lnTo>
                  <a:pt x="4225925" y="1369758"/>
                </a:lnTo>
                <a:lnTo>
                  <a:pt x="4205071" y="1314869"/>
                </a:lnTo>
                <a:lnTo>
                  <a:pt x="4184650" y="1261135"/>
                </a:lnTo>
                <a:lnTo>
                  <a:pt x="4126369" y="1261135"/>
                </a:lnTo>
                <a:lnTo>
                  <a:pt x="3975303" y="1657223"/>
                </a:lnTo>
                <a:lnTo>
                  <a:pt x="4026217" y="1657223"/>
                </a:lnTo>
                <a:lnTo>
                  <a:pt x="4068089" y="1550276"/>
                </a:lnTo>
                <a:lnTo>
                  <a:pt x="4240644" y="1550276"/>
                </a:lnTo>
                <a:lnTo>
                  <a:pt x="4282516" y="1657223"/>
                </a:lnTo>
                <a:lnTo>
                  <a:pt x="4335157" y="1657223"/>
                </a:lnTo>
                <a:close/>
              </a:path>
              <a:path w="4892040" h="1661159">
                <a:moveTo>
                  <a:pt x="4824552" y="1611490"/>
                </a:moveTo>
                <a:lnTo>
                  <a:pt x="4644060" y="1611490"/>
                </a:lnTo>
                <a:lnTo>
                  <a:pt x="4644060" y="1260970"/>
                </a:lnTo>
                <a:lnTo>
                  <a:pt x="4594847" y="1260970"/>
                </a:lnTo>
                <a:lnTo>
                  <a:pt x="4594847" y="1611490"/>
                </a:lnTo>
                <a:lnTo>
                  <a:pt x="4594847" y="1657210"/>
                </a:lnTo>
                <a:lnTo>
                  <a:pt x="4824552" y="1657210"/>
                </a:lnTo>
                <a:lnTo>
                  <a:pt x="4824552" y="1611490"/>
                </a:lnTo>
                <a:close/>
              </a:path>
              <a:path w="4892040" h="1661159">
                <a:moveTo>
                  <a:pt x="4891735" y="532498"/>
                </a:moveTo>
                <a:lnTo>
                  <a:pt x="4889538" y="482015"/>
                </a:lnTo>
                <a:lnTo>
                  <a:pt x="4883023" y="432930"/>
                </a:lnTo>
                <a:lnTo>
                  <a:pt x="4872266" y="385470"/>
                </a:lnTo>
                <a:lnTo>
                  <a:pt x="4857369" y="339839"/>
                </a:lnTo>
                <a:lnTo>
                  <a:pt x="4838408" y="296240"/>
                </a:lnTo>
                <a:lnTo>
                  <a:pt x="4815497" y="254889"/>
                </a:lnTo>
                <a:lnTo>
                  <a:pt x="4788700" y="215976"/>
                </a:lnTo>
                <a:lnTo>
                  <a:pt x="4758131" y="179717"/>
                </a:lnTo>
                <a:lnTo>
                  <a:pt x="4725047" y="147472"/>
                </a:lnTo>
                <a:lnTo>
                  <a:pt x="4725047" y="532498"/>
                </a:lnTo>
                <a:lnTo>
                  <a:pt x="4721745" y="585076"/>
                </a:lnTo>
                <a:lnTo>
                  <a:pt x="4711941" y="634657"/>
                </a:lnTo>
                <a:lnTo>
                  <a:pt x="4695736" y="680986"/>
                </a:lnTo>
                <a:lnTo>
                  <a:pt x="4673270" y="723773"/>
                </a:lnTo>
                <a:lnTo>
                  <a:pt x="4644644" y="762762"/>
                </a:lnTo>
                <a:lnTo>
                  <a:pt x="4609973" y="797648"/>
                </a:lnTo>
                <a:lnTo>
                  <a:pt x="4574832" y="824598"/>
                </a:lnTo>
                <a:lnTo>
                  <a:pt x="4535983" y="847598"/>
                </a:lnTo>
                <a:lnTo>
                  <a:pt x="4493628" y="866559"/>
                </a:lnTo>
                <a:lnTo>
                  <a:pt x="4447984" y="881418"/>
                </a:lnTo>
                <a:lnTo>
                  <a:pt x="4399254" y="892124"/>
                </a:lnTo>
                <a:lnTo>
                  <a:pt x="4347654" y="898601"/>
                </a:lnTo>
                <a:lnTo>
                  <a:pt x="4293374" y="900772"/>
                </a:lnTo>
                <a:lnTo>
                  <a:pt x="4239095" y="898601"/>
                </a:lnTo>
                <a:lnTo>
                  <a:pt x="4187494" y="892124"/>
                </a:lnTo>
                <a:lnTo>
                  <a:pt x="4138765" y="881418"/>
                </a:lnTo>
                <a:lnTo>
                  <a:pt x="4093121" y="866559"/>
                </a:lnTo>
                <a:lnTo>
                  <a:pt x="4050766" y="847598"/>
                </a:lnTo>
                <a:lnTo>
                  <a:pt x="4011917" y="824598"/>
                </a:lnTo>
                <a:lnTo>
                  <a:pt x="3976763" y="797648"/>
                </a:lnTo>
                <a:lnTo>
                  <a:pt x="3942105" y="762762"/>
                </a:lnTo>
                <a:lnTo>
                  <a:pt x="3913479" y="723773"/>
                </a:lnTo>
                <a:lnTo>
                  <a:pt x="3891000" y="680986"/>
                </a:lnTo>
                <a:lnTo>
                  <a:pt x="3874795" y="634657"/>
                </a:lnTo>
                <a:lnTo>
                  <a:pt x="3864991" y="585076"/>
                </a:lnTo>
                <a:lnTo>
                  <a:pt x="3861701" y="532498"/>
                </a:lnTo>
                <a:lnTo>
                  <a:pt x="3864991" y="479907"/>
                </a:lnTo>
                <a:lnTo>
                  <a:pt x="3874795" y="430314"/>
                </a:lnTo>
                <a:lnTo>
                  <a:pt x="3891000" y="383997"/>
                </a:lnTo>
                <a:lnTo>
                  <a:pt x="3913479" y="341198"/>
                </a:lnTo>
                <a:lnTo>
                  <a:pt x="3942105" y="302234"/>
                </a:lnTo>
                <a:lnTo>
                  <a:pt x="3976763" y="267347"/>
                </a:lnTo>
                <a:lnTo>
                  <a:pt x="4011917" y="240398"/>
                </a:lnTo>
                <a:lnTo>
                  <a:pt x="4050766" y="217398"/>
                </a:lnTo>
                <a:lnTo>
                  <a:pt x="4093121" y="198437"/>
                </a:lnTo>
                <a:lnTo>
                  <a:pt x="4138765" y="183578"/>
                </a:lnTo>
                <a:lnTo>
                  <a:pt x="4187494" y="172872"/>
                </a:lnTo>
                <a:lnTo>
                  <a:pt x="4239095" y="166395"/>
                </a:lnTo>
                <a:lnTo>
                  <a:pt x="4293374" y="164223"/>
                </a:lnTo>
                <a:lnTo>
                  <a:pt x="4347654" y="166395"/>
                </a:lnTo>
                <a:lnTo>
                  <a:pt x="4399254" y="172872"/>
                </a:lnTo>
                <a:lnTo>
                  <a:pt x="4447984" y="183578"/>
                </a:lnTo>
                <a:lnTo>
                  <a:pt x="4493628" y="198437"/>
                </a:lnTo>
                <a:lnTo>
                  <a:pt x="4535983" y="217398"/>
                </a:lnTo>
                <a:lnTo>
                  <a:pt x="4574832" y="240398"/>
                </a:lnTo>
                <a:lnTo>
                  <a:pt x="4609973" y="267347"/>
                </a:lnTo>
                <a:lnTo>
                  <a:pt x="4644644" y="302234"/>
                </a:lnTo>
                <a:lnTo>
                  <a:pt x="4673270" y="341198"/>
                </a:lnTo>
                <a:lnTo>
                  <a:pt x="4695736" y="383997"/>
                </a:lnTo>
                <a:lnTo>
                  <a:pt x="4711941" y="430314"/>
                </a:lnTo>
                <a:lnTo>
                  <a:pt x="4721745" y="479907"/>
                </a:lnTo>
                <a:lnTo>
                  <a:pt x="4725047" y="532498"/>
                </a:lnTo>
                <a:lnTo>
                  <a:pt x="4725047" y="147472"/>
                </a:lnTo>
                <a:lnTo>
                  <a:pt x="4686300" y="116103"/>
                </a:lnTo>
                <a:lnTo>
                  <a:pt x="4645838" y="89255"/>
                </a:lnTo>
                <a:lnTo>
                  <a:pt x="4602645" y="65849"/>
                </a:lnTo>
                <a:lnTo>
                  <a:pt x="4556836" y="45910"/>
                </a:lnTo>
                <a:lnTo>
                  <a:pt x="4508563" y="29502"/>
                </a:lnTo>
                <a:lnTo>
                  <a:pt x="4457941" y="16662"/>
                </a:lnTo>
                <a:lnTo>
                  <a:pt x="4405109" y="7442"/>
                </a:lnTo>
                <a:lnTo>
                  <a:pt x="4350207" y="1866"/>
                </a:lnTo>
                <a:lnTo>
                  <a:pt x="4293374" y="0"/>
                </a:lnTo>
                <a:lnTo>
                  <a:pt x="4236529" y="1866"/>
                </a:lnTo>
                <a:lnTo>
                  <a:pt x="4181627" y="7442"/>
                </a:lnTo>
                <a:lnTo>
                  <a:pt x="4128795" y="16662"/>
                </a:lnTo>
                <a:lnTo>
                  <a:pt x="4078186" y="29502"/>
                </a:lnTo>
                <a:lnTo>
                  <a:pt x="4029913" y="45910"/>
                </a:lnTo>
                <a:lnTo>
                  <a:pt x="3984104" y="65849"/>
                </a:lnTo>
                <a:lnTo>
                  <a:pt x="3940911" y="89255"/>
                </a:lnTo>
                <a:lnTo>
                  <a:pt x="3900449" y="116103"/>
                </a:lnTo>
                <a:lnTo>
                  <a:pt x="3862857" y="146329"/>
                </a:lnTo>
                <a:lnTo>
                  <a:pt x="3828592" y="179717"/>
                </a:lnTo>
                <a:lnTo>
                  <a:pt x="3798024" y="215976"/>
                </a:lnTo>
                <a:lnTo>
                  <a:pt x="3771239" y="254889"/>
                </a:lnTo>
                <a:lnTo>
                  <a:pt x="3748328" y="296240"/>
                </a:lnTo>
                <a:lnTo>
                  <a:pt x="3729393" y="339839"/>
                </a:lnTo>
                <a:lnTo>
                  <a:pt x="3714496" y="385470"/>
                </a:lnTo>
                <a:lnTo>
                  <a:pt x="3703751" y="432930"/>
                </a:lnTo>
                <a:lnTo>
                  <a:pt x="3697236" y="482015"/>
                </a:lnTo>
                <a:lnTo>
                  <a:pt x="3695039" y="532498"/>
                </a:lnTo>
                <a:lnTo>
                  <a:pt x="3697236" y="582980"/>
                </a:lnTo>
                <a:lnTo>
                  <a:pt x="3703751" y="632053"/>
                </a:lnTo>
                <a:lnTo>
                  <a:pt x="3714496" y="679513"/>
                </a:lnTo>
                <a:lnTo>
                  <a:pt x="3729393" y="725144"/>
                </a:lnTo>
                <a:lnTo>
                  <a:pt x="3748328" y="768743"/>
                </a:lnTo>
                <a:lnTo>
                  <a:pt x="3771239" y="810094"/>
                </a:lnTo>
                <a:lnTo>
                  <a:pt x="3798024" y="849007"/>
                </a:lnTo>
                <a:lnTo>
                  <a:pt x="3828592" y="885253"/>
                </a:lnTo>
                <a:lnTo>
                  <a:pt x="3862857" y="918641"/>
                </a:lnTo>
                <a:lnTo>
                  <a:pt x="3900449" y="948880"/>
                </a:lnTo>
                <a:lnTo>
                  <a:pt x="3940911" y="975728"/>
                </a:lnTo>
                <a:lnTo>
                  <a:pt x="3984104" y="999147"/>
                </a:lnTo>
                <a:lnTo>
                  <a:pt x="4029913" y="1019073"/>
                </a:lnTo>
                <a:lnTo>
                  <a:pt x="4078186" y="1035481"/>
                </a:lnTo>
                <a:lnTo>
                  <a:pt x="4128795" y="1048334"/>
                </a:lnTo>
                <a:lnTo>
                  <a:pt x="4181627" y="1057554"/>
                </a:lnTo>
                <a:lnTo>
                  <a:pt x="4236529" y="1063129"/>
                </a:lnTo>
                <a:lnTo>
                  <a:pt x="4293374" y="1064996"/>
                </a:lnTo>
                <a:lnTo>
                  <a:pt x="4350207" y="1063129"/>
                </a:lnTo>
                <a:lnTo>
                  <a:pt x="4405109" y="1057554"/>
                </a:lnTo>
                <a:lnTo>
                  <a:pt x="4457941" y="1048334"/>
                </a:lnTo>
                <a:lnTo>
                  <a:pt x="4508563" y="1035481"/>
                </a:lnTo>
                <a:lnTo>
                  <a:pt x="4556836" y="1019073"/>
                </a:lnTo>
                <a:lnTo>
                  <a:pt x="4602645" y="999147"/>
                </a:lnTo>
                <a:lnTo>
                  <a:pt x="4645838" y="975728"/>
                </a:lnTo>
                <a:lnTo>
                  <a:pt x="4686300" y="948880"/>
                </a:lnTo>
                <a:lnTo>
                  <a:pt x="4723879" y="918641"/>
                </a:lnTo>
                <a:lnTo>
                  <a:pt x="4758131" y="885253"/>
                </a:lnTo>
                <a:lnTo>
                  <a:pt x="4788700" y="849007"/>
                </a:lnTo>
                <a:lnTo>
                  <a:pt x="4815497" y="810094"/>
                </a:lnTo>
                <a:lnTo>
                  <a:pt x="4838408" y="768743"/>
                </a:lnTo>
                <a:lnTo>
                  <a:pt x="4857369" y="725144"/>
                </a:lnTo>
                <a:lnTo>
                  <a:pt x="4872266" y="679513"/>
                </a:lnTo>
                <a:lnTo>
                  <a:pt x="4883023" y="632053"/>
                </a:lnTo>
                <a:lnTo>
                  <a:pt x="4889538" y="582980"/>
                </a:lnTo>
                <a:lnTo>
                  <a:pt x="4891735" y="532498"/>
                </a:lnTo>
                <a:close/>
              </a:path>
            </a:pathLst>
          </a:custGeom>
          <a:solidFill>
            <a:srgbClr val="FFFFFF"/>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latin typeface="Calibri"/>
              <a:ea typeface="+mn-ea"/>
              <a:cs typeface="Arial"/>
              <a:sym typeface="Arial"/>
            </a:endParaRPr>
          </a:p>
        </p:txBody>
      </p:sp>
      <p:sp>
        <p:nvSpPr>
          <p:cNvPr id="8" name="CaixaDeTexto 10">
            <a:extLst>
              <a:ext uri="{FF2B5EF4-FFF2-40B4-BE49-F238E27FC236}">
                <a16:creationId xmlns:a16="http://schemas.microsoft.com/office/drawing/2014/main" id="{3BD53DEB-6D75-149B-E68E-11DBA1CE56C4}"/>
              </a:ext>
            </a:extLst>
          </p:cNvPr>
          <p:cNvSpPr txBox="1"/>
          <p:nvPr/>
        </p:nvSpPr>
        <p:spPr>
          <a:xfrm>
            <a:off x="735901" y="3429000"/>
            <a:ext cx="4620775" cy="1435778"/>
          </a:xfrm>
          <a:prstGeom prst="rect">
            <a:avLst/>
          </a:prstGeom>
          <a:noFill/>
        </p:spPr>
        <p:txBody>
          <a:bodyPr wrap="square" rtlCol="0">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pt-BR" sz="1455" b="0" i="0" u="none" strike="noStrike" kern="0" cap="none" spc="0" normalizeH="0" baseline="0" noProof="0">
                <a:ln>
                  <a:noFill/>
                </a:ln>
                <a:solidFill>
                  <a:prstClr val="white"/>
                </a:solidFill>
                <a:effectLst/>
                <a:uLnTx/>
                <a:uFillTx/>
                <a:latin typeface="Versos Light" panose="020B0403020204030204" pitchFamily="34" charset="77"/>
                <a:ea typeface="+mn-ea"/>
                <a:cs typeface="Arial"/>
                <a:sym typeface="Arial"/>
              </a:rPr>
              <a:t>Avenida Brigadeiro Faria Lima, 4.300</a:t>
            </a:r>
          </a:p>
          <a:p>
            <a:pPr marL="0" marR="0" lvl="0" indent="0" algn="l" defTabSz="554492" rtl="0" eaLnBrk="1" fontAlgn="auto" latinLnBrk="0" hangingPunct="1">
              <a:lnSpc>
                <a:spcPct val="100000"/>
              </a:lnSpc>
              <a:spcBef>
                <a:spcPts val="0"/>
              </a:spcBef>
              <a:spcAft>
                <a:spcPts val="0"/>
              </a:spcAft>
              <a:buClrTx/>
              <a:buSzTx/>
              <a:buFontTx/>
              <a:buNone/>
              <a:tabLst/>
              <a:defRPr/>
            </a:pPr>
            <a:r>
              <a:rPr kumimoji="0" lang="pt-BR" sz="1455" b="0" i="0" u="none" strike="noStrike" kern="0" cap="none" spc="0" normalizeH="0" baseline="0" noProof="0">
                <a:ln>
                  <a:noFill/>
                </a:ln>
                <a:solidFill>
                  <a:prstClr val="white"/>
                </a:solidFill>
                <a:effectLst/>
                <a:uLnTx/>
                <a:uFillTx/>
                <a:latin typeface="Versos Light" panose="020B0403020204030204" pitchFamily="34" charset="77"/>
                <a:ea typeface="+mn-ea"/>
                <a:cs typeface="Arial"/>
                <a:sym typeface="Arial"/>
              </a:rPr>
              <a:t>7º andar | Vila Olímpia</a:t>
            </a:r>
          </a:p>
          <a:p>
            <a:pPr marL="0" marR="0" lvl="0" indent="0" algn="l" defTabSz="554492" rtl="0" eaLnBrk="1" fontAlgn="auto" latinLnBrk="0" hangingPunct="1">
              <a:lnSpc>
                <a:spcPct val="100000"/>
              </a:lnSpc>
              <a:spcBef>
                <a:spcPts val="0"/>
              </a:spcBef>
              <a:spcAft>
                <a:spcPts val="0"/>
              </a:spcAft>
              <a:buClrTx/>
              <a:buSzTx/>
              <a:buFontTx/>
              <a:buNone/>
              <a:tabLst/>
              <a:defRPr/>
            </a:pPr>
            <a:r>
              <a:rPr kumimoji="0" lang="pt-BR" sz="1455" b="0" i="0" u="none" strike="noStrike" kern="0" cap="none" spc="0" normalizeH="0" baseline="0" noProof="0">
                <a:ln>
                  <a:noFill/>
                </a:ln>
                <a:solidFill>
                  <a:prstClr val="white"/>
                </a:solidFill>
                <a:effectLst/>
                <a:uLnTx/>
                <a:uFillTx/>
                <a:latin typeface="Versos Light" panose="020B0403020204030204" pitchFamily="34" charset="77"/>
                <a:ea typeface="+mn-ea"/>
                <a:cs typeface="Arial"/>
                <a:sym typeface="Arial"/>
              </a:rPr>
              <a:t>CEP 04538-132 | São Paulo</a:t>
            </a:r>
          </a:p>
          <a:p>
            <a:pPr marL="0" marR="0" lvl="0" indent="0" algn="l" defTabSz="554492" rtl="0" eaLnBrk="1" fontAlgn="auto" latinLnBrk="0" hangingPunct="1">
              <a:lnSpc>
                <a:spcPct val="100000"/>
              </a:lnSpc>
              <a:spcBef>
                <a:spcPts val="0"/>
              </a:spcBef>
              <a:spcAft>
                <a:spcPts val="0"/>
              </a:spcAft>
              <a:buClrTx/>
              <a:buSzTx/>
              <a:buFontTx/>
              <a:buNone/>
              <a:tabLst/>
              <a:defRPr/>
            </a:pPr>
            <a:endParaRPr kumimoji="0" lang="pt-BR" sz="1455" b="0" i="0" u="none" strike="noStrike" kern="0" cap="none" spc="0" normalizeH="0" baseline="0" noProof="0">
              <a:ln>
                <a:noFill/>
              </a:ln>
              <a:solidFill>
                <a:prstClr val="white"/>
              </a:solidFill>
              <a:effectLst/>
              <a:uLnTx/>
              <a:uFillTx/>
              <a:latin typeface="Versos" panose="020B0503020204030204" pitchFamily="34" charset="77"/>
              <a:ea typeface="+mn-ea"/>
              <a:cs typeface="Arial"/>
              <a:sym typeface="Arial"/>
            </a:endParaRPr>
          </a:p>
          <a:p>
            <a:pPr marL="0" marR="0" lvl="0" indent="0" algn="l" defTabSz="554492" rtl="0" eaLnBrk="1" fontAlgn="auto" latinLnBrk="0" hangingPunct="1">
              <a:lnSpc>
                <a:spcPct val="100000"/>
              </a:lnSpc>
              <a:spcBef>
                <a:spcPts val="0"/>
              </a:spcBef>
              <a:spcAft>
                <a:spcPts val="0"/>
              </a:spcAft>
              <a:buClrTx/>
              <a:buSzTx/>
              <a:buFontTx/>
              <a:buNone/>
              <a:tabLst/>
              <a:defRPr/>
            </a:pPr>
            <a:r>
              <a:rPr kumimoji="0" lang="pt-BR" sz="1455" b="1" i="0" u="none" strike="noStrike" kern="0" cap="none" spc="0" normalizeH="0" baseline="0" noProof="0">
                <a:ln>
                  <a:noFill/>
                </a:ln>
                <a:solidFill>
                  <a:prstClr val="white"/>
                </a:solidFill>
                <a:effectLst/>
                <a:uLnTx/>
                <a:uFillTx/>
                <a:latin typeface="Versos" panose="020B0503020204030204" pitchFamily="34" charset="77"/>
                <a:ea typeface="+mn-ea"/>
                <a:cs typeface="Arial"/>
                <a:sym typeface="Arial"/>
              </a:rPr>
              <a:t>www.tivio.com</a:t>
            </a:r>
          </a:p>
          <a:p>
            <a:pPr marL="0" marR="0" lvl="0" indent="0" algn="l" defTabSz="554492" rtl="0" eaLnBrk="1" fontAlgn="auto" latinLnBrk="0" hangingPunct="1">
              <a:lnSpc>
                <a:spcPct val="100000"/>
              </a:lnSpc>
              <a:spcBef>
                <a:spcPts val="0"/>
              </a:spcBef>
              <a:spcAft>
                <a:spcPts val="0"/>
              </a:spcAft>
              <a:buClrTx/>
              <a:buSzTx/>
              <a:buFontTx/>
              <a:buNone/>
              <a:tabLst/>
              <a:defRPr/>
            </a:pPr>
            <a:endParaRPr kumimoji="0" lang="pt-BR" sz="1455" b="0" i="0" u="none" strike="noStrike" kern="0" cap="none" spc="0" normalizeH="0" baseline="0" noProof="0">
              <a:ln>
                <a:noFill/>
              </a:ln>
              <a:solidFill>
                <a:prstClr val="white"/>
              </a:solidFill>
              <a:effectLst/>
              <a:uLnTx/>
              <a:uFillTx/>
              <a:latin typeface="Versos" panose="020B0503020204030204" pitchFamily="34" charset="77"/>
              <a:ea typeface="+mn-ea"/>
              <a:cs typeface="Arial"/>
              <a:sym typeface="Arial"/>
            </a:endParaRPr>
          </a:p>
        </p:txBody>
      </p:sp>
    </p:spTree>
    <p:extLst>
      <p:ext uri="{BB962C8B-B14F-4D97-AF65-F5344CB8AC3E}">
        <p14:creationId xmlns:p14="http://schemas.microsoft.com/office/powerpoint/2010/main" val="2448368116"/>
      </p:ext>
    </p:extLst>
  </p:cSld>
  <p:clrMapOvr>
    <a:masterClrMapping/>
  </p:clrMapOvr>
</p:sld>
</file>

<file path=ppt/theme/theme1.xml><?xml version="1.0" encoding="utf-8"?>
<a:theme xmlns:a="http://schemas.openxmlformats.org/drawingml/2006/main" name="Contracapa e Disclaimer">
  <a:themeElements>
    <a:clrScheme name="Tivio Capital - Imobiliário">
      <a:dk1>
        <a:srgbClr val="000000"/>
      </a:dk1>
      <a:lt1>
        <a:srgbClr val="FFFFFF"/>
      </a:lt1>
      <a:dk2>
        <a:srgbClr val="637881"/>
      </a:dk2>
      <a:lt2>
        <a:srgbClr val="E6EDF1"/>
      </a:lt2>
      <a:accent1>
        <a:srgbClr val="92D3AB"/>
      </a:accent1>
      <a:accent2>
        <a:srgbClr val="C1F4D4"/>
      </a:accent2>
      <a:accent3>
        <a:srgbClr val="759DB4"/>
      </a:accent3>
      <a:accent4>
        <a:srgbClr val="ABC6CD"/>
      </a:accent4>
      <a:accent5>
        <a:srgbClr val="557F97"/>
      </a:accent5>
      <a:accent6>
        <a:srgbClr val="313C40"/>
      </a:accent6>
      <a:hlink>
        <a:srgbClr val="3C4A60"/>
      </a:hlink>
      <a:folHlink>
        <a:srgbClr val="92D3A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ma1" id="{50E25B5D-1556-B24B-ADD9-1B5BA9A03DD3}" vid="{FAC439FC-A8CE-E54A-8A54-8941007EAD9B}"/>
    </a:ext>
  </a:extLst>
</a:theme>
</file>

<file path=ppt/theme/theme2.xml><?xml version="1.0" encoding="utf-8"?>
<a:theme xmlns:a="http://schemas.openxmlformats.org/drawingml/2006/main" name="Conteúdo">
  <a:themeElements>
    <a:clrScheme name="Tivio Capital - Imobiliário">
      <a:dk1>
        <a:srgbClr val="000000"/>
      </a:dk1>
      <a:lt1>
        <a:srgbClr val="FFFFFF"/>
      </a:lt1>
      <a:dk2>
        <a:srgbClr val="637881"/>
      </a:dk2>
      <a:lt2>
        <a:srgbClr val="E6EDF1"/>
      </a:lt2>
      <a:accent1>
        <a:srgbClr val="92D3AB"/>
      </a:accent1>
      <a:accent2>
        <a:srgbClr val="C1F4D4"/>
      </a:accent2>
      <a:accent3>
        <a:srgbClr val="759DB4"/>
      </a:accent3>
      <a:accent4>
        <a:srgbClr val="ABC6CD"/>
      </a:accent4>
      <a:accent5>
        <a:srgbClr val="557F97"/>
      </a:accent5>
      <a:accent6>
        <a:srgbClr val="313C40"/>
      </a:accent6>
      <a:hlink>
        <a:srgbClr val="3C4A60"/>
      </a:hlink>
      <a:folHlink>
        <a:srgbClr val="92D3A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ma1" id="{50E25B5D-1556-B24B-ADD9-1B5BA9A03DD3}" vid="{FAC439FC-A8CE-E54A-8A54-8941007EAD9B}"/>
    </a:ext>
  </a:extLst>
</a:theme>
</file>

<file path=ppt/theme/theme3.xml><?xml version="1.0" encoding="utf-8"?>
<a:theme xmlns:a="http://schemas.openxmlformats.org/drawingml/2006/main" name="1_Office Theme">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Conteúdo">
  <a:themeElements>
    <a:clrScheme name="Tivio Capital - Imobiliário">
      <a:dk1>
        <a:srgbClr val="000000"/>
      </a:dk1>
      <a:lt1>
        <a:srgbClr val="FFFFFF"/>
      </a:lt1>
      <a:dk2>
        <a:srgbClr val="637881"/>
      </a:dk2>
      <a:lt2>
        <a:srgbClr val="E6EDF1"/>
      </a:lt2>
      <a:accent1>
        <a:srgbClr val="92D3AB"/>
      </a:accent1>
      <a:accent2>
        <a:srgbClr val="C1F4D4"/>
      </a:accent2>
      <a:accent3>
        <a:srgbClr val="759DB4"/>
      </a:accent3>
      <a:accent4>
        <a:srgbClr val="ABC6CD"/>
      </a:accent4>
      <a:accent5>
        <a:srgbClr val="557F97"/>
      </a:accent5>
      <a:accent6>
        <a:srgbClr val="313C40"/>
      </a:accent6>
      <a:hlink>
        <a:srgbClr val="3C4A60"/>
      </a:hlink>
      <a:folHlink>
        <a:srgbClr val="92D3A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ma1" id="{50E25B5D-1556-B24B-ADD9-1B5BA9A03DD3}" vid="{FAC439FC-A8CE-E54A-8A54-8941007EAD9B}"/>
    </a:ext>
  </a:extLst>
</a:theme>
</file>

<file path=ppt/theme/theme6.xml><?xml version="1.0" encoding="utf-8"?>
<a:theme xmlns:a="http://schemas.openxmlformats.org/drawingml/2006/main" name="3_Office Theme">
  <a:themeElements>
    <a:clrScheme name="Tivio - Paleta de Cores">
      <a:dk1>
        <a:srgbClr val="000000"/>
      </a:dk1>
      <a:lt1>
        <a:srgbClr val="FFFFFF"/>
      </a:lt1>
      <a:dk2>
        <a:srgbClr val="637881"/>
      </a:dk2>
      <a:lt2>
        <a:srgbClr val="E6EDF1"/>
      </a:lt2>
      <a:accent1>
        <a:srgbClr val="759DB3"/>
      </a:accent1>
      <a:accent2>
        <a:srgbClr val="C0F4D3"/>
      </a:accent2>
      <a:accent3>
        <a:srgbClr val="92D3AB"/>
      </a:accent3>
      <a:accent4>
        <a:srgbClr val="3C4A60"/>
      </a:accent4>
      <a:accent5>
        <a:srgbClr val="E6EDF1"/>
      </a:accent5>
      <a:accent6>
        <a:srgbClr val="ABC6CD"/>
      </a:accent6>
      <a:hlink>
        <a:srgbClr val="63E392"/>
      </a:hlink>
      <a:folHlink>
        <a:srgbClr val="ACC4D1"/>
      </a:folHlink>
    </a:clrScheme>
    <a:fontScheme name="Versos">
      <a:majorFont>
        <a:latin typeface="Versos"/>
        <a:ea typeface=""/>
        <a:cs typeface=""/>
      </a:majorFont>
      <a:minorFont>
        <a:latin typeface="Verso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1c0b7a1-8647-479a-bc8f-582142d8bc0f">
      <Terms xmlns="http://schemas.microsoft.com/office/infopath/2007/PartnerControls"/>
    </lcf76f155ced4ddcb4097134ff3c332f>
    <TaxCatchAll xmlns="9a684d71-d6fd-4deb-80ab-4273818deab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CF9B3E74B8F57042982E3E9D39FC0152" ma:contentTypeVersion="14" ma:contentTypeDescription="Crie um novo documento." ma:contentTypeScope="" ma:versionID="3fd0dc2c73f6478acced112ab3406c62">
  <xsd:schema xmlns:xsd="http://www.w3.org/2001/XMLSchema" xmlns:xs="http://www.w3.org/2001/XMLSchema" xmlns:p="http://schemas.microsoft.com/office/2006/metadata/properties" xmlns:ns2="e1c0b7a1-8647-479a-bc8f-582142d8bc0f" xmlns:ns3="9a684d71-d6fd-4deb-80ab-4273818deab9" targetNamespace="http://schemas.microsoft.com/office/2006/metadata/properties" ma:root="true" ma:fieldsID="73d7f55b3be2760303eeb4385bcb2cf7" ns2:_="" ns3:_="">
    <xsd:import namespace="e1c0b7a1-8647-479a-bc8f-582142d8bc0f"/>
    <xsd:import namespace="9a684d71-d6fd-4deb-80ab-4273818dea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c0b7a1-8647-479a-bc8f-582142d8bc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Marcações de imagem" ma:readOnly="false" ma:fieldId="{5cf76f15-5ced-4ddc-b409-7134ff3c332f}" ma:taxonomyMulti="true" ma:sspId="c4e30347-7a5e-4e48-9fe7-ea4e92c09b1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a684d71-d6fd-4deb-80ab-4273818deab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b44a9ff-42ad-4979-a12e-387190d0cadf}" ma:internalName="TaxCatchAll" ma:showField="CatchAllData" ma:web="9a684d71-d6fd-4deb-80ab-4273818dea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B83F61C-C7A0-4AF7-BDBC-2C907CFCA633}">
  <ds:schemaRefs>
    <ds:schemaRef ds:uri="9a684d71-d6fd-4deb-80ab-4273818deab9"/>
    <ds:schemaRef ds:uri="e1c0b7a1-8647-479a-bc8f-582142d8bc0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89B0828-4A30-475A-8D69-B6262229B5B8}">
  <ds:schemaRefs>
    <ds:schemaRef ds:uri="http://schemas.microsoft.com/sharepoint/v3/contenttype/forms"/>
  </ds:schemaRefs>
</ds:datastoreItem>
</file>

<file path=customXml/itemProps3.xml><?xml version="1.0" encoding="utf-8"?>
<ds:datastoreItem xmlns:ds="http://schemas.openxmlformats.org/officeDocument/2006/customXml" ds:itemID="{A99A2CF2-B439-4081-B65B-3F5877367976}">
  <ds:schemaRefs>
    <ds:schemaRef ds:uri="9a684d71-d6fd-4deb-80ab-4273818deab9"/>
    <ds:schemaRef ds:uri="e1c0b7a1-8647-479a-bc8f-582142d8bc0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1b68a0e7-8c4a-4119-a9fe-c55d0d05c305}" enabled="1" method="Standard" siteId="{28bfc1cb-5aa5-436f-9b59-4bbea6096aee}"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17</Slides>
  <Notes>11</Notes>
  <HiddenSlides>0</HiddenSlides>
  <ScaleCrop>false</ScaleCrop>
  <HeadingPairs>
    <vt:vector size="4" baseType="variant">
      <vt:variant>
        <vt:lpstr>Theme</vt:lpstr>
      </vt:variant>
      <vt:variant>
        <vt:i4>6</vt:i4>
      </vt:variant>
      <vt:variant>
        <vt:lpstr>Slide Titles</vt:lpstr>
      </vt:variant>
      <vt:variant>
        <vt:i4>17</vt:i4>
      </vt:variant>
    </vt:vector>
  </HeadingPairs>
  <TitlesOfParts>
    <vt:vector size="23" baseType="lpstr">
      <vt:lpstr>Contracapa e Disclaimer</vt:lpstr>
      <vt:lpstr>Conteúdo</vt:lpstr>
      <vt:lpstr>1_Office Theme</vt:lpstr>
      <vt:lpstr>2_Office Theme</vt:lpstr>
      <vt:lpstr>3_Conteúdo</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INVESTIMENTO</vt:lpstr>
      <vt:lpstr>PowerPoint Presentation</vt:lpstr>
      <vt:lpstr>PowerPoint Presentation</vt:lpstr>
      <vt:lpstr>PowerPoint Presentation</vt:lpstr>
      <vt:lpstr>GESTÃO</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André Mendes</dc:creator>
  <cp:revision>1</cp:revision>
  <cp:lastPrinted>2024-01-10T17:05:31Z</cp:lastPrinted>
  <dcterms:created xsi:type="dcterms:W3CDTF">2022-01-07T13:39:44Z</dcterms:created>
  <dcterms:modified xsi:type="dcterms:W3CDTF">2026-09-11T14:10:36Z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0x010100CF9B3E74B8F57042982E3E9D39FC0152</vt:lpwstr>
  </property>
  <property fmtid="{D5CDD505-2E9C-101B-9397-08002B2CF9AE}" pid="3" name="MSIP_Label_e8a63464-1d59-4c4f-b7f6-a5cec5bffaeb_Enabled">
    <vt:lpwstr>true</vt:lpwstr>
  </property>
  <property fmtid="{D5CDD505-2E9C-101B-9397-08002B2CF9AE}" pid="4" name="MSIP_Label_e8a63464-1d59-4c4f-b7f6-a5cec5bffaeb_SetDate">
    <vt:lpwstr>2023-12-13T14:21:44Z</vt:lpwstr>
  </property>
  <property fmtid="{D5CDD505-2E9C-101B-9397-08002B2CF9AE}" pid="5" name="MSIP_Label_e8a63464-1d59-4c4f-b7f6-a5cec5bffaeb_Method">
    <vt:lpwstr>Privileged</vt:lpwstr>
  </property>
  <property fmtid="{D5CDD505-2E9C-101B-9397-08002B2CF9AE}" pid="6" name="MSIP_Label_e8a63464-1d59-4c4f-b7f6-a5cec5bffaeb_Name">
    <vt:lpwstr>e8a63464-1d59-4c4f-b7f6-a5cec5bffaeb</vt:lpwstr>
  </property>
  <property fmtid="{D5CDD505-2E9C-101B-9397-08002B2CF9AE}" pid="7" name="MSIP_Label_e8a63464-1d59-4c4f-b7f6-a5cec5bffaeb_SiteId">
    <vt:lpwstr>ce047754-5e4b-4c19-847a-3c612155b684</vt:lpwstr>
  </property>
  <property fmtid="{D5CDD505-2E9C-101B-9397-08002B2CF9AE}" pid="8" name="MSIP_Label_e8a63464-1d59-4c4f-b7f6-a5cec5bffaeb_ActionId">
    <vt:lpwstr>226ed07b-4733-4743-8e1a-26f54c8572d1</vt:lpwstr>
  </property>
  <property fmtid="{D5CDD505-2E9C-101B-9397-08002B2CF9AE}" pid="9" name="MSIP_Label_e8a63464-1d59-4c4f-b7f6-a5cec5bffaeb_ContentBits">
    <vt:lpwstr>2</vt:lpwstr>
  </property>
  <property fmtid="{D5CDD505-2E9C-101B-9397-08002B2CF9AE}" pid="10" name="MediaServiceImageTags">
    <vt:lpwstr/>
  </property>
</Properties>
</file>